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handoutMasterIdLst>
    <p:handoutMasterId r:id="rId37"/>
  </p:handoutMasterIdLst>
  <p:sldIdLst>
    <p:sldId id="279" r:id="rId5"/>
    <p:sldId id="323" r:id="rId6"/>
    <p:sldId id="324" r:id="rId7"/>
    <p:sldId id="325" r:id="rId8"/>
    <p:sldId id="326" r:id="rId9"/>
    <p:sldId id="327" r:id="rId10"/>
    <p:sldId id="328" r:id="rId11"/>
    <p:sldId id="329" r:id="rId12"/>
    <p:sldId id="330" r:id="rId13"/>
    <p:sldId id="331" r:id="rId14"/>
    <p:sldId id="332" r:id="rId15"/>
    <p:sldId id="333" r:id="rId16"/>
    <p:sldId id="334" r:id="rId17"/>
    <p:sldId id="336" r:id="rId18"/>
    <p:sldId id="337" r:id="rId19"/>
    <p:sldId id="338" r:id="rId20"/>
    <p:sldId id="339" r:id="rId21"/>
    <p:sldId id="342" r:id="rId22"/>
    <p:sldId id="345" r:id="rId23"/>
    <p:sldId id="347" r:id="rId24"/>
    <p:sldId id="348" r:id="rId25"/>
    <p:sldId id="349" r:id="rId26"/>
    <p:sldId id="375" r:id="rId27"/>
    <p:sldId id="362" r:id="rId28"/>
    <p:sldId id="363" r:id="rId29"/>
    <p:sldId id="365" r:id="rId30"/>
    <p:sldId id="366" r:id="rId31"/>
    <p:sldId id="367" r:id="rId32"/>
    <p:sldId id="377" r:id="rId33"/>
    <p:sldId id="378" r:id="rId34"/>
    <p:sldId id="310" r:id="rId3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guide id="3" orient="horz" pos="384">
          <p15:clr>
            <a:srgbClr val="A4A3A4"/>
          </p15:clr>
        </p15:guide>
        <p15:guide id="4" orient="horz" pos="3940">
          <p15:clr>
            <a:srgbClr val="A4A3A4"/>
          </p15:clr>
        </p15:guide>
        <p15:guide id="5" orient="horz" pos="288">
          <p15:clr>
            <a:srgbClr val="A4A3A4"/>
          </p15:clr>
        </p15:guide>
        <p15:guide id="6" orient="horz" pos="731">
          <p15:clr>
            <a:srgbClr val="A4A3A4"/>
          </p15:clr>
        </p15:guide>
        <p15:guide id="7" orient="horz" pos="649">
          <p15:clr>
            <a:srgbClr val="A4A3A4"/>
          </p15:clr>
        </p15:guide>
        <p15:guide id="8" orient="horz" pos="1229">
          <p15:clr>
            <a:srgbClr val="A4A3A4"/>
          </p15:clr>
        </p15:guide>
        <p15:guide id="9" orient="horz" pos="1680">
          <p15:clr>
            <a:srgbClr val="A4A3A4"/>
          </p15:clr>
        </p15:guide>
        <p15:guide id="10" orient="horz" pos="4319">
          <p15:clr>
            <a:srgbClr val="A4A3A4"/>
          </p15:clr>
        </p15:guide>
        <p15:guide id="11" pos="304">
          <p15:clr>
            <a:srgbClr val="A4A3A4"/>
          </p15:clr>
        </p15:guide>
        <p15:guide id="12" pos="7408">
          <p15:clr>
            <a:srgbClr val="A4A3A4"/>
          </p15:clr>
        </p15:guide>
      </p15:sldGuideLst>
    </p:ext>
    <p:ext uri="{2D200454-40CA-4A62-9FC3-DE9A4176ACB9}">
      <p15:notesGuideLst xmlns:p15="http://schemas.microsoft.com/office/powerpoint/2012/main">
        <p15:guide id="1" orient="horz" pos="2160">
          <p15:clr>
            <a:srgbClr val="A4A3A4"/>
          </p15:clr>
        </p15:guide>
        <p15:guide id="2" pos="38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73262"/>
    <a:srgbClr val="063161"/>
    <a:srgbClr val="EBECED"/>
    <a:srgbClr val="BFC0C1"/>
    <a:srgbClr val="60C7D7"/>
    <a:srgbClr val="EA3946"/>
    <a:srgbClr val="00AECF"/>
    <a:srgbClr val="FF55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24" autoAdjust="0"/>
    <p:restoredTop sz="94614" autoAdjust="0"/>
  </p:normalViewPr>
  <p:slideViewPr>
    <p:cSldViewPr>
      <p:cViewPr varScale="1">
        <p:scale>
          <a:sx n="68" d="100"/>
          <a:sy n="68" d="100"/>
        </p:scale>
        <p:origin x="456" y="60"/>
      </p:cViewPr>
      <p:guideLst>
        <p:guide orient="horz" pos="2880"/>
        <p:guide pos="2160"/>
        <p:guide orient="horz" pos="384"/>
        <p:guide orient="horz" pos="3940"/>
        <p:guide orient="horz" pos="288"/>
        <p:guide orient="horz" pos="731"/>
        <p:guide orient="horz" pos="649"/>
        <p:guide orient="horz" pos="1229"/>
        <p:guide orient="horz" pos="1680"/>
        <p:guide orient="horz" pos="4319"/>
        <p:guide pos="304"/>
        <p:guide pos="740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71" d="100"/>
          <a:sy n="71" d="100"/>
        </p:scale>
        <p:origin x="-1296" y="-90"/>
      </p:cViewPr>
      <p:guideLst>
        <p:guide orient="horz" pos="2160"/>
        <p:guide pos="38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inghVi7\AppData\Local\Microsoft\Windows\INetCache\IE\N8VYB86J\sn_hr_core_cas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inghVi7\AppData\Local\Microsoft\Windows\INetCache\IE\N8VYB86J\sn_hr_core_case.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[sn_hr_core_case.xlsx]Sheet2!PivotTable3</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Referral</a:t>
            </a:r>
            <a:r>
              <a:rPr lang="en-US" baseline="0" dirty="0"/>
              <a:t> Bonus Tickets between Jan - May 2020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solidFill>
                <a:srgbClr val="0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Sheet2!$A$4:$A$6</c:f>
              <c:strCache>
                <c:ptCount val="2"/>
                <c:pt idx="0">
                  <c:v>High</c:v>
                </c:pt>
                <c:pt idx="1">
                  <c:v>Low</c:v>
                </c:pt>
              </c:strCache>
            </c:strRef>
          </c:cat>
          <c:val>
            <c:numRef>
              <c:f>Sheet2!$B$4:$B$6</c:f>
              <c:numCache>
                <c:formatCode>General</c:formatCode>
                <c:ptCount val="2"/>
                <c:pt idx="0">
                  <c:v>1</c:v>
                </c:pt>
                <c:pt idx="1">
                  <c:v>48</c:v>
                </c:pt>
              </c:numCache>
            </c:numRef>
          </c:val>
          <c:extLst>
            <c:ext xmlns:c16="http://schemas.microsoft.com/office/drawing/2014/chart" uri="{C3380CC4-5D6E-409C-BE32-E72D297353CC}">
              <c16:uniqueId val="{00000000-EDF4-4EFD-8DC8-25673AA6ABBC}"/>
            </c:ext>
          </c:extLst>
        </c:ser>
        <c:dLbls>
          <c:showLegendKey val="0"/>
          <c:showVal val="0"/>
          <c:showCatName val="0"/>
          <c:showSerName val="0"/>
          <c:showPercent val="0"/>
          <c:showBubbleSize val="0"/>
        </c:dLbls>
        <c:gapWidth val="219"/>
        <c:overlap val="-27"/>
        <c:axId val="707528200"/>
        <c:axId val="707522952"/>
      </c:barChart>
      <c:catAx>
        <c:axId val="707528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7522952"/>
        <c:crosses val="autoZero"/>
        <c:auto val="1"/>
        <c:lblAlgn val="ctr"/>
        <c:lblOffset val="100"/>
        <c:noMultiLvlLbl val="0"/>
      </c:catAx>
      <c:valAx>
        <c:axId val="707522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75282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a:solidFill>
        <a:srgbClr val="000000"/>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[sn_hr_core_case.xlsx]Sheet4!PivotTable4</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a:effectLst/>
              </a:rPr>
              <a:t>Referral Bonus Tickets after May 2020  </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Sheet4!$A$4:$A$6</c:f>
              <c:strCache>
                <c:ptCount val="2"/>
                <c:pt idx="0">
                  <c:v>High</c:v>
                </c:pt>
                <c:pt idx="1">
                  <c:v>Low</c:v>
                </c:pt>
              </c:strCache>
            </c:strRef>
          </c:cat>
          <c:val>
            <c:numRef>
              <c:f>Sheet4!$B$4:$B$6</c:f>
              <c:numCache>
                <c:formatCode>General</c:formatCode>
                <c:ptCount val="2"/>
                <c:pt idx="0">
                  <c:v>1</c:v>
                </c:pt>
                <c:pt idx="1">
                  <c:v>4</c:v>
                </c:pt>
              </c:numCache>
            </c:numRef>
          </c:val>
          <c:extLst>
            <c:ext xmlns:c16="http://schemas.microsoft.com/office/drawing/2014/chart" uri="{C3380CC4-5D6E-409C-BE32-E72D297353CC}">
              <c16:uniqueId val="{00000000-4396-472C-9795-80AE90488BE6}"/>
            </c:ext>
          </c:extLst>
        </c:ser>
        <c:dLbls>
          <c:dLblPos val="outEnd"/>
          <c:showLegendKey val="0"/>
          <c:showVal val="1"/>
          <c:showCatName val="0"/>
          <c:showSerName val="0"/>
          <c:showPercent val="0"/>
          <c:showBubbleSize val="0"/>
        </c:dLbls>
        <c:gapWidth val="219"/>
        <c:overlap val="-27"/>
        <c:axId val="610948376"/>
        <c:axId val="610948704"/>
      </c:barChart>
      <c:catAx>
        <c:axId val="610948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0948704"/>
        <c:crosses val="autoZero"/>
        <c:auto val="1"/>
        <c:lblAlgn val="ctr"/>
        <c:lblOffset val="100"/>
        <c:noMultiLvlLbl val="0"/>
      </c:catAx>
      <c:valAx>
        <c:axId val="6109487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09483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rgbClr val="000000"/>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FEEF44-4767-4D3C-B911-9D8BFEFB886E}" type="doc">
      <dgm:prSet loTypeId="urn:microsoft.com/office/officeart/2005/8/layout/process1" loCatId="process" qsTypeId="urn:microsoft.com/office/officeart/2005/8/quickstyle/simple1" qsCatId="simple" csTypeId="urn:microsoft.com/office/officeart/2005/8/colors/accent0_3" csCatId="mainScheme" phldr="1"/>
      <dgm:spPr/>
    </dgm:pt>
    <dgm:pt modelId="{1197DC93-9ED4-417E-BA2F-87B306C1F785}">
      <dgm:prSet phldrT="[Text]"/>
      <dgm:spPr>
        <a:xfrm>
          <a:off x="4190"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C</a:t>
          </a:r>
          <a:r>
            <a:rPr lang="en-US" dirty="0">
              <a:solidFill>
                <a:srgbClr val="FFFFFF"/>
              </a:solidFill>
              <a:latin typeface=""/>
              <a:ea typeface="ＭＳ Ｐゴシック"/>
              <a:cs typeface="+mn-cs"/>
            </a:rPr>
            <a:t>ustomer</a:t>
          </a:r>
        </a:p>
      </dgm:t>
    </dgm:pt>
    <dgm:pt modelId="{FF02EB3B-430A-415A-80F7-5D44FB31E732}" type="parTrans" cxnId="{E3F62FB9-07B1-48F0-BCBA-98CB901C866C}">
      <dgm:prSet/>
      <dgm:spPr/>
      <dgm:t>
        <a:bodyPr/>
        <a:lstStyle/>
        <a:p>
          <a:endParaRPr lang="en-US"/>
        </a:p>
      </dgm:t>
    </dgm:pt>
    <dgm:pt modelId="{3F616046-9B3C-4ED7-849F-74CB163FAB44}" type="sibTrans" cxnId="{E3F62FB9-07B1-48F0-BCBA-98CB901C866C}">
      <dgm:prSet/>
      <dgm:spPr>
        <a:xfrm>
          <a:off x="1433130"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C86C29F9-31F0-4CBC-9430-512115312AFD}">
      <dgm:prSet phldrT="[Text]"/>
      <dgm:spPr>
        <a:xfrm>
          <a:off x="1822842"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O</a:t>
          </a:r>
          <a:r>
            <a:rPr lang="en-US" dirty="0">
              <a:solidFill>
                <a:srgbClr val="FFFFFF"/>
              </a:solidFill>
              <a:latin typeface=""/>
              <a:ea typeface="ＭＳ Ｐゴシック"/>
              <a:cs typeface="+mn-cs"/>
            </a:rPr>
            <a:t>utput</a:t>
          </a:r>
        </a:p>
      </dgm:t>
    </dgm:pt>
    <dgm:pt modelId="{504FE52A-5E38-43E2-8ADA-EC728C94AE10}" type="parTrans" cxnId="{277D055C-ED70-4CAA-B21F-DF833C7C7E2B}">
      <dgm:prSet/>
      <dgm:spPr/>
      <dgm:t>
        <a:bodyPr/>
        <a:lstStyle/>
        <a:p>
          <a:endParaRPr lang="en-US"/>
        </a:p>
      </dgm:t>
    </dgm:pt>
    <dgm:pt modelId="{5E9AC0AF-2F7B-421E-852E-15773E99B1C9}" type="sibTrans" cxnId="{277D055C-ED70-4CAA-B21F-DF833C7C7E2B}">
      <dgm:prSet/>
      <dgm:spPr>
        <a:xfrm>
          <a:off x="3251782"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C78553EA-15F1-400D-AC59-437DDDA1E615}">
      <dgm:prSet phldrT="[Text]"/>
      <dgm:spPr>
        <a:xfrm>
          <a:off x="3641493"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P</a:t>
          </a:r>
          <a:r>
            <a:rPr lang="en-US" dirty="0">
              <a:solidFill>
                <a:srgbClr val="FFFFFF"/>
              </a:solidFill>
              <a:latin typeface=""/>
              <a:ea typeface="ＭＳ Ｐゴシック"/>
              <a:cs typeface="+mn-cs"/>
            </a:rPr>
            <a:t>rocess</a:t>
          </a:r>
        </a:p>
      </dgm:t>
    </dgm:pt>
    <dgm:pt modelId="{E1AE99FD-2524-419A-9130-15670957D837}" type="parTrans" cxnId="{66B64381-2575-42F0-B642-45AE137C40F7}">
      <dgm:prSet/>
      <dgm:spPr/>
      <dgm:t>
        <a:bodyPr/>
        <a:lstStyle/>
        <a:p>
          <a:endParaRPr lang="en-US"/>
        </a:p>
      </dgm:t>
    </dgm:pt>
    <dgm:pt modelId="{12F75985-09A8-4782-9551-776506CEB9AE}" type="sibTrans" cxnId="{66B64381-2575-42F0-B642-45AE137C40F7}">
      <dgm:prSet/>
      <dgm:spPr>
        <a:xfrm>
          <a:off x="5070434"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4E7E537B-7F3A-49F8-A0C5-D43D680077D3}">
      <dgm:prSet phldrT="[Text]"/>
      <dgm:spPr>
        <a:xfrm>
          <a:off x="5460145"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I</a:t>
          </a:r>
          <a:r>
            <a:rPr lang="en-US" dirty="0">
              <a:solidFill>
                <a:srgbClr val="FFFFFF"/>
              </a:solidFill>
              <a:latin typeface=""/>
              <a:ea typeface="ＭＳ Ｐゴシック"/>
              <a:cs typeface="+mn-cs"/>
            </a:rPr>
            <a:t>nput</a:t>
          </a:r>
        </a:p>
      </dgm:t>
    </dgm:pt>
    <dgm:pt modelId="{244BB3CC-B826-4F9B-B3C2-06CC5D66B191}" type="parTrans" cxnId="{90C8BC01-C594-4C79-B15A-7B84682D3205}">
      <dgm:prSet/>
      <dgm:spPr/>
      <dgm:t>
        <a:bodyPr/>
        <a:lstStyle/>
        <a:p>
          <a:endParaRPr lang="en-US"/>
        </a:p>
      </dgm:t>
    </dgm:pt>
    <dgm:pt modelId="{124D2232-66B4-4685-9F06-04DCF46D92E7}" type="sibTrans" cxnId="{90C8BC01-C594-4C79-B15A-7B84682D3205}">
      <dgm:prSet/>
      <dgm:spPr>
        <a:xfrm>
          <a:off x="6889085"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8DA66D50-70B9-40B9-A086-7327ED5C5369}">
      <dgm:prSet phldrT="[Text]"/>
      <dgm:spPr>
        <a:xfrm>
          <a:off x="7278796"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S</a:t>
          </a:r>
          <a:r>
            <a:rPr lang="en-US" dirty="0">
              <a:solidFill>
                <a:srgbClr val="FFFFFF"/>
              </a:solidFill>
              <a:latin typeface=""/>
              <a:ea typeface="ＭＳ Ｐゴシック"/>
              <a:cs typeface="+mn-cs"/>
            </a:rPr>
            <a:t>upplier</a:t>
          </a:r>
        </a:p>
      </dgm:t>
    </dgm:pt>
    <dgm:pt modelId="{94C27709-E331-442E-B954-09301A71D3F6}" type="parTrans" cxnId="{F1703DFE-9645-4DC2-89EC-3B1FC72259A2}">
      <dgm:prSet/>
      <dgm:spPr/>
      <dgm:t>
        <a:bodyPr/>
        <a:lstStyle/>
        <a:p>
          <a:endParaRPr lang="en-US"/>
        </a:p>
      </dgm:t>
    </dgm:pt>
    <dgm:pt modelId="{74A04074-7DE5-4A97-8AD8-C1BB2699108D}" type="sibTrans" cxnId="{F1703DFE-9645-4DC2-89EC-3B1FC72259A2}">
      <dgm:prSet/>
      <dgm:spPr/>
      <dgm:t>
        <a:bodyPr/>
        <a:lstStyle/>
        <a:p>
          <a:endParaRPr lang="en-US"/>
        </a:p>
      </dgm:t>
    </dgm:pt>
    <dgm:pt modelId="{7114879C-CA94-4B88-B72E-4150D9637B2D}" type="pres">
      <dgm:prSet presAssocID="{BAFEEF44-4767-4D3C-B911-9D8BFEFB886E}" presName="Name0" presStyleCnt="0">
        <dgm:presLayoutVars>
          <dgm:dir/>
          <dgm:resizeHandles val="exact"/>
        </dgm:presLayoutVars>
      </dgm:prSet>
      <dgm:spPr/>
    </dgm:pt>
    <dgm:pt modelId="{77B90A6C-2060-4953-B6F0-709F9FDD72DB}" type="pres">
      <dgm:prSet presAssocID="{1197DC93-9ED4-417E-BA2F-87B306C1F785}" presName="node" presStyleLbl="node1" presStyleIdx="0" presStyleCnt="5">
        <dgm:presLayoutVars>
          <dgm:bulletEnabled val="1"/>
        </dgm:presLayoutVars>
      </dgm:prSet>
      <dgm:spPr>
        <a:prstGeom prst="roundRect">
          <a:avLst>
            <a:gd name="adj" fmla="val 10000"/>
          </a:avLst>
        </a:prstGeom>
      </dgm:spPr>
    </dgm:pt>
    <dgm:pt modelId="{80DA023A-D7B9-4BDD-BEBF-9381087C188D}" type="pres">
      <dgm:prSet presAssocID="{3F616046-9B3C-4ED7-849F-74CB163FAB44}" presName="sibTrans" presStyleLbl="sibTrans2D1" presStyleIdx="0" presStyleCnt="4"/>
      <dgm:spPr>
        <a:prstGeom prst="rect">
          <a:avLst/>
        </a:prstGeom>
      </dgm:spPr>
    </dgm:pt>
    <dgm:pt modelId="{34212F02-1521-4A76-ACEF-09B8E626DBDA}" type="pres">
      <dgm:prSet presAssocID="{3F616046-9B3C-4ED7-849F-74CB163FAB44}" presName="connectorText" presStyleLbl="sibTrans2D1" presStyleIdx="0" presStyleCnt="4"/>
      <dgm:spPr/>
    </dgm:pt>
    <dgm:pt modelId="{5C0439AB-0255-4EF6-AFDF-7C490C7B4AA3}" type="pres">
      <dgm:prSet presAssocID="{C86C29F9-31F0-4CBC-9430-512115312AFD}" presName="node" presStyleLbl="node1" presStyleIdx="1" presStyleCnt="5">
        <dgm:presLayoutVars>
          <dgm:bulletEnabled val="1"/>
        </dgm:presLayoutVars>
      </dgm:prSet>
      <dgm:spPr>
        <a:prstGeom prst="roundRect">
          <a:avLst>
            <a:gd name="adj" fmla="val 10000"/>
          </a:avLst>
        </a:prstGeom>
      </dgm:spPr>
    </dgm:pt>
    <dgm:pt modelId="{F5740FD9-F923-416F-A7B5-EB6B70B6C8C1}" type="pres">
      <dgm:prSet presAssocID="{5E9AC0AF-2F7B-421E-852E-15773E99B1C9}" presName="sibTrans" presStyleLbl="sibTrans2D1" presStyleIdx="1" presStyleCnt="4"/>
      <dgm:spPr>
        <a:prstGeom prst="rect">
          <a:avLst/>
        </a:prstGeom>
      </dgm:spPr>
    </dgm:pt>
    <dgm:pt modelId="{17EFAC04-56B0-4022-B934-D9C189581BBA}" type="pres">
      <dgm:prSet presAssocID="{5E9AC0AF-2F7B-421E-852E-15773E99B1C9}" presName="connectorText" presStyleLbl="sibTrans2D1" presStyleIdx="1" presStyleCnt="4"/>
      <dgm:spPr/>
    </dgm:pt>
    <dgm:pt modelId="{7944A39F-8E5E-4EA6-A9EF-51617411812E}" type="pres">
      <dgm:prSet presAssocID="{C78553EA-15F1-400D-AC59-437DDDA1E615}" presName="node" presStyleLbl="node1" presStyleIdx="2" presStyleCnt="5">
        <dgm:presLayoutVars>
          <dgm:bulletEnabled val="1"/>
        </dgm:presLayoutVars>
      </dgm:prSet>
      <dgm:spPr>
        <a:prstGeom prst="roundRect">
          <a:avLst>
            <a:gd name="adj" fmla="val 10000"/>
          </a:avLst>
        </a:prstGeom>
      </dgm:spPr>
    </dgm:pt>
    <dgm:pt modelId="{D6E052B8-8D32-47E3-9772-E56F0614A443}" type="pres">
      <dgm:prSet presAssocID="{12F75985-09A8-4782-9551-776506CEB9AE}" presName="sibTrans" presStyleLbl="sibTrans2D1" presStyleIdx="2" presStyleCnt="4"/>
      <dgm:spPr>
        <a:prstGeom prst="rect">
          <a:avLst/>
        </a:prstGeom>
      </dgm:spPr>
    </dgm:pt>
    <dgm:pt modelId="{9360EDF8-CA96-4468-B966-DDA7E3F08EE6}" type="pres">
      <dgm:prSet presAssocID="{12F75985-09A8-4782-9551-776506CEB9AE}" presName="connectorText" presStyleLbl="sibTrans2D1" presStyleIdx="2" presStyleCnt="4"/>
      <dgm:spPr/>
    </dgm:pt>
    <dgm:pt modelId="{64201D91-0A94-4633-AFE1-A5293B216B3D}" type="pres">
      <dgm:prSet presAssocID="{4E7E537B-7F3A-49F8-A0C5-D43D680077D3}" presName="node" presStyleLbl="node1" presStyleIdx="3" presStyleCnt="5">
        <dgm:presLayoutVars>
          <dgm:bulletEnabled val="1"/>
        </dgm:presLayoutVars>
      </dgm:prSet>
      <dgm:spPr>
        <a:prstGeom prst="roundRect">
          <a:avLst>
            <a:gd name="adj" fmla="val 10000"/>
          </a:avLst>
        </a:prstGeom>
      </dgm:spPr>
    </dgm:pt>
    <dgm:pt modelId="{9F593467-1E4F-4964-AA37-DD2836BFC9B5}" type="pres">
      <dgm:prSet presAssocID="{124D2232-66B4-4685-9F06-04DCF46D92E7}" presName="sibTrans" presStyleLbl="sibTrans2D1" presStyleIdx="3" presStyleCnt="4"/>
      <dgm:spPr>
        <a:prstGeom prst="rect">
          <a:avLst/>
        </a:prstGeom>
      </dgm:spPr>
    </dgm:pt>
    <dgm:pt modelId="{776673AF-0235-4B32-81B1-23CD6DF7369E}" type="pres">
      <dgm:prSet presAssocID="{124D2232-66B4-4685-9F06-04DCF46D92E7}" presName="connectorText" presStyleLbl="sibTrans2D1" presStyleIdx="3" presStyleCnt="4"/>
      <dgm:spPr/>
    </dgm:pt>
    <dgm:pt modelId="{C302578C-81C3-42A6-B2B1-D8BC938387F7}" type="pres">
      <dgm:prSet presAssocID="{8DA66D50-70B9-40B9-A086-7327ED5C5369}" presName="node" presStyleLbl="node1" presStyleIdx="4" presStyleCnt="5">
        <dgm:presLayoutVars>
          <dgm:bulletEnabled val="1"/>
        </dgm:presLayoutVars>
      </dgm:prSet>
      <dgm:spPr>
        <a:prstGeom prst="roundRect">
          <a:avLst>
            <a:gd name="adj" fmla="val 10000"/>
          </a:avLst>
        </a:prstGeom>
      </dgm:spPr>
    </dgm:pt>
  </dgm:ptLst>
  <dgm:cxnLst>
    <dgm:cxn modelId="{90C8BC01-C594-4C79-B15A-7B84682D3205}" srcId="{BAFEEF44-4767-4D3C-B911-9D8BFEFB886E}" destId="{4E7E537B-7F3A-49F8-A0C5-D43D680077D3}" srcOrd="3" destOrd="0" parTransId="{244BB3CC-B826-4F9B-B3C2-06CC5D66B191}" sibTransId="{124D2232-66B4-4685-9F06-04DCF46D92E7}"/>
    <dgm:cxn modelId="{FABAFD1E-F672-4221-86FC-4FE73095C4B9}" type="presOf" srcId="{5E9AC0AF-2F7B-421E-852E-15773E99B1C9}" destId="{17EFAC04-56B0-4022-B934-D9C189581BBA}" srcOrd="1" destOrd="0" presId="urn:microsoft.com/office/officeart/2005/8/layout/process1"/>
    <dgm:cxn modelId="{09418F35-2242-42E5-9AD5-32A337860927}" type="presOf" srcId="{3F616046-9B3C-4ED7-849F-74CB163FAB44}" destId="{34212F02-1521-4A76-ACEF-09B8E626DBDA}" srcOrd="1" destOrd="0" presId="urn:microsoft.com/office/officeart/2005/8/layout/process1"/>
    <dgm:cxn modelId="{97BDB03C-9D88-4CE7-B5C4-41848A085045}" type="presOf" srcId="{BAFEEF44-4767-4D3C-B911-9D8BFEFB886E}" destId="{7114879C-CA94-4B88-B72E-4150D9637B2D}" srcOrd="0" destOrd="0" presId="urn:microsoft.com/office/officeart/2005/8/layout/process1"/>
    <dgm:cxn modelId="{277D055C-ED70-4CAA-B21F-DF833C7C7E2B}" srcId="{BAFEEF44-4767-4D3C-B911-9D8BFEFB886E}" destId="{C86C29F9-31F0-4CBC-9430-512115312AFD}" srcOrd="1" destOrd="0" parTransId="{504FE52A-5E38-43E2-8ADA-EC728C94AE10}" sibTransId="{5E9AC0AF-2F7B-421E-852E-15773E99B1C9}"/>
    <dgm:cxn modelId="{62743348-7EE0-4DA2-96A1-64E046D4DC41}" type="presOf" srcId="{4E7E537B-7F3A-49F8-A0C5-D43D680077D3}" destId="{64201D91-0A94-4633-AFE1-A5293B216B3D}" srcOrd="0" destOrd="0" presId="urn:microsoft.com/office/officeart/2005/8/layout/process1"/>
    <dgm:cxn modelId="{EEEB514A-F6DC-41D5-BF4F-88F4D50DA3DC}" type="presOf" srcId="{12F75985-09A8-4782-9551-776506CEB9AE}" destId="{D6E052B8-8D32-47E3-9772-E56F0614A443}" srcOrd="0" destOrd="0" presId="urn:microsoft.com/office/officeart/2005/8/layout/process1"/>
    <dgm:cxn modelId="{93371480-83EE-42C6-9BFD-821AB20BB5C3}" type="presOf" srcId="{3F616046-9B3C-4ED7-849F-74CB163FAB44}" destId="{80DA023A-D7B9-4BDD-BEBF-9381087C188D}" srcOrd="0" destOrd="0" presId="urn:microsoft.com/office/officeart/2005/8/layout/process1"/>
    <dgm:cxn modelId="{66B64381-2575-42F0-B642-45AE137C40F7}" srcId="{BAFEEF44-4767-4D3C-B911-9D8BFEFB886E}" destId="{C78553EA-15F1-400D-AC59-437DDDA1E615}" srcOrd="2" destOrd="0" parTransId="{E1AE99FD-2524-419A-9130-15670957D837}" sibTransId="{12F75985-09A8-4782-9551-776506CEB9AE}"/>
    <dgm:cxn modelId="{56A766A6-1D17-4AB6-B837-A7F85C60C363}" type="presOf" srcId="{124D2232-66B4-4685-9F06-04DCF46D92E7}" destId="{776673AF-0235-4B32-81B1-23CD6DF7369E}" srcOrd="1" destOrd="0" presId="urn:microsoft.com/office/officeart/2005/8/layout/process1"/>
    <dgm:cxn modelId="{44C0E9B3-92F1-4333-9F45-D9681E73F19D}" type="presOf" srcId="{1197DC93-9ED4-417E-BA2F-87B306C1F785}" destId="{77B90A6C-2060-4953-B6F0-709F9FDD72DB}" srcOrd="0" destOrd="0" presId="urn:microsoft.com/office/officeart/2005/8/layout/process1"/>
    <dgm:cxn modelId="{E3F62FB9-07B1-48F0-BCBA-98CB901C866C}" srcId="{BAFEEF44-4767-4D3C-B911-9D8BFEFB886E}" destId="{1197DC93-9ED4-417E-BA2F-87B306C1F785}" srcOrd="0" destOrd="0" parTransId="{FF02EB3B-430A-415A-80F7-5D44FB31E732}" sibTransId="{3F616046-9B3C-4ED7-849F-74CB163FAB44}"/>
    <dgm:cxn modelId="{CA2C04BB-B0D5-4BC2-862B-13E2BD5E0ED8}" type="presOf" srcId="{124D2232-66B4-4685-9F06-04DCF46D92E7}" destId="{9F593467-1E4F-4964-AA37-DD2836BFC9B5}" srcOrd="0" destOrd="0" presId="urn:microsoft.com/office/officeart/2005/8/layout/process1"/>
    <dgm:cxn modelId="{85F3B2BB-2938-4D3F-B863-150A952ACC0D}" type="presOf" srcId="{5E9AC0AF-2F7B-421E-852E-15773E99B1C9}" destId="{F5740FD9-F923-416F-A7B5-EB6B70B6C8C1}" srcOrd="0" destOrd="0" presId="urn:microsoft.com/office/officeart/2005/8/layout/process1"/>
    <dgm:cxn modelId="{9A282BBC-F9DE-4D24-B37E-19231E1D126B}" type="presOf" srcId="{12F75985-09A8-4782-9551-776506CEB9AE}" destId="{9360EDF8-CA96-4468-B966-DDA7E3F08EE6}" srcOrd="1" destOrd="0" presId="urn:microsoft.com/office/officeart/2005/8/layout/process1"/>
    <dgm:cxn modelId="{E27397BE-29A2-4C8B-B6C6-DACD2DACEB0C}" type="presOf" srcId="{C78553EA-15F1-400D-AC59-437DDDA1E615}" destId="{7944A39F-8E5E-4EA6-A9EF-51617411812E}" srcOrd="0" destOrd="0" presId="urn:microsoft.com/office/officeart/2005/8/layout/process1"/>
    <dgm:cxn modelId="{486A1CE7-F9D0-41BA-8CEB-6F0F8D483928}" type="presOf" srcId="{C86C29F9-31F0-4CBC-9430-512115312AFD}" destId="{5C0439AB-0255-4EF6-AFDF-7C490C7B4AA3}" srcOrd="0" destOrd="0" presId="urn:microsoft.com/office/officeart/2005/8/layout/process1"/>
    <dgm:cxn modelId="{1A5C74F2-E5A6-41D7-81B8-C7872FDD116C}" type="presOf" srcId="{8DA66D50-70B9-40B9-A086-7327ED5C5369}" destId="{C302578C-81C3-42A6-B2B1-D8BC938387F7}" srcOrd="0" destOrd="0" presId="urn:microsoft.com/office/officeart/2005/8/layout/process1"/>
    <dgm:cxn modelId="{F1703DFE-9645-4DC2-89EC-3B1FC72259A2}" srcId="{BAFEEF44-4767-4D3C-B911-9D8BFEFB886E}" destId="{8DA66D50-70B9-40B9-A086-7327ED5C5369}" srcOrd="4" destOrd="0" parTransId="{94C27709-E331-442E-B954-09301A71D3F6}" sibTransId="{74A04074-7DE5-4A97-8AD8-C1BB2699108D}"/>
    <dgm:cxn modelId="{16DBD834-0C77-4687-8302-B3C0DF3935B9}" type="presParOf" srcId="{7114879C-CA94-4B88-B72E-4150D9637B2D}" destId="{77B90A6C-2060-4953-B6F0-709F9FDD72DB}" srcOrd="0" destOrd="0" presId="urn:microsoft.com/office/officeart/2005/8/layout/process1"/>
    <dgm:cxn modelId="{AD3DA4FF-B88F-4D78-93D4-078EAAE12F70}" type="presParOf" srcId="{7114879C-CA94-4B88-B72E-4150D9637B2D}" destId="{80DA023A-D7B9-4BDD-BEBF-9381087C188D}" srcOrd="1" destOrd="0" presId="urn:microsoft.com/office/officeart/2005/8/layout/process1"/>
    <dgm:cxn modelId="{67C4D821-6F9F-4A00-BB96-8BE8637670E6}" type="presParOf" srcId="{80DA023A-D7B9-4BDD-BEBF-9381087C188D}" destId="{34212F02-1521-4A76-ACEF-09B8E626DBDA}" srcOrd="0" destOrd="0" presId="urn:microsoft.com/office/officeart/2005/8/layout/process1"/>
    <dgm:cxn modelId="{C7489697-AA92-40F4-B7BE-CBBB7513D7EA}" type="presParOf" srcId="{7114879C-CA94-4B88-B72E-4150D9637B2D}" destId="{5C0439AB-0255-4EF6-AFDF-7C490C7B4AA3}" srcOrd="2" destOrd="0" presId="urn:microsoft.com/office/officeart/2005/8/layout/process1"/>
    <dgm:cxn modelId="{E2578536-95AB-4E71-9829-25B16340AF53}" type="presParOf" srcId="{7114879C-CA94-4B88-B72E-4150D9637B2D}" destId="{F5740FD9-F923-416F-A7B5-EB6B70B6C8C1}" srcOrd="3" destOrd="0" presId="urn:microsoft.com/office/officeart/2005/8/layout/process1"/>
    <dgm:cxn modelId="{BE3DB449-F680-4321-9A80-1102E9DFF22F}" type="presParOf" srcId="{F5740FD9-F923-416F-A7B5-EB6B70B6C8C1}" destId="{17EFAC04-56B0-4022-B934-D9C189581BBA}" srcOrd="0" destOrd="0" presId="urn:microsoft.com/office/officeart/2005/8/layout/process1"/>
    <dgm:cxn modelId="{2C86EBCC-EEDD-4374-A7B4-4BD117B2694C}" type="presParOf" srcId="{7114879C-CA94-4B88-B72E-4150D9637B2D}" destId="{7944A39F-8E5E-4EA6-A9EF-51617411812E}" srcOrd="4" destOrd="0" presId="urn:microsoft.com/office/officeart/2005/8/layout/process1"/>
    <dgm:cxn modelId="{9B28384C-96F8-44F4-9AA8-EDA85A65E271}" type="presParOf" srcId="{7114879C-CA94-4B88-B72E-4150D9637B2D}" destId="{D6E052B8-8D32-47E3-9772-E56F0614A443}" srcOrd="5" destOrd="0" presId="urn:microsoft.com/office/officeart/2005/8/layout/process1"/>
    <dgm:cxn modelId="{3C9F1865-69CB-4F29-A933-FE446B2CD9F7}" type="presParOf" srcId="{D6E052B8-8D32-47E3-9772-E56F0614A443}" destId="{9360EDF8-CA96-4468-B966-DDA7E3F08EE6}" srcOrd="0" destOrd="0" presId="urn:microsoft.com/office/officeart/2005/8/layout/process1"/>
    <dgm:cxn modelId="{EB8066D6-CF27-447A-BAA6-7B05D4A68ED1}" type="presParOf" srcId="{7114879C-CA94-4B88-B72E-4150D9637B2D}" destId="{64201D91-0A94-4633-AFE1-A5293B216B3D}" srcOrd="6" destOrd="0" presId="urn:microsoft.com/office/officeart/2005/8/layout/process1"/>
    <dgm:cxn modelId="{642B5DEA-95A8-4713-9E62-98D1036C1DEA}" type="presParOf" srcId="{7114879C-CA94-4B88-B72E-4150D9637B2D}" destId="{9F593467-1E4F-4964-AA37-DD2836BFC9B5}" srcOrd="7" destOrd="0" presId="urn:microsoft.com/office/officeart/2005/8/layout/process1"/>
    <dgm:cxn modelId="{0AE736F8-3298-4634-8409-2C23B2E312FE}" type="presParOf" srcId="{9F593467-1E4F-4964-AA37-DD2836BFC9B5}" destId="{776673AF-0235-4B32-81B1-23CD6DF7369E}" srcOrd="0" destOrd="0" presId="urn:microsoft.com/office/officeart/2005/8/layout/process1"/>
    <dgm:cxn modelId="{66C13682-7D99-4EA3-88AC-D8BFFBD24EF9}" type="presParOf" srcId="{7114879C-CA94-4B88-B72E-4150D9637B2D}" destId="{C302578C-81C3-42A6-B2B1-D8BC938387F7}" srcOrd="8" destOrd="0" presId="urn:microsoft.com/office/officeart/2005/8/layout/process1"/>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B90A6C-2060-4953-B6F0-709F9FDD72DB}">
      <dsp:nvSpPr>
        <dsp:cNvPr id="0" name=""/>
        <dsp:cNvSpPr/>
      </dsp:nvSpPr>
      <dsp:spPr>
        <a:xfrm>
          <a:off x="5587"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C</a:t>
          </a:r>
          <a:r>
            <a:rPr lang="en-US" sz="1200" kern="1200" dirty="0">
              <a:solidFill>
                <a:srgbClr val="FFFFFF"/>
              </a:solidFill>
              <a:latin typeface=""/>
              <a:ea typeface="ＭＳ Ｐゴシック"/>
              <a:cs typeface="+mn-cs"/>
            </a:rPr>
            <a:t>ustomer</a:t>
          </a:r>
        </a:p>
      </dsp:txBody>
      <dsp:txXfrm>
        <a:off x="13581" y="7994"/>
        <a:ext cx="1716061" cy="256939"/>
      </dsp:txXfrm>
    </dsp:sp>
    <dsp:sp modelId="{80DA023A-D7B9-4BDD-BEBF-9381087C188D}">
      <dsp:nvSpPr>
        <dsp:cNvPr id="0" name=""/>
        <dsp:cNvSpPr/>
      </dsp:nvSpPr>
      <dsp:spPr>
        <a:xfrm>
          <a:off x="1910841"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1910841" y="54585"/>
        <a:ext cx="285316" cy="163757"/>
      </dsp:txXfrm>
    </dsp:sp>
    <dsp:sp modelId="{5C0439AB-0255-4EF6-AFDF-7C490C7B4AA3}">
      <dsp:nvSpPr>
        <dsp:cNvPr id="0" name=""/>
        <dsp:cNvSpPr/>
      </dsp:nvSpPr>
      <dsp:spPr>
        <a:xfrm>
          <a:off x="2430456"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O</a:t>
          </a:r>
          <a:r>
            <a:rPr lang="en-US" sz="1200" kern="1200" dirty="0">
              <a:solidFill>
                <a:srgbClr val="FFFFFF"/>
              </a:solidFill>
              <a:latin typeface=""/>
              <a:ea typeface="ＭＳ Ｐゴシック"/>
              <a:cs typeface="+mn-cs"/>
            </a:rPr>
            <a:t>utput</a:t>
          </a:r>
        </a:p>
      </dsp:txBody>
      <dsp:txXfrm>
        <a:off x="2438450" y="7994"/>
        <a:ext cx="1716061" cy="256939"/>
      </dsp:txXfrm>
    </dsp:sp>
    <dsp:sp modelId="{F5740FD9-F923-416F-A7B5-EB6B70B6C8C1}">
      <dsp:nvSpPr>
        <dsp:cNvPr id="0" name=""/>
        <dsp:cNvSpPr/>
      </dsp:nvSpPr>
      <dsp:spPr>
        <a:xfrm>
          <a:off x="4335710"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4335710" y="54585"/>
        <a:ext cx="285316" cy="163757"/>
      </dsp:txXfrm>
    </dsp:sp>
    <dsp:sp modelId="{7944A39F-8E5E-4EA6-A9EF-51617411812E}">
      <dsp:nvSpPr>
        <dsp:cNvPr id="0" name=""/>
        <dsp:cNvSpPr/>
      </dsp:nvSpPr>
      <dsp:spPr>
        <a:xfrm>
          <a:off x="4855324"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P</a:t>
          </a:r>
          <a:r>
            <a:rPr lang="en-US" sz="1200" kern="1200" dirty="0">
              <a:solidFill>
                <a:srgbClr val="FFFFFF"/>
              </a:solidFill>
              <a:latin typeface=""/>
              <a:ea typeface="ＭＳ Ｐゴシック"/>
              <a:cs typeface="+mn-cs"/>
            </a:rPr>
            <a:t>rocess</a:t>
          </a:r>
        </a:p>
      </dsp:txBody>
      <dsp:txXfrm>
        <a:off x="4863318" y="7994"/>
        <a:ext cx="1716061" cy="256939"/>
      </dsp:txXfrm>
    </dsp:sp>
    <dsp:sp modelId="{D6E052B8-8D32-47E3-9772-E56F0614A443}">
      <dsp:nvSpPr>
        <dsp:cNvPr id="0" name=""/>
        <dsp:cNvSpPr/>
      </dsp:nvSpPr>
      <dsp:spPr>
        <a:xfrm>
          <a:off x="6760578"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6760578" y="54585"/>
        <a:ext cx="285316" cy="163757"/>
      </dsp:txXfrm>
    </dsp:sp>
    <dsp:sp modelId="{64201D91-0A94-4633-AFE1-A5293B216B3D}">
      <dsp:nvSpPr>
        <dsp:cNvPr id="0" name=""/>
        <dsp:cNvSpPr/>
      </dsp:nvSpPr>
      <dsp:spPr>
        <a:xfrm>
          <a:off x="7280193"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I</a:t>
          </a:r>
          <a:r>
            <a:rPr lang="en-US" sz="1200" kern="1200" dirty="0">
              <a:solidFill>
                <a:srgbClr val="FFFFFF"/>
              </a:solidFill>
              <a:latin typeface=""/>
              <a:ea typeface="ＭＳ Ｐゴシック"/>
              <a:cs typeface="+mn-cs"/>
            </a:rPr>
            <a:t>nput</a:t>
          </a:r>
        </a:p>
      </dsp:txBody>
      <dsp:txXfrm>
        <a:off x="7288187" y="7994"/>
        <a:ext cx="1716061" cy="256939"/>
      </dsp:txXfrm>
    </dsp:sp>
    <dsp:sp modelId="{9F593467-1E4F-4964-AA37-DD2836BFC9B5}">
      <dsp:nvSpPr>
        <dsp:cNvPr id="0" name=""/>
        <dsp:cNvSpPr/>
      </dsp:nvSpPr>
      <dsp:spPr>
        <a:xfrm>
          <a:off x="9185447"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9185447" y="54585"/>
        <a:ext cx="285316" cy="163757"/>
      </dsp:txXfrm>
    </dsp:sp>
    <dsp:sp modelId="{C302578C-81C3-42A6-B2B1-D8BC938387F7}">
      <dsp:nvSpPr>
        <dsp:cNvPr id="0" name=""/>
        <dsp:cNvSpPr/>
      </dsp:nvSpPr>
      <dsp:spPr>
        <a:xfrm>
          <a:off x="9705062"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S</a:t>
          </a:r>
          <a:r>
            <a:rPr lang="en-US" sz="1200" kern="1200" dirty="0">
              <a:solidFill>
                <a:srgbClr val="FFFFFF"/>
              </a:solidFill>
              <a:latin typeface=""/>
              <a:ea typeface="ＭＳ Ｐゴシック"/>
              <a:cs typeface="+mn-cs"/>
            </a:rPr>
            <a:t>upplier</a:t>
          </a:r>
        </a:p>
      </dsp:txBody>
      <dsp:txXfrm>
        <a:off x="9713056" y="7994"/>
        <a:ext cx="1716061" cy="25693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6905625" y="0"/>
            <a:ext cx="5283200" cy="342900"/>
          </a:xfrm>
          <a:prstGeom prst="rect">
            <a:avLst/>
          </a:prstGeom>
        </p:spPr>
        <p:txBody>
          <a:bodyPr vert="horz" lIns="91440" tIns="45720" rIns="91440" bIns="45720" rtlCol="0"/>
          <a:lstStyle>
            <a:lvl1pPr algn="r">
              <a:defRPr sz="1200"/>
            </a:lvl1pPr>
          </a:lstStyle>
          <a:p>
            <a:fld id="{6D9754AE-697F-42A9-9719-8DA05FCEF8D3}" type="datetimeFigureOut">
              <a:rPr lang="en-US" smtClean="0"/>
              <a:t>11/2/2020</a:t>
            </a:fld>
            <a:endParaRPr lang="en-US"/>
          </a:p>
        </p:txBody>
      </p:sp>
      <p:sp>
        <p:nvSpPr>
          <p:cNvPr id="4" name="Footer Placeholder 3"/>
          <p:cNvSpPr>
            <a:spLocks noGrp="1"/>
          </p:cNvSpPr>
          <p:nvPr>
            <p:ph type="ftr" sz="quarter" idx="2"/>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6905625" y="6513513"/>
            <a:ext cx="5283200" cy="342900"/>
          </a:xfrm>
          <a:prstGeom prst="rect">
            <a:avLst/>
          </a:prstGeom>
        </p:spPr>
        <p:txBody>
          <a:bodyPr vert="horz" lIns="91440" tIns="45720" rIns="91440" bIns="45720" rtlCol="0" anchor="b"/>
          <a:lstStyle>
            <a:lvl1pPr algn="r">
              <a:defRPr sz="1200"/>
            </a:lvl1pPr>
          </a:lstStyle>
          <a:p>
            <a:fld id="{592C7473-1509-4028-BC30-349E7D217234}" type="slidenum">
              <a:rPr lang="en-US" smtClean="0"/>
              <a:t>‹#›</a:t>
            </a:fld>
            <a:endParaRPr lang="en-US"/>
          </a:p>
        </p:txBody>
      </p:sp>
    </p:spTree>
    <p:extLst>
      <p:ext uri="{BB962C8B-B14F-4D97-AF65-F5344CB8AC3E}">
        <p14:creationId xmlns:p14="http://schemas.microsoft.com/office/powerpoint/2010/main" val="3263135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3B7A983-4704-4D9A-98C7-187086649296}" type="datetimeFigureOut">
              <a:rPr lang="en-IN" smtClean="0"/>
              <a:t>02-11-2020</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E9718DD-4AAF-4D8A-BA7D-B91CCB27E3C3}" type="slidenum">
              <a:rPr lang="en-IN" smtClean="0"/>
              <a:t>‹#›</a:t>
            </a:fld>
            <a:endParaRPr lang="en-IN"/>
          </a:p>
        </p:txBody>
      </p:sp>
    </p:spTree>
    <p:extLst>
      <p:ext uri="{BB962C8B-B14F-4D97-AF65-F5344CB8AC3E}">
        <p14:creationId xmlns:p14="http://schemas.microsoft.com/office/powerpoint/2010/main" val="636301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38600" y="857250"/>
            <a:ext cx="4114800" cy="2314575"/>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Commodities and Global Markets</a:t>
            </a:r>
          </a:p>
        </p:txBody>
      </p:sp>
      <p:sp>
        <p:nvSpPr>
          <p:cNvPr id="4" name="Slide Number Placeholder 3"/>
          <p:cNvSpPr>
            <a:spLocks noGrp="1"/>
          </p:cNvSpPr>
          <p:nvPr>
            <p:ph type="sldNum" sz="quarter" idx="10"/>
          </p:nvPr>
        </p:nvSpPr>
        <p:spPr/>
        <p:txBody>
          <a:bodyPr/>
          <a:lstStyle/>
          <a:p>
            <a:fld id="{331F72DE-A768-448A-A6D6-35C918E7D505}"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10650023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1.xml"/><Relationship Id="rId4" Type="http://schemas.openxmlformats.org/officeDocument/2006/relationships/image" Target="../media/image1.tif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1.xml"/><Relationship Id="rId4" Type="http://schemas.openxmlformats.org/officeDocument/2006/relationships/image" Target="../media/image1.tif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21.jpe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838"/>
            <a:ext cx="12209991" cy="6869837"/>
          </a:xfrm>
          <a:prstGeom prst="rect">
            <a:avLst/>
          </a:prstGeom>
        </p:spPr>
      </p:pic>
      <p:sp>
        <p:nvSpPr>
          <p:cNvPr id="16" name="Text Placeholder 15"/>
          <p:cNvSpPr>
            <a:spLocks noGrp="1"/>
          </p:cNvSpPr>
          <p:nvPr>
            <p:ph type="body" sz="quarter" idx="13" hasCustomPrompt="1"/>
          </p:nvPr>
        </p:nvSpPr>
        <p:spPr>
          <a:xfrm>
            <a:off x="3182233" y="4175579"/>
            <a:ext cx="6459537" cy="1828800"/>
          </a:xfrm>
          <a:prstGeom prst="rect">
            <a:avLst/>
          </a:prstGeom>
        </p:spPr>
        <p:txBody>
          <a:bodyPr/>
          <a:lstStyle>
            <a:lvl1pPr>
              <a:lnSpc>
                <a:spcPts val="2200"/>
              </a:lnSpc>
              <a:defRPr sz="2000">
                <a:solidFill>
                  <a:schemeClr val="accent6"/>
                </a:solidFill>
                <a:latin typeface="+mj-lt"/>
              </a:defRPr>
            </a:lvl1pPr>
            <a:lvl2pPr algn="l">
              <a:defRPr/>
            </a:lvl2pPr>
          </a:lstStyle>
          <a:p>
            <a:pPr lvl="0"/>
            <a:r>
              <a:rPr lang="en-US" dirty="0"/>
              <a:t>Second level</a:t>
            </a:r>
          </a:p>
          <a:p>
            <a:pPr lvl="0"/>
            <a:r>
              <a:rPr lang="en-US" dirty="0"/>
              <a:t>Third level</a:t>
            </a:r>
          </a:p>
        </p:txBody>
      </p:sp>
      <p:sp>
        <p:nvSpPr>
          <p:cNvPr id="7" name="Text Placeholder 6"/>
          <p:cNvSpPr>
            <a:spLocks noGrp="1"/>
          </p:cNvSpPr>
          <p:nvPr>
            <p:ph type="body" sz="quarter" idx="10" hasCustomPrompt="1"/>
          </p:nvPr>
        </p:nvSpPr>
        <p:spPr>
          <a:xfrm>
            <a:off x="3182233" y="2008094"/>
            <a:ext cx="6858000" cy="381000"/>
          </a:xfrm>
          <a:prstGeom prst="rect">
            <a:avLst/>
          </a:prstGeom>
        </p:spPr>
        <p:txBody>
          <a:bodyPr/>
          <a:lstStyle>
            <a:lvl1pPr>
              <a:defRPr sz="2000" baseline="0">
                <a:solidFill>
                  <a:schemeClr val="accent6"/>
                </a:solidFill>
                <a:latin typeface="+mj-lt"/>
              </a:defRPr>
            </a:lvl1pPr>
          </a:lstStyle>
          <a:p>
            <a:pPr lvl="0"/>
            <a:r>
              <a:rPr lang="en-US" dirty="0"/>
              <a:t>Click to edit text</a:t>
            </a:r>
          </a:p>
        </p:txBody>
      </p:sp>
      <p:pic>
        <p:nvPicPr>
          <p:cNvPr id="8" name="Picture 7"/>
          <p:cNvPicPr>
            <a:picLocks noChangeAspect="1"/>
          </p:cNvPicPr>
          <p:nvPr userDrawn="1"/>
        </p:nvPicPr>
        <p:blipFill>
          <a:blip r:embed="rId3"/>
          <a:stretch>
            <a:fillRect/>
          </a:stretch>
        </p:blipFill>
        <p:spPr>
          <a:xfrm>
            <a:off x="9753600" y="475034"/>
            <a:ext cx="1979794" cy="728362"/>
          </a:xfrm>
          <a:prstGeom prst="rect">
            <a:avLst/>
          </a:prstGeom>
        </p:spPr>
      </p:pic>
      <p:sp>
        <p:nvSpPr>
          <p:cNvPr id="10" name="Title 4"/>
          <p:cNvSpPr txBox="1">
            <a:spLocks/>
          </p:cNvSpPr>
          <p:nvPr userDrawn="1"/>
        </p:nvSpPr>
        <p:spPr>
          <a:xfrm>
            <a:off x="457200" y="6408032"/>
            <a:ext cx="5129684" cy="256233"/>
          </a:xfrm>
          <a:prstGeom prst="rect">
            <a:avLst/>
          </a:prstGeom>
        </p:spPr>
        <p:txBody>
          <a:bodyPr lIns="0" tIns="0" rIns="0" bIns="0"/>
          <a:lstStyle>
            <a:lvl1pPr algn="l" defTabSz="914400" rtl="0" eaLnBrk="1" latinLnBrk="0" hangingPunct="1">
              <a:lnSpc>
                <a:spcPct val="90000"/>
              </a:lnSpc>
              <a:spcBef>
                <a:spcPct val="0"/>
              </a:spcBef>
              <a:buNone/>
              <a:defRPr sz="3000" kern="1200">
                <a:solidFill>
                  <a:srgbClr val="053061"/>
                </a:solidFill>
                <a:latin typeface="Georgia" charset="0"/>
                <a:ea typeface="Georgia" charset="0"/>
                <a:cs typeface="Georgia" charset="0"/>
              </a:defRPr>
            </a:lvl1pPr>
          </a:lstStyle>
          <a:p>
            <a:r>
              <a:rPr lang="en-US" sz="800" dirty="0">
                <a:solidFill>
                  <a:srgbClr val="44546A"/>
                </a:solidFill>
                <a:latin typeface="+mn-lt"/>
                <a:ea typeface="Calibri" charset="0"/>
                <a:cs typeface="Calibri" charset="0"/>
              </a:rPr>
              <a:t>® 2017 Copyright </a:t>
            </a:r>
            <a:r>
              <a:rPr lang="en-US" sz="800" dirty="0" err="1">
                <a:solidFill>
                  <a:srgbClr val="44546A"/>
                </a:solidFill>
                <a:latin typeface="+mn-lt"/>
                <a:ea typeface="Calibri" charset="0"/>
                <a:cs typeface="Calibri" charset="0"/>
              </a:rPr>
              <a:t>Genpact</a:t>
            </a:r>
            <a:r>
              <a:rPr lang="en-US" sz="800" dirty="0">
                <a:solidFill>
                  <a:srgbClr val="44546A"/>
                </a:solidFill>
                <a:latin typeface="+mn-lt"/>
                <a:ea typeface="Calibri" charset="0"/>
                <a:cs typeface="Calibri" charset="0"/>
              </a:rPr>
              <a:t>. All Rights Reserved.</a:t>
            </a:r>
          </a:p>
        </p:txBody>
      </p:sp>
      <p:sp>
        <p:nvSpPr>
          <p:cNvPr id="5" name="Text Placeholder 4"/>
          <p:cNvSpPr>
            <a:spLocks noGrp="1"/>
          </p:cNvSpPr>
          <p:nvPr>
            <p:ph type="body" sz="quarter" idx="14" hasCustomPrompt="1"/>
          </p:nvPr>
        </p:nvSpPr>
        <p:spPr>
          <a:xfrm>
            <a:off x="3182233" y="2597150"/>
            <a:ext cx="6876167" cy="1447800"/>
          </a:xfrm>
          <a:prstGeom prst="rect">
            <a:avLst/>
          </a:prstGeom>
        </p:spPr>
        <p:txBody>
          <a:bodyPr/>
          <a:lstStyle>
            <a:lvl1pPr>
              <a:lnSpc>
                <a:spcPts val="5100"/>
              </a:lnSpc>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1pPr>
            <a:lvl2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2pPr>
            <a:lvl3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3pPr>
            <a:lvl4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4pPr>
            <a:lvl5pPr>
              <a:defRPr kumimoji="0" lang="en-US" sz="4800" b="0" i="0" u="none" strike="noStrike" kern="1200" cap="none" spc="0" normalizeH="0" baseline="0" dirty="0">
                <a:ln>
                  <a:noFill/>
                </a:ln>
                <a:solidFill>
                  <a:schemeClr val="accent6"/>
                </a:solidFill>
                <a:effectLst/>
                <a:uLnTx/>
                <a:uFillTx/>
                <a:latin typeface="Georgia" charset="0"/>
                <a:ea typeface="+mn-ea"/>
                <a:cs typeface="+mn-cs"/>
              </a:defRPr>
            </a:lvl5pPr>
          </a:lstStyle>
          <a:p>
            <a:pPr lvl="0"/>
            <a:r>
              <a:rPr lang="en-US" dirty="0"/>
              <a:t>Click to edit title text</a:t>
            </a:r>
          </a:p>
        </p:txBody>
      </p:sp>
    </p:spTree>
    <p:extLst>
      <p:ext uri="{BB962C8B-B14F-4D97-AF65-F5344CB8AC3E}">
        <p14:creationId xmlns:p14="http://schemas.microsoft.com/office/powerpoint/2010/main" val="3926341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Option 1">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72513"/>
          </a:xfrm>
          <a:prstGeom prst="rect">
            <a:avLst/>
          </a:prstGeom>
        </p:spPr>
      </p:pic>
      <p:sp>
        <p:nvSpPr>
          <p:cNvPr id="4" name="Text Placeholder 3"/>
          <p:cNvSpPr>
            <a:spLocks noGrp="1"/>
          </p:cNvSpPr>
          <p:nvPr>
            <p:ph type="body" sz="quarter" idx="10" hasCustomPrompt="1"/>
          </p:nvPr>
        </p:nvSpPr>
        <p:spPr>
          <a:xfrm>
            <a:off x="464594" y="468090"/>
            <a:ext cx="4114800" cy="533400"/>
          </a:xfrm>
          <a:prstGeom prst="rect">
            <a:avLst/>
          </a:prstGeom>
        </p:spPr>
        <p:txBody>
          <a:bodyPr/>
          <a:lstStyle>
            <a:lvl1pPr>
              <a:defRPr sz="3200">
                <a:solidFill>
                  <a:schemeClr val="bg1"/>
                </a:solidFill>
                <a:latin typeface="+mj-lt"/>
              </a:defRPr>
            </a:lvl1pPr>
          </a:lstStyle>
          <a:p>
            <a:r>
              <a:rPr lang="en-US" sz="3200" dirty="0">
                <a:solidFill>
                  <a:schemeClr val="bg1"/>
                </a:solidFill>
              </a:rPr>
              <a:t>Agenda</a:t>
            </a:r>
            <a:r>
              <a:rPr lang="ko-KR" altLang="en-US" sz="3200" dirty="0">
                <a:solidFill>
                  <a:schemeClr val="bg1"/>
                </a:solidFill>
              </a:rPr>
              <a:t> </a:t>
            </a:r>
            <a:r>
              <a:rPr lang="en-US" altLang="ko-KR" sz="3200" dirty="0">
                <a:solidFill>
                  <a:schemeClr val="bg1"/>
                </a:solidFill>
              </a:rPr>
              <a:t>opt 1</a:t>
            </a:r>
            <a:endParaRPr lang="en-US" sz="3200" dirty="0">
              <a:solidFill>
                <a:schemeClr val="bg1"/>
              </a:solidFill>
            </a:endParaRPr>
          </a:p>
        </p:txBody>
      </p:sp>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2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7" name="TextBox 2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sp>
        <p:nvSpPr>
          <p:cNvPr id="8" name="Text Placeholder 5"/>
          <p:cNvSpPr>
            <a:spLocks noGrp="1"/>
          </p:cNvSpPr>
          <p:nvPr>
            <p:ph type="body" sz="quarter" idx="11" hasCustomPrompt="1"/>
          </p:nvPr>
        </p:nvSpPr>
        <p:spPr>
          <a:xfrm>
            <a:off x="464594" y="1828800"/>
            <a:ext cx="9067800" cy="434340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000">
                <a:solidFill>
                  <a:schemeClr val="bg1"/>
                </a:solidFill>
              </a:defRPr>
            </a:lvl1pPr>
            <a:lvl2pPr>
              <a:defRPr sz="2200">
                <a:solidFill>
                  <a:schemeClr val="bg1"/>
                </a:solidFill>
              </a:defRPr>
            </a:lvl2pPr>
            <a:lvl3pPr>
              <a:defRPr sz="1600">
                <a:solidFill>
                  <a:schemeClr val="bg1"/>
                </a:solidFill>
              </a:defRPr>
            </a:lvl3pPr>
            <a:lvl4pPr>
              <a:defRPr sz="2000">
                <a:solidFill>
                  <a:schemeClr val="bg1"/>
                </a:solidFill>
              </a:defRPr>
            </a:lvl4pPr>
            <a:lvl5pPr>
              <a:defRPr sz="2000">
                <a:solidFill>
                  <a:schemeClr val="bg1"/>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Georgia" charset="0"/>
                <a:ea typeface="Georgia" charset="0"/>
                <a:cs typeface="Georgia" charset="0"/>
              </a:rPr>
              <a:t>Lorem ipsum dolor sit </a:t>
            </a:r>
            <a:r>
              <a:rPr kumimoji="0" lang="en-US" sz="2000" b="0" i="0" u="none" strike="noStrike" kern="1200" cap="none" spc="0" normalizeH="0" baseline="0" noProof="0" dirty="0" err="1">
                <a:ln>
                  <a:noFill/>
                </a:ln>
                <a:solidFill>
                  <a:schemeClr val="bg1"/>
                </a:solidFill>
                <a:effectLst/>
                <a:uLnTx/>
                <a:uFillTx/>
                <a:latin typeface="Georgia" charset="0"/>
                <a:ea typeface="Georgia" charset="0"/>
                <a:cs typeface="Georgia" charset="0"/>
              </a:rPr>
              <a:t>amet</a:t>
            </a:r>
            <a:r>
              <a:rPr lang="en-US" dirty="0"/>
              <a:t>						1</a:t>
            </a:r>
          </a:p>
          <a:p>
            <a:pPr marL="914400" marR="0" lvl="2" indent="0" algn="l" defTabSz="914400" rtl="0" eaLnBrk="1" fontAlgn="auto" latinLnBrk="0" hangingPunct="1">
              <a:lnSpc>
                <a:spcPct val="100000"/>
              </a:lnSpc>
              <a:spcBef>
                <a:spcPts val="0"/>
              </a:spcBef>
              <a:spcAft>
                <a:spcPts val="0"/>
              </a:spcAft>
              <a:buClrTx/>
              <a:buSzTx/>
              <a:buFontTx/>
              <a:buNone/>
              <a:tabLst/>
              <a:defRPr/>
            </a:pPr>
            <a:endParaRPr lang="en-US" sz="2000" dirty="0">
              <a:solidFill>
                <a:schemeClr val="bg1"/>
              </a:solidFill>
              <a:latin typeface="Georgia" charset="0"/>
              <a:ea typeface="Georgia" charset="0"/>
              <a:cs typeface="Georgia" charset="0"/>
            </a:endParaRPr>
          </a:p>
        </p:txBody>
      </p:sp>
    </p:spTree>
    <p:extLst>
      <p:ext uri="{BB962C8B-B14F-4D97-AF65-F5344CB8AC3E}">
        <p14:creationId xmlns:p14="http://schemas.microsoft.com/office/powerpoint/2010/main" val="1451723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Slide Option 2">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4" name="Text Placeholder 3"/>
          <p:cNvSpPr>
            <a:spLocks noGrp="1"/>
          </p:cNvSpPr>
          <p:nvPr>
            <p:ph type="body" sz="quarter" idx="10" hasCustomPrompt="1"/>
          </p:nvPr>
        </p:nvSpPr>
        <p:spPr>
          <a:xfrm>
            <a:off x="464594" y="468090"/>
            <a:ext cx="4114800" cy="533400"/>
          </a:xfrm>
          <a:prstGeom prst="rect">
            <a:avLst/>
          </a:prstGeom>
        </p:spPr>
        <p:txBody>
          <a:bodyPr/>
          <a:lstStyle>
            <a:lvl1pPr>
              <a:defRPr sz="3200">
                <a:solidFill>
                  <a:schemeClr val="bg1"/>
                </a:solidFill>
                <a:latin typeface="+mj-lt"/>
              </a:defRPr>
            </a:lvl1pPr>
          </a:lstStyle>
          <a:p>
            <a:r>
              <a:rPr lang="en-US" sz="3200" dirty="0">
                <a:solidFill>
                  <a:schemeClr val="bg1"/>
                </a:solidFill>
              </a:rPr>
              <a:t>Agenda</a:t>
            </a:r>
            <a:r>
              <a:rPr lang="ko-KR" altLang="en-US" sz="3200" dirty="0">
                <a:solidFill>
                  <a:schemeClr val="bg1"/>
                </a:solidFill>
              </a:rPr>
              <a:t> </a:t>
            </a:r>
            <a:r>
              <a:rPr lang="en-US" altLang="ko-KR" sz="3200" dirty="0">
                <a:solidFill>
                  <a:schemeClr val="bg1"/>
                </a:solidFill>
              </a:rPr>
              <a:t>opt 1</a:t>
            </a:r>
            <a:endParaRPr lang="en-US" sz="3200" dirty="0">
              <a:solidFill>
                <a:schemeClr val="bg1"/>
              </a:solidFill>
            </a:endParaRPr>
          </a:p>
        </p:txBody>
      </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2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7" name="TextBox 2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sp>
        <p:nvSpPr>
          <p:cNvPr id="9" name="Text Placeholder 2"/>
          <p:cNvSpPr>
            <a:spLocks noGrp="1"/>
          </p:cNvSpPr>
          <p:nvPr>
            <p:ph type="body" sz="quarter" idx="11" hasCustomPrompt="1"/>
          </p:nvPr>
        </p:nvSpPr>
        <p:spPr>
          <a:xfrm>
            <a:off x="464594" y="1828800"/>
            <a:ext cx="9067800" cy="4343400"/>
          </a:xfrm>
          <a:prstGeom prst="rect">
            <a:avLst/>
          </a:prstGeom>
        </p:spPr>
        <p:txBody>
          <a:bodyPr/>
          <a:lstStyle>
            <a:lvl1pPr>
              <a:defRPr sz="2000">
                <a:solidFill>
                  <a:schemeClr val="bg1"/>
                </a:solidFill>
              </a:defRPr>
            </a:lvl1pPr>
          </a:lstStyle>
          <a:p>
            <a:pPr lvl="0"/>
            <a:r>
              <a:rPr lang="en-US" dirty="0"/>
              <a:t>Lorem ipsum dolor sit </a:t>
            </a:r>
            <a:r>
              <a:rPr lang="en-US" dirty="0" err="1"/>
              <a:t>amet</a:t>
            </a:r>
            <a:r>
              <a:rPr lang="en-US" dirty="0"/>
              <a:t>					1</a:t>
            </a:r>
          </a:p>
          <a:p>
            <a:pPr lvl="2"/>
            <a:endParaRPr lang="en-US" dirty="0"/>
          </a:p>
          <a:p>
            <a:endParaRPr lang="en-US" dirty="0"/>
          </a:p>
        </p:txBody>
      </p:sp>
    </p:spTree>
    <p:extLst>
      <p:ext uri="{BB962C8B-B14F-4D97-AF65-F5344CB8AC3E}">
        <p14:creationId xmlns:p14="http://schemas.microsoft.com/office/powerpoint/2010/main" val="3711868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Slide Option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5" y="0"/>
            <a:ext cx="12188950" cy="6857999"/>
          </a:xfrm>
          <a:prstGeom prst="rect">
            <a:avLst/>
          </a:prstGeom>
        </p:spPr>
      </p:pic>
      <p:pic>
        <p:nvPicPr>
          <p:cNvPr id="26" name="Picture 25"/>
          <p:cNvPicPr>
            <a:picLocks noChangeAspect="1"/>
          </p:cNvPicPr>
          <p:nvPr userDrawn="1"/>
        </p:nvPicPr>
        <p:blipFill>
          <a:blip r:embed="rId3"/>
          <a:stretch>
            <a:fillRect/>
          </a:stretch>
        </p:blipFill>
        <p:spPr>
          <a:xfrm>
            <a:off x="10893034" y="6462131"/>
            <a:ext cx="839972" cy="309081"/>
          </a:xfrm>
          <a:prstGeom prst="rect">
            <a:avLst/>
          </a:prstGeom>
        </p:spPr>
      </p:pic>
      <p:sp>
        <p:nvSpPr>
          <p:cNvPr id="29" name="Text Placeholder 28"/>
          <p:cNvSpPr>
            <a:spLocks noGrp="1"/>
          </p:cNvSpPr>
          <p:nvPr>
            <p:ph type="body" sz="quarter" idx="10" hasCustomPrompt="1"/>
          </p:nvPr>
        </p:nvSpPr>
        <p:spPr>
          <a:xfrm>
            <a:off x="464594" y="468090"/>
            <a:ext cx="3276600" cy="609600"/>
          </a:xfrm>
          <a:prstGeom prst="rect">
            <a:avLst/>
          </a:prstGeom>
        </p:spPr>
        <p:txBody>
          <a:bodyPr/>
          <a:lstStyle>
            <a:lvl1pPr>
              <a:defRPr sz="3200">
                <a:solidFill>
                  <a:schemeClr val="accent6"/>
                </a:solidFill>
              </a:defRPr>
            </a:lvl1pPr>
          </a:lstStyle>
          <a:p>
            <a:pPr lvl="0"/>
            <a:r>
              <a:rPr lang="en-US" dirty="0"/>
              <a:t>Agenda opt 3</a:t>
            </a:r>
            <a:endParaRPr lang="en-IN" dirty="0"/>
          </a:p>
        </p:txBody>
      </p:sp>
      <p:sp>
        <p:nvSpPr>
          <p:cNvPr id="32" name="Text Placeholder 31"/>
          <p:cNvSpPr>
            <a:spLocks noGrp="1"/>
          </p:cNvSpPr>
          <p:nvPr>
            <p:ph type="body" sz="quarter" idx="11" hasCustomPrompt="1"/>
          </p:nvPr>
        </p:nvSpPr>
        <p:spPr>
          <a:xfrm>
            <a:off x="464594" y="1828800"/>
            <a:ext cx="10283434" cy="3429000"/>
          </a:xfrm>
          <a:prstGeom prst="rect">
            <a:avLst/>
          </a:prstGeom>
        </p:spPr>
        <p:txBody>
          <a:bodyPr/>
          <a:lstStyle>
            <a:lvl1pPr>
              <a:defRPr sz="2000">
                <a:solidFill>
                  <a:schemeClr val="accent6"/>
                </a:solidFill>
              </a:defRPr>
            </a:lvl1pPr>
            <a:lvl2pPr>
              <a:defRPr sz="1800">
                <a:solidFill>
                  <a:srgbClr val="073262"/>
                </a:solidFill>
              </a:defRPr>
            </a:lvl2pPr>
            <a:lvl3pPr>
              <a:defRPr sz="1600">
                <a:solidFill>
                  <a:schemeClr val="tx2"/>
                </a:solidFill>
              </a:defRPr>
            </a:lvl3pPr>
            <a:lvl4pPr>
              <a:defRPr sz="2000">
                <a:solidFill>
                  <a:schemeClr val="tx2"/>
                </a:solidFill>
              </a:defRPr>
            </a:lvl4pPr>
            <a:lvl5pPr>
              <a:defRPr sz="2000">
                <a:solidFill>
                  <a:schemeClr val="tx2"/>
                </a:solidFill>
              </a:defRPr>
            </a:lvl5pPr>
          </a:lstStyle>
          <a:p>
            <a:pPr lvl="0"/>
            <a:r>
              <a:rPr lang="en-US" dirty="0"/>
              <a:t>Lorem ipsum dolor sit </a:t>
            </a:r>
            <a:r>
              <a:rPr lang="en-US" dirty="0" err="1"/>
              <a:t>amet</a:t>
            </a:r>
            <a:r>
              <a:rPr lang="en-US" dirty="0"/>
              <a:t>					1</a:t>
            </a:r>
          </a:p>
          <a:p>
            <a:pPr lvl="2"/>
            <a:endParaRPr lang="en-US" dirty="0"/>
          </a:p>
        </p:txBody>
      </p:sp>
      <p:sp>
        <p:nvSpPr>
          <p:cNvPr id="4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2" name="TextBox 4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spTree>
    <p:extLst>
      <p:ext uri="{BB962C8B-B14F-4D97-AF65-F5344CB8AC3E}">
        <p14:creationId xmlns:p14="http://schemas.microsoft.com/office/powerpoint/2010/main" val="3145924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Slide Option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6" y="0"/>
            <a:ext cx="12188948" cy="6872512"/>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 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640261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Option 2">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7" y="0"/>
            <a:ext cx="12188946" cy="6872511"/>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prstClr val="white"/>
                </a:solidFill>
                <a:latin typeface="+mn-lt"/>
              </a:rPr>
              <a:pPr/>
              <a:t>‹#›</a:t>
            </a:fld>
            <a:endParaRPr lang="en-US" b="1" dirty="0">
              <a:solidFill>
                <a:prstClr val="white"/>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prstClr val="white"/>
                </a:solidFill>
                <a:latin typeface="+mn-lt"/>
                <a:ea typeface="Georgia" charset="0"/>
                <a:cs typeface="Georgia" charset="0"/>
              </a:rPr>
              <a:t>® 2017 Copyright </a:t>
            </a:r>
            <a:r>
              <a:rPr lang="en-US" sz="800" dirty="0" err="1">
                <a:solidFill>
                  <a:prstClr val="white"/>
                </a:solidFill>
                <a:latin typeface="+mn-lt"/>
                <a:ea typeface="Georgia" charset="0"/>
                <a:cs typeface="Georgia" charset="0"/>
              </a:rPr>
              <a:t>Genpact</a:t>
            </a:r>
            <a:r>
              <a:rPr lang="en-US" sz="800" dirty="0">
                <a:solidFill>
                  <a:prstClr val="white"/>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a:t>
            </a:r>
          </a:p>
          <a:p>
            <a:r>
              <a:rPr lang="en-US" sz="4800" dirty="0">
                <a:solidFill>
                  <a:schemeClr val="bg1"/>
                </a:solidFill>
              </a:rPr>
              <a:t>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2755596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Option 3">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7" y="0"/>
            <a:ext cx="12188946" cy="6872510"/>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 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1503546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4">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l="57346"/>
          <a:stretch/>
        </p:blipFill>
        <p:spPr>
          <a:xfrm>
            <a:off x="6980347" y="0"/>
            <a:ext cx="5210123" cy="6872508"/>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rgbClr val="073262"/>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
        <p:nvSpPr>
          <p:cNvPr id="7" name="Text Placeholder 6"/>
          <p:cNvSpPr>
            <a:spLocks noGrp="1"/>
          </p:cNvSpPr>
          <p:nvPr>
            <p:ph type="body" sz="quarter" idx="12" hasCustomPrompt="1"/>
          </p:nvPr>
        </p:nvSpPr>
        <p:spPr>
          <a:xfrm>
            <a:off x="474118" y="2531240"/>
            <a:ext cx="7086600" cy="1447800"/>
          </a:xfrm>
          <a:prstGeom prst="rect">
            <a:avLst/>
          </a:prstGeom>
        </p:spPr>
        <p:txBody>
          <a:bodyPr anchor="ctr"/>
          <a:lstStyle>
            <a:lvl1pPr>
              <a:defRPr sz="4800">
                <a:solidFill>
                  <a:srgbClr val="073262"/>
                </a:solidFill>
              </a:defRPr>
            </a:lvl1pPr>
            <a:lvl2pPr>
              <a:defRPr sz="4800">
                <a:solidFill>
                  <a:schemeClr val="tx2"/>
                </a:solidFill>
              </a:defRPr>
            </a:lvl2pPr>
            <a:lvl3pPr>
              <a:defRPr sz="4800">
                <a:solidFill>
                  <a:schemeClr val="tx2"/>
                </a:solidFill>
              </a:defRPr>
            </a:lvl3pPr>
            <a:lvl4pPr>
              <a:defRPr sz="4800">
                <a:solidFill>
                  <a:schemeClr val="tx2"/>
                </a:solidFill>
              </a:defRPr>
            </a:lvl4pPr>
            <a:lvl5pPr>
              <a:defRPr sz="4800">
                <a:solidFill>
                  <a:schemeClr val="tx2"/>
                </a:solidFill>
              </a:defRPr>
            </a:lvl5pPr>
          </a:lstStyle>
          <a:p>
            <a:pPr lvl="0"/>
            <a:r>
              <a:rPr lang="en-US" dirty="0"/>
              <a:t>Divider slide options</a:t>
            </a:r>
          </a:p>
          <a:p>
            <a:pPr lvl="0"/>
            <a:r>
              <a:rPr lang="en-US" dirty="0"/>
              <a:t>Lorem ipsum dolor</a:t>
            </a:r>
            <a:endParaRPr lang="en-IN" dirty="0"/>
          </a:p>
        </p:txBody>
      </p:sp>
    </p:spTree>
    <p:extLst>
      <p:ext uri="{BB962C8B-B14F-4D97-AF65-F5344CB8AC3E}">
        <p14:creationId xmlns:p14="http://schemas.microsoft.com/office/powerpoint/2010/main" val="1665724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inter slide">
    <p:spTree>
      <p:nvGrpSpPr>
        <p:cNvPr id="1" name=""/>
        <p:cNvGrpSpPr/>
        <p:nvPr/>
      </p:nvGrpSpPr>
      <p:grpSpPr>
        <a:xfrm>
          <a:off x="0" y="0"/>
          <a:ext cx="0" cy="0"/>
          <a:chOff x="0" y="0"/>
          <a:chExt cx="0" cy="0"/>
        </a:xfrm>
      </p:grpSpPr>
      <p:sp>
        <p:nvSpPr>
          <p:cNvPr id="26" name="Text Placeholder 22"/>
          <p:cNvSpPr>
            <a:spLocks noGrp="1"/>
          </p:cNvSpPr>
          <p:nvPr>
            <p:ph type="body" sz="quarter" idx="13" hasCustomPrompt="1"/>
          </p:nvPr>
        </p:nvSpPr>
        <p:spPr>
          <a:xfrm>
            <a:off x="457200" y="1846944"/>
            <a:ext cx="11277600" cy="3892551"/>
          </a:xfrm>
          <a:prstGeom prst="rect">
            <a:avLst/>
          </a:prstGeom>
        </p:spPr>
        <p:txBody>
          <a:bodyPr anchor="t"/>
          <a:lstStyle>
            <a:lvl1pPr marL="285750" indent="-285750">
              <a:lnSpc>
                <a:spcPct val="100000"/>
              </a:lnSpc>
              <a:spcBef>
                <a:spcPts val="600"/>
              </a:spcBef>
              <a:spcAft>
                <a:spcPts val="600"/>
              </a:spcAft>
              <a:buClr>
                <a:srgbClr val="FF545F"/>
              </a:buClr>
              <a:buFont typeface="Wingdings" panose="05000000000000000000" pitchFamily="2" charset="2"/>
              <a:buChar char="§"/>
              <a:defRPr sz="1600">
                <a:solidFill>
                  <a:srgbClr val="063161"/>
                </a:solidFill>
                <a:latin typeface="Georgia" panose="02040502050405020303" pitchFamily="18" charset="0"/>
              </a:defRPr>
            </a:lvl1pPr>
            <a:lvl2pPr marL="742950" indent="-285750">
              <a:spcBef>
                <a:spcPts val="600"/>
              </a:spcBef>
              <a:spcAft>
                <a:spcPts val="600"/>
              </a:spcAft>
              <a:buClr>
                <a:srgbClr val="EA3946"/>
              </a:buClr>
              <a:buFont typeface="Arial" panose="020B0604020202020204" pitchFamily="34" charset="0"/>
              <a:buChar char="•"/>
              <a:defRPr sz="1600">
                <a:solidFill>
                  <a:srgbClr val="063161"/>
                </a:solidFill>
              </a:defRPr>
            </a:lvl2pPr>
            <a:lvl3pPr marL="1200150" indent="-285750">
              <a:spcBef>
                <a:spcPts val="600"/>
              </a:spcBef>
              <a:spcAft>
                <a:spcPts val="600"/>
              </a:spcAft>
              <a:buClr>
                <a:srgbClr val="C00000"/>
              </a:buClr>
              <a:buFont typeface="Georgia" panose="02040502050405020303" pitchFamily="18" charset="0"/>
              <a:buChar char="─"/>
              <a:defRPr sz="1200">
                <a:solidFill>
                  <a:srgbClr val="063161"/>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a:t>
            </a:r>
          </a:p>
          <a:p>
            <a:pPr lvl="1"/>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a:p>
            <a:pPr lvl="2"/>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 Nemo </a:t>
            </a:r>
            <a:r>
              <a:rPr lang="en-US" dirty="0" err="1"/>
              <a:t>enim</a:t>
            </a:r>
            <a:r>
              <a:rPr lang="en-US" dirty="0"/>
              <a:t> </a:t>
            </a:r>
            <a:r>
              <a:rPr lang="en-US" dirty="0" err="1"/>
              <a:t>ipsam</a:t>
            </a:r>
            <a:r>
              <a:rPr lang="en-US" dirty="0"/>
              <a:t> </a:t>
            </a:r>
            <a:r>
              <a:rPr lang="en-US" dirty="0" err="1"/>
              <a:t>voluptatem</a:t>
            </a:r>
            <a:r>
              <a:rPr lang="en-US" dirty="0"/>
              <a:t> </a:t>
            </a:r>
            <a:r>
              <a:rPr lang="en-US" dirty="0" err="1"/>
              <a:t>quia</a:t>
            </a:r>
            <a:r>
              <a:rPr lang="en-US" dirty="0"/>
              <a:t> </a:t>
            </a:r>
            <a:r>
              <a:rPr lang="en-US" dirty="0" err="1"/>
              <a:t>voluptas</a:t>
            </a:r>
            <a:r>
              <a:rPr lang="en-US" dirty="0"/>
              <a:t> sit </a:t>
            </a:r>
            <a:r>
              <a:rPr lang="en-US" dirty="0" err="1"/>
              <a:t>aspernatur</a:t>
            </a:r>
            <a:r>
              <a:rPr lang="en-US" dirty="0"/>
              <a:t> </a:t>
            </a:r>
            <a:r>
              <a:rPr lang="en-US" dirty="0" err="1"/>
              <a:t>aut</a:t>
            </a:r>
            <a:r>
              <a:rPr lang="en-US" dirty="0"/>
              <a:t> </a:t>
            </a:r>
            <a:r>
              <a:rPr lang="en-US" dirty="0" err="1"/>
              <a:t>odit</a:t>
            </a:r>
            <a:r>
              <a:rPr lang="en-US" dirty="0"/>
              <a:t> </a:t>
            </a:r>
            <a:r>
              <a:rPr lang="en-US" dirty="0" err="1"/>
              <a:t>aut</a:t>
            </a:r>
            <a:r>
              <a:rPr lang="en-US" dirty="0"/>
              <a:t> fugit, </a:t>
            </a:r>
            <a:r>
              <a:rPr lang="en-US" dirty="0" err="1"/>
              <a:t>sed</a:t>
            </a:r>
            <a:r>
              <a:rPr lang="en-US" dirty="0"/>
              <a:t> </a:t>
            </a:r>
            <a:r>
              <a:rPr lang="en-US" dirty="0" err="1"/>
              <a:t>quia</a:t>
            </a:r>
            <a:r>
              <a:rPr lang="en-US" dirty="0"/>
              <a:t> </a:t>
            </a:r>
            <a:r>
              <a:rPr lang="en-US" dirty="0" err="1"/>
              <a:t>consequuntur</a:t>
            </a:r>
            <a:r>
              <a:rPr lang="en-US" dirty="0"/>
              <a:t> </a:t>
            </a:r>
            <a:r>
              <a:rPr lang="en-US" dirty="0" err="1"/>
              <a:t>magni</a:t>
            </a:r>
            <a:r>
              <a:rPr lang="en-US" dirty="0"/>
              <a:t> </a:t>
            </a:r>
            <a:r>
              <a:rPr lang="en-US" dirty="0" err="1"/>
              <a:t>dolores</a:t>
            </a:r>
            <a:r>
              <a:rPr lang="en-US" dirty="0"/>
              <a:t> </a:t>
            </a:r>
            <a:r>
              <a:rPr lang="en-US" dirty="0" err="1"/>
              <a:t>eos</a:t>
            </a:r>
            <a:endParaRPr lang="en-US" dirty="0"/>
          </a:p>
          <a:p>
            <a:pPr lvl="0"/>
            <a:r>
              <a:rPr lang="en-US" dirty="0"/>
              <a:t>Qui </a:t>
            </a:r>
            <a:r>
              <a:rPr lang="en-US" dirty="0" err="1"/>
              <a:t>ratione</a:t>
            </a:r>
            <a:r>
              <a:rPr lang="en-US" dirty="0"/>
              <a:t> </a:t>
            </a:r>
            <a:r>
              <a:rPr lang="en-US" dirty="0" err="1"/>
              <a:t>voluptatem</a:t>
            </a:r>
            <a:r>
              <a:rPr lang="en-US" dirty="0"/>
              <a:t> </a:t>
            </a:r>
            <a:r>
              <a:rPr lang="en-US" dirty="0" err="1"/>
              <a:t>sequi</a:t>
            </a:r>
            <a:r>
              <a:rPr lang="en-US" dirty="0"/>
              <a:t> </a:t>
            </a:r>
            <a:r>
              <a:rPr lang="en-US" dirty="0" err="1"/>
              <a:t>nesciunt</a:t>
            </a:r>
            <a:r>
              <a:rPr lang="en-US" dirty="0"/>
              <a:t>. </a:t>
            </a:r>
            <a:r>
              <a:rPr lang="en-US" dirty="0" err="1"/>
              <a:t>Neque</a:t>
            </a:r>
            <a:r>
              <a:rPr lang="en-US" dirty="0"/>
              <a:t> </a:t>
            </a:r>
            <a:r>
              <a:rPr lang="en-US" dirty="0" err="1"/>
              <a:t>porro</a:t>
            </a:r>
            <a:r>
              <a:rPr lang="en-US" dirty="0"/>
              <a:t> </a:t>
            </a:r>
            <a:r>
              <a:rPr lang="en-US" dirty="0" err="1"/>
              <a:t>quisquam</a:t>
            </a:r>
            <a:r>
              <a:rPr lang="en-US" dirty="0"/>
              <a:t> </a:t>
            </a:r>
            <a:r>
              <a:rPr lang="en-US" dirty="0" err="1"/>
              <a:t>est</a:t>
            </a:r>
            <a:r>
              <a:rPr lang="en-US" dirty="0"/>
              <a:t>, qui </a:t>
            </a:r>
            <a:r>
              <a:rPr lang="en-US" dirty="0" err="1"/>
              <a:t>dolorem</a:t>
            </a:r>
            <a:r>
              <a:rPr lang="en-US" dirty="0"/>
              <a:t> ipsum </a:t>
            </a:r>
            <a:r>
              <a:rPr lang="en-US" dirty="0" err="1"/>
              <a:t>quia</a:t>
            </a:r>
            <a:r>
              <a:rPr lang="en-US" dirty="0"/>
              <a:t> dolor sit </a:t>
            </a:r>
            <a:r>
              <a:rPr lang="en-US" dirty="0" err="1"/>
              <a:t>amet</a:t>
            </a:r>
            <a:r>
              <a:rPr lang="en-US" dirty="0"/>
              <a:t>, </a:t>
            </a:r>
            <a:r>
              <a:rPr lang="en-US" dirty="0" err="1"/>
              <a:t>consectetur</a:t>
            </a:r>
            <a:r>
              <a:rPr lang="en-US" dirty="0"/>
              <a:t>, </a:t>
            </a:r>
            <a:r>
              <a:rPr lang="en-US" dirty="0" err="1"/>
              <a:t>adipisci</a:t>
            </a:r>
            <a:r>
              <a:rPr lang="en-US" dirty="0"/>
              <a:t> </a:t>
            </a:r>
            <a:r>
              <a:rPr lang="en-US" dirty="0" err="1"/>
              <a:t>velit</a:t>
            </a:r>
            <a:r>
              <a:rPr lang="en-US" dirty="0"/>
              <a:t>, </a:t>
            </a:r>
            <a:r>
              <a:rPr lang="en-US" dirty="0" err="1"/>
              <a:t>sed</a:t>
            </a:r>
            <a:r>
              <a:rPr lang="en-US" dirty="0"/>
              <a:t> </a:t>
            </a:r>
            <a:r>
              <a:rPr lang="en-US" dirty="0" err="1"/>
              <a:t>quia</a:t>
            </a:r>
            <a:r>
              <a:rPr lang="en-US" dirty="0"/>
              <a:t> non </a:t>
            </a:r>
            <a:r>
              <a:rPr lang="en-US" dirty="0" err="1"/>
              <a:t>numquam</a:t>
            </a:r>
            <a:r>
              <a:rPr lang="en-US" dirty="0"/>
              <a:t> </a:t>
            </a:r>
            <a:r>
              <a:rPr lang="en-US" dirty="0" err="1"/>
              <a:t>eius</a:t>
            </a:r>
            <a:r>
              <a:rPr lang="en-US" dirty="0"/>
              <a:t> </a:t>
            </a:r>
            <a:r>
              <a:rPr lang="en-US" dirty="0" err="1"/>
              <a:t>modi</a:t>
            </a:r>
            <a:r>
              <a:rPr lang="en-US" dirty="0"/>
              <a:t> </a:t>
            </a:r>
            <a:r>
              <a:rPr lang="en-US" dirty="0" err="1"/>
              <a:t>tempora</a:t>
            </a:r>
            <a:r>
              <a:rPr lang="en-US" dirty="0"/>
              <a:t> </a:t>
            </a:r>
            <a:r>
              <a:rPr lang="en-US" dirty="0" err="1"/>
              <a:t>incidunt</a:t>
            </a:r>
            <a:r>
              <a:rPr lang="en-US" dirty="0"/>
              <a:t> </a:t>
            </a:r>
            <a:r>
              <a:rPr lang="en-US" dirty="0" err="1"/>
              <a:t>ut</a:t>
            </a:r>
            <a:r>
              <a:rPr lang="en-US" dirty="0"/>
              <a:t> </a:t>
            </a:r>
            <a:r>
              <a:rPr lang="en-US" dirty="0" err="1"/>
              <a:t>labore</a:t>
            </a:r>
            <a:r>
              <a:rPr lang="en-US" dirty="0"/>
              <a:t> et </a:t>
            </a:r>
            <a:r>
              <a:rPr lang="en-US" dirty="0" err="1"/>
              <a:t>dolore</a:t>
            </a:r>
            <a:r>
              <a:rPr lang="en-US" dirty="0"/>
              <a:t> </a:t>
            </a:r>
            <a:r>
              <a:rPr lang="en-US" dirty="0" err="1"/>
              <a:t>magnam</a:t>
            </a:r>
            <a:r>
              <a:rPr lang="en-US" dirty="0"/>
              <a:t> </a:t>
            </a:r>
            <a:r>
              <a:rPr lang="en-US" dirty="0" err="1"/>
              <a:t>aliquam</a:t>
            </a:r>
            <a:r>
              <a:rPr lang="en-US" dirty="0"/>
              <a:t> </a:t>
            </a:r>
            <a:r>
              <a:rPr lang="en-US" dirty="0" err="1"/>
              <a:t>quaerat</a:t>
            </a:r>
            <a:r>
              <a:rPr lang="en-US" dirty="0"/>
              <a:t> </a:t>
            </a:r>
            <a:r>
              <a:rPr lang="en-US" dirty="0" err="1"/>
              <a:t>voluptatem</a:t>
            </a:r>
            <a:r>
              <a:rPr lang="en-US" dirty="0"/>
              <a:t>.</a:t>
            </a:r>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33"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34"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Tree>
  </p:cSld>
  <p:clrMapOvr>
    <a:masterClrMapping/>
  </p:clrMapOvr>
  <p:extLst>
    <p:ext uri="{DCECCB84-F9BA-43D5-87BE-67443E8EF086}">
      <p15:sldGuideLst xmlns:p15="http://schemas.microsoft.com/office/powerpoint/2012/main">
        <p15:guide id="2" pos="288" userDrawn="1">
          <p15:clr>
            <a:srgbClr val="FBAE40"/>
          </p15:clr>
        </p15:guide>
        <p15:guide id="3" pos="7392" userDrawn="1">
          <p15:clr>
            <a:srgbClr val="FBAE40"/>
          </p15:clr>
        </p15:guide>
        <p15:guide id="5" orient="horz" pos="288" userDrawn="1">
          <p15:clr>
            <a:srgbClr val="FBAE40"/>
          </p15:clr>
        </p15:guide>
        <p15:guide id="6" orient="horz" pos="40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2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336801"/>
            <a:ext cx="5562600" cy="343535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13" name="Text Placeholder 22"/>
          <p:cNvSpPr>
            <a:spLocks noGrp="1"/>
          </p:cNvSpPr>
          <p:nvPr>
            <p:ph type="body" sz="quarter" idx="14" hasCustomPrompt="1"/>
          </p:nvPr>
        </p:nvSpPr>
        <p:spPr>
          <a:xfrm>
            <a:off x="457200" y="1803402"/>
            <a:ext cx="5562600" cy="4572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19" name="Text Placeholder 22"/>
          <p:cNvSpPr>
            <a:spLocks noGrp="1"/>
          </p:cNvSpPr>
          <p:nvPr>
            <p:ph type="body" sz="quarter" idx="15" hasCustomPrompt="1"/>
          </p:nvPr>
        </p:nvSpPr>
        <p:spPr>
          <a:xfrm>
            <a:off x="6170406" y="2336801"/>
            <a:ext cx="5562600" cy="343535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20" name="Text Placeholder 22"/>
          <p:cNvSpPr>
            <a:spLocks noGrp="1"/>
          </p:cNvSpPr>
          <p:nvPr>
            <p:ph type="body" sz="quarter" idx="16" hasCustomPrompt="1"/>
          </p:nvPr>
        </p:nvSpPr>
        <p:spPr>
          <a:xfrm>
            <a:off x="6170406" y="1803402"/>
            <a:ext cx="5562600" cy="4572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Tree>
    <p:extLst>
      <p:ext uri="{BB962C8B-B14F-4D97-AF65-F5344CB8AC3E}">
        <p14:creationId xmlns:p14="http://schemas.microsoft.com/office/powerpoint/2010/main" val="1835559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4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rgbClr val="1F497D"/>
                </a:solidFill>
                <a:latin typeface="+mn-lt"/>
              </a:rPr>
              <a:pPr/>
              <a:t>‹#›</a:t>
            </a:fld>
            <a:endParaRPr lang="en-US" b="1" dirty="0">
              <a:solidFill>
                <a:srgbClr val="1F497D"/>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rgbClr val="1F497D"/>
                </a:solidFill>
                <a:latin typeface="+mn-lt"/>
                <a:ea typeface="Georgia" charset="0"/>
                <a:cs typeface="Georgia" charset="0"/>
              </a:rPr>
              <a:t>® 2017 Copyright </a:t>
            </a:r>
            <a:r>
              <a:rPr lang="en-US" sz="800" dirty="0" err="1">
                <a:solidFill>
                  <a:srgbClr val="1F497D"/>
                </a:solidFill>
                <a:latin typeface="+mn-lt"/>
                <a:ea typeface="Georgia" charset="0"/>
                <a:cs typeface="Georgia" charset="0"/>
              </a:rPr>
              <a:t>Genpact</a:t>
            </a:r>
            <a:r>
              <a:rPr lang="en-US" sz="800" dirty="0">
                <a:solidFill>
                  <a:srgbClr val="1F497D"/>
                </a:solidFill>
                <a:latin typeface="+mn-lt"/>
                <a:ea typeface="Georgia" charset="0"/>
                <a:cs typeface="Georgia" charset="0"/>
              </a:rPr>
              <a:t>.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13" name="Text Placeholder 22"/>
          <p:cNvSpPr>
            <a:spLocks noGrp="1"/>
          </p:cNvSpPr>
          <p:nvPr>
            <p:ph type="body" sz="quarter" idx="14" hasCustomPrompt="1"/>
          </p:nvPr>
        </p:nvSpPr>
        <p:spPr>
          <a:xfrm>
            <a:off x="457200"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27" name="Text Placeholder 22"/>
          <p:cNvSpPr>
            <a:spLocks noGrp="1"/>
          </p:cNvSpPr>
          <p:nvPr>
            <p:ph type="body" sz="quarter" idx="15" hasCustomPrompt="1"/>
          </p:nvPr>
        </p:nvSpPr>
        <p:spPr>
          <a:xfrm>
            <a:off x="3351604"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28" name="Text Placeholder 22"/>
          <p:cNvSpPr>
            <a:spLocks noGrp="1"/>
          </p:cNvSpPr>
          <p:nvPr>
            <p:ph type="body" sz="quarter" idx="16" hasCustomPrompt="1"/>
          </p:nvPr>
        </p:nvSpPr>
        <p:spPr>
          <a:xfrm>
            <a:off x="3351604"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US" dirty="0"/>
          </a:p>
        </p:txBody>
      </p:sp>
      <p:sp>
        <p:nvSpPr>
          <p:cNvPr id="30" name="Text Placeholder 22"/>
          <p:cNvSpPr>
            <a:spLocks noGrp="1"/>
          </p:cNvSpPr>
          <p:nvPr>
            <p:ph type="body" sz="quarter" idx="17" hasCustomPrompt="1"/>
          </p:nvPr>
        </p:nvSpPr>
        <p:spPr>
          <a:xfrm>
            <a:off x="6246008"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31" name="Text Placeholder 22"/>
          <p:cNvSpPr>
            <a:spLocks noGrp="1"/>
          </p:cNvSpPr>
          <p:nvPr>
            <p:ph type="body" sz="quarter" idx="18" hasCustomPrompt="1"/>
          </p:nvPr>
        </p:nvSpPr>
        <p:spPr>
          <a:xfrm>
            <a:off x="6246008"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endParaRPr lang="en-US" dirty="0"/>
          </a:p>
        </p:txBody>
      </p:sp>
      <p:sp>
        <p:nvSpPr>
          <p:cNvPr id="33" name="Text Placeholder 22"/>
          <p:cNvSpPr>
            <a:spLocks noGrp="1"/>
          </p:cNvSpPr>
          <p:nvPr>
            <p:ph type="body" sz="quarter" idx="19" hasCustomPrompt="1"/>
          </p:nvPr>
        </p:nvSpPr>
        <p:spPr>
          <a:xfrm>
            <a:off x="9140412" y="2491293"/>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43" name="Text Placeholder 22"/>
          <p:cNvSpPr>
            <a:spLocks noGrp="1"/>
          </p:cNvSpPr>
          <p:nvPr>
            <p:ph type="body" sz="quarter" idx="20" hasCustomPrompt="1"/>
          </p:nvPr>
        </p:nvSpPr>
        <p:spPr>
          <a:xfrm>
            <a:off x="9140412" y="1805493"/>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s-ES" dirty="0" err="1"/>
              <a:t>beatae</a:t>
            </a:r>
            <a:r>
              <a:rPr lang="es-ES" dirty="0"/>
              <a:t> vitae dicta </a:t>
            </a:r>
            <a:r>
              <a:rPr lang="es-ES" dirty="0" err="1"/>
              <a:t>sunt</a:t>
            </a:r>
            <a:r>
              <a:rPr lang="es-ES" dirty="0"/>
              <a:t> </a:t>
            </a:r>
            <a:r>
              <a:rPr lang="es-ES" dirty="0" err="1"/>
              <a:t>explicabo</a:t>
            </a:r>
            <a:endParaRPr lang="en-US" dirty="0"/>
          </a:p>
        </p:txBody>
      </p:sp>
    </p:spTree>
    <p:extLst>
      <p:ext uri="{BB962C8B-B14F-4D97-AF65-F5344CB8AC3E}">
        <p14:creationId xmlns:p14="http://schemas.microsoft.com/office/powerpoint/2010/main" val="134182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6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13" name="Text Placeholder 22"/>
          <p:cNvSpPr>
            <a:spLocks noGrp="1"/>
          </p:cNvSpPr>
          <p:nvPr>
            <p:ph type="body" sz="quarter" idx="14" hasCustomPrompt="1"/>
          </p:nvPr>
        </p:nvSpPr>
        <p:spPr>
          <a:xfrm>
            <a:off x="457200"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5" name="Text Placeholder 22"/>
          <p:cNvSpPr>
            <a:spLocks noGrp="1"/>
          </p:cNvSpPr>
          <p:nvPr>
            <p:ph type="body" sz="quarter" idx="15" hasCustomPrompt="1"/>
          </p:nvPr>
        </p:nvSpPr>
        <p:spPr>
          <a:xfrm>
            <a:off x="4418703"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16" name="Text Placeholder 22"/>
          <p:cNvSpPr>
            <a:spLocks noGrp="1"/>
          </p:cNvSpPr>
          <p:nvPr>
            <p:ph type="body" sz="quarter" idx="16" hasCustomPrompt="1"/>
          </p:nvPr>
        </p:nvSpPr>
        <p:spPr>
          <a:xfrm>
            <a:off x="4418703"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Text Placeholder 22"/>
          <p:cNvSpPr>
            <a:spLocks noGrp="1"/>
          </p:cNvSpPr>
          <p:nvPr>
            <p:ph type="body" sz="quarter" idx="17" hasCustomPrompt="1"/>
          </p:nvPr>
        </p:nvSpPr>
        <p:spPr>
          <a:xfrm>
            <a:off x="8380206"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21" name="Text Placeholder 22"/>
          <p:cNvSpPr>
            <a:spLocks noGrp="1"/>
          </p:cNvSpPr>
          <p:nvPr>
            <p:ph type="body" sz="quarter" idx="18" hasCustomPrompt="1"/>
          </p:nvPr>
        </p:nvSpPr>
        <p:spPr>
          <a:xfrm>
            <a:off x="8380206"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4" name="Text Placeholder 22"/>
          <p:cNvSpPr>
            <a:spLocks noGrp="1"/>
          </p:cNvSpPr>
          <p:nvPr>
            <p:ph type="body" sz="quarter" idx="19" hasCustomPrompt="1"/>
          </p:nvPr>
        </p:nvSpPr>
        <p:spPr>
          <a:xfrm>
            <a:off x="457200"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35" name="Text Placeholder 22"/>
          <p:cNvSpPr>
            <a:spLocks noGrp="1"/>
          </p:cNvSpPr>
          <p:nvPr>
            <p:ph type="body" sz="quarter" idx="20" hasCustomPrompt="1"/>
          </p:nvPr>
        </p:nvSpPr>
        <p:spPr>
          <a:xfrm>
            <a:off x="457200"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7" name="Text Placeholder 22"/>
          <p:cNvSpPr>
            <a:spLocks noGrp="1"/>
          </p:cNvSpPr>
          <p:nvPr>
            <p:ph type="body" sz="quarter" idx="21" hasCustomPrompt="1"/>
          </p:nvPr>
        </p:nvSpPr>
        <p:spPr>
          <a:xfrm>
            <a:off x="4418703"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38" name="Text Placeholder 22"/>
          <p:cNvSpPr>
            <a:spLocks noGrp="1"/>
          </p:cNvSpPr>
          <p:nvPr>
            <p:ph type="body" sz="quarter" idx="22" hasCustomPrompt="1"/>
          </p:nvPr>
        </p:nvSpPr>
        <p:spPr>
          <a:xfrm>
            <a:off x="4418703"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40" name="Text Placeholder 22"/>
          <p:cNvSpPr>
            <a:spLocks noGrp="1"/>
          </p:cNvSpPr>
          <p:nvPr>
            <p:ph type="body" sz="quarter" idx="23" hasCustomPrompt="1"/>
          </p:nvPr>
        </p:nvSpPr>
        <p:spPr>
          <a:xfrm>
            <a:off x="8380206"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41" name="Text Placeholder 22"/>
          <p:cNvSpPr>
            <a:spLocks noGrp="1"/>
          </p:cNvSpPr>
          <p:nvPr>
            <p:ph type="body" sz="quarter" idx="24" hasCustomPrompt="1"/>
          </p:nvPr>
        </p:nvSpPr>
        <p:spPr>
          <a:xfrm>
            <a:off x="8380206"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Tree>
    <p:extLst>
      <p:ext uri="{BB962C8B-B14F-4D97-AF65-F5344CB8AC3E}">
        <p14:creationId xmlns:p14="http://schemas.microsoft.com/office/powerpoint/2010/main" val="1855922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869854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sp>
        <p:nvSpPr>
          <p:cNvPr id="3" name="Table Placeholder 2"/>
          <p:cNvSpPr>
            <a:spLocks noGrp="1"/>
          </p:cNvSpPr>
          <p:nvPr>
            <p:ph type="tbl" sz="quarter" idx="13"/>
          </p:nvPr>
        </p:nvSpPr>
        <p:spPr>
          <a:xfrm>
            <a:off x="460744" y="1828800"/>
            <a:ext cx="11272262" cy="3455987"/>
          </a:xfrm>
          <a:prstGeom prst="rect">
            <a:avLst/>
          </a:prstGeom>
        </p:spPr>
        <p:txBody>
          <a:bodyPr anchor="ctr"/>
          <a:lstStyle>
            <a:lvl1pPr>
              <a:defRPr>
                <a:solidFill>
                  <a:schemeClr val="accent3"/>
                </a:solidFill>
              </a:defRPr>
            </a:lvl1pPr>
          </a:lstStyle>
          <a:p>
            <a:endParaRPr lang="en-IN" dirty="0"/>
          </a:p>
        </p:txBody>
      </p:sp>
      <p:sp>
        <p:nvSpPr>
          <p:cNvPr id="14"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rgbClr val="1F497D"/>
                </a:solidFill>
                <a:latin typeface="+mn-lt"/>
              </a:rPr>
              <a:pPr/>
              <a:t>‹#›</a:t>
            </a:fld>
            <a:endParaRPr lang="en-US" b="1" dirty="0">
              <a:solidFill>
                <a:srgbClr val="1F497D"/>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rgbClr val="1F497D"/>
                </a:solidFill>
                <a:latin typeface="+mn-lt"/>
                <a:ea typeface="Georgia" charset="0"/>
                <a:cs typeface="Georgia" charset="0"/>
              </a:rPr>
              <a:t>® 2017 Copyright </a:t>
            </a:r>
            <a:r>
              <a:rPr lang="en-US" sz="800" dirty="0" err="1">
                <a:solidFill>
                  <a:srgbClr val="1F497D"/>
                </a:solidFill>
                <a:latin typeface="+mn-lt"/>
                <a:ea typeface="Georgia" charset="0"/>
                <a:cs typeface="Georgia" charset="0"/>
              </a:rPr>
              <a:t>Genpact</a:t>
            </a:r>
            <a:r>
              <a:rPr lang="en-US" sz="800" dirty="0">
                <a:solidFill>
                  <a:srgbClr val="1F497D"/>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1934394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chart">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60744" y="465346"/>
            <a:ext cx="5482856"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60744" y="1026868"/>
            <a:ext cx="7540256"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1822752"/>
            <a:ext cx="6404344"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36" name="Text Placeholder 22"/>
          <p:cNvSpPr>
            <a:spLocks noGrp="1"/>
          </p:cNvSpPr>
          <p:nvPr>
            <p:ph type="body" sz="quarter" idx="14" hasCustomPrompt="1"/>
          </p:nvPr>
        </p:nvSpPr>
        <p:spPr>
          <a:xfrm>
            <a:off x="7391400" y="4635802"/>
            <a:ext cx="4343400" cy="533400"/>
          </a:xfrm>
          <a:prstGeom prst="rect">
            <a:avLst/>
          </a:prstGeom>
        </p:spPr>
        <p:txBody>
          <a:bodyPr/>
          <a:lstStyle>
            <a:lvl1pPr marL="0" indent="0" algn="ctr">
              <a:buClr>
                <a:srgbClr val="FF545F"/>
              </a:buClr>
              <a:buFont typeface="Arial" panose="020B0604020202020204" pitchFamily="34" charset="0"/>
              <a:buNone/>
              <a:defRPr sz="1050">
                <a:solidFill>
                  <a:srgbClr val="063161"/>
                </a:solidFill>
                <a:latin typeface="Georgia" panose="02040502050405020303" pitchFamily="18" charset="0"/>
              </a:defRPr>
            </a:lvl1pPr>
          </a:lstStyle>
          <a:p>
            <a:pPr lvl="0"/>
            <a:r>
              <a:rPr lang="en-US" dirty="0"/>
              <a:t>Chart 1: 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endParaRPr lang="en-US" dirty="0"/>
          </a:p>
        </p:txBody>
      </p:sp>
      <p:sp>
        <p:nvSpPr>
          <p:cNvPr id="38" name="Chart Placeholder 37"/>
          <p:cNvSpPr>
            <a:spLocks noGrp="1"/>
          </p:cNvSpPr>
          <p:nvPr>
            <p:ph type="chart" sz="quarter" idx="15"/>
          </p:nvPr>
        </p:nvSpPr>
        <p:spPr>
          <a:xfrm>
            <a:off x="7391400" y="1822752"/>
            <a:ext cx="4343400" cy="2691908"/>
          </a:xfrm>
          <a:prstGeom prst="rect">
            <a:avLst/>
          </a:prstGeom>
        </p:spPr>
        <p:txBody>
          <a:bodyPr/>
          <a:lstStyle>
            <a:lvl1pPr>
              <a:defRPr lang="en-IN" sz="1800" dirty="0">
                <a:solidFill>
                  <a:srgbClr val="063161"/>
                </a:solidFill>
                <a:latin typeface="Georgia" panose="02040502050405020303" pitchFamily="18" charset="0"/>
                <a:ea typeface="+mn-ea"/>
                <a:cs typeface="+mn-cs"/>
              </a:defRPr>
            </a:lvl1pPr>
          </a:lstStyle>
          <a:p>
            <a:endParaRPr lang="en-IN" dirty="0"/>
          </a:p>
        </p:txBody>
      </p:sp>
      <p:sp>
        <p:nvSpPr>
          <p:cNvPr id="22"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3" name="TextBox 22"/>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24" name="Picture 23"/>
          <p:cNvPicPr>
            <a:picLocks noChangeAspect="1"/>
          </p:cNvPicPr>
          <p:nvPr userDrawn="1"/>
        </p:nvPicPr>
        <p:blipFill>
          <a:blip r:embed="rId2"/>
          <a:stretch>
            <a:fillRect/>
          </a:stretch>
        </p:blipFill>
        <p:spPr>
          <a:xfrm>
            <a:off x="10893034" y="6462131"/>
            <a:ext cx="839972" cy="309081"/>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56388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80772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6629400" y="1831957"/>
            <a:ext cx="5105400" cy="533400"/>
          </a:xfrm>
          <a:prstGeom prst="rect">
            <a:avLst/>
          </a:prstGeom>
        </p:spPr>
        <p:txBody>
          <a:bodyPr/>
          <a:lstStyle>
            <a:lvl1pPr marL="0" indent="0">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 name="Picture Placeholder 2"/>
          <p:cNvSpPr>
            <a:spLocks noGrp="1"/>
          </p:cNvSpPr>
          <p:nvPr>
            <p:ph type="pic" sz="quarter" idx="14"/>
          </p:nvPr>
        </p:nvSpPr>
        <p:spPr>
          <a:xfrm>
            <a:off x="457200" y="1846471"/>
            <a:ext cx="6019800" cy="3962400"/>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6629400" y="2365357"/>
            <a:ext cx="5105400"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2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4" name="TextBox 2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26" name="Picture 25"/>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4203783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Picture 1">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59436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10435834"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1831957"/>
            <a:ext cx="5105400" cy="533400"/>
          </a:xfrm>
          <a:prstGeom prst="rect">
            <a:avLst/>
          </a:prstGeom>
        </p:spPr>
        <p:txBody>
          <a:bodyPr/>
          <a:lstStyle>
            <a:lvl1pPr marL="0" indent="0">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 name="Picture Placeholder 2"/>
          <p:cNvSpPr>
            <a:spLocks noGrp="1"/>
          </p:cNvSpPr>
          <p:nvPr>
            <p:ph type="pic" sz="quarter" idx="14"/>
          </p:nvPr>
        </p:nvSpPr>
        <p:spPr>
          <a:xfrm>
            <a:off x="5715000" y="1831957"/>
            <a:ext cx="6019800" cy="3962400"/>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2365357"/>
            <a:ext cx="5105400"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1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5" name="TextBox 1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6" name="Picture 15"/>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00736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ontent 3 Column">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62484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9296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 name="Picture Placeholder 2"/>
          <p:cNvSpPr>
            <a:spLocks noGrp="1"/>
          </p:cNvSpPr>
          <p:nvPr>
            <p:ph type="pic" sz="quarter" idx="14"/>
          </p:nvPr>
        </p:nvSpPr>
        <p:spPr>
          <a:xfrm>
            <a:off x="464594" y="1827647"/>
            <a:ext cx="3497806" cy="2058553"/>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7"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1" name="Picture 10"/>
          <p:cNvPicPr>
            <a:picLocks noChangeAspect="1"/>
          </p:cNvPicPr>
          <p:nvPr userDrawn="1"/>
        </p:nvPicPr>
        <p:blipFill>
          <a:blip r:embed="rId2"/>
          <a:stretch>
            <a:fillRect/>
          </a:stretch>
        </p:blipFill>
        <p:spPr>
          <a:xfrm>
            <a:off x="10893034" y="6462131"/>
            <a:ext cx="839972" cy="309081"/>
          </a:xfrm>
          <a:prstGeom prst="rect">
            <a:avLst/>
          </a:prstGeom>
        </p:spPr>
      </p:pic>
      <p:sp>
        <p:nvSpPr>
          <p:cNvPr id="17" name="Text Placeholder 22"/>
          <p:cNvSpPr>
            <a:spLocks noGrp="1"/>
          </p:cNvSpPr>
          <p:nvPr>
            <p:ph type="body" sz="quarter" idx="16" hasCustomPrompt="1"/>
          </p:nvPr>
        </p:nvSpPr>
        <p:spPr>
          <a:xfrm>
            <a:off x="8227806"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Picture Placeholder 2"/>
          <p:cNvSpPr>
            <a:spLocks noGrp="1"/>
          </p:cNvSpPr>
          <p:nvPr>
            <p:ph type="pic" sz="quarter" idx="17"/>
          </p:nvPr>
        </p:nvSpPr>
        <p:spPr>
          <a:xfrm>
            <a:off x="8235200" y="1827647"/>
            <a:ext cx="3497806" cy="2058553"/>
          </a:xfrm>
          <a:prstGeom prst="rect">
            <a:avLst/>
          </a:prstGeom>
        </p:spPr>
        <p:txBody>
          <a:bodyPr/>
          <a:lstStyle>
            <a:lvl1pPr>
              <a:defRPr>
                <a:solidFill>
                  <a:schemeClr val="accent3"/>
                </a:solidFill>
              </a:defRPr>
            </a:lvl1pPr>
          </a:lstStyle>
          <a:p>
            <a:endParaRPr lang="en-IN" dirty="0"/>
          </a:p>
        </p:txBody>
      </p:sp>
      <p:sp>
        <p:nvSpPr>
          <p:cNvPr id="19" name="Text Placeholder 22"/>
          <p:cNvSpPr>
            <a:spLocks noGrp="1"/>
          </p:cNvSpPr>
          <p:nvPr>
            <p:ph type="body" sz="quarter" idx="18" hasCustomPrompt="1"/>
          </p:nvPr>
        </p:nvSpPr>
        <p:spPr>
          <a:xfrm>
            <a:off x="8227806"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20" name="Text Placeholder 22"/>
          <p:cNvSpPr>
            <a:spLocks noGrp="1"/>
          </p:cNvSpPr>
          <p:nvPr>
            <p:ph type="body" sz="quarter" idx="19" hasCustomPrompt="1"/>
          </p:nvPr>
        </p:nvSpPr>
        <p:spPr>
          <a:xfrm>
            <a:off x="4331412"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1" name="Picture Placeholder 2"/>
          <p:cNvSpPr>
            <a:spLocks noGrp="1"/>
          </p:cNvSpPr>
          <p:nvPr>
            <p:ph type="pic" sz="quarter" idx="20"/>
          </p:nvPr>
        </p:nvSpPr>
        <p:spPr>
          <a:xfrm>
            <a:off x="4338806" y="1827647"/>
            <a:ext cx="3497806" cy="2058553"/>
          </a:xfrm>
          <a:prstGeom prst="rect">
            <a:avLst/>
          </a:prstGeom>
        </p:spPr>
        <p:txBody>
          <a:bodyPr/>
          <a:lstStyle>
            <a:lvl1pPr>
              <a:defRPr>
                <a:solidFill>
                  <a:schemeClr val="accent3"/>
                </a:solidFill>
              </a:defRPr>
            </a:lvl1pPr>
          </a:lstStyle>
          <a:p>
            <a:endParaRPr lang="en-IN" dirty="0"/>
          </a:p>
        </p:txBody>
      </p:sp>
      <p:sp>
        <p:nvSpPr>
          <p:cNvPr id="23" name="Text Placeholder 22"/>
          <p:cNvSpPr>
            <a:spLocks noGrp="1"/>
          </p:cNvSpPr>
          <p:nvPr>
            <p:ph type="body" sz="quarter" idx="21" hasCustomPrompt="1"/>
          </p:nvPr>
        </p:nvSpPr>
        <p:spPr>
          <a:xfrm>
            <a:off x="4331412"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Tree>
    <p:extLst>
      <p:ext uri="{BB962C8B-B14F-4D97-AF65-F5344CB8AC3E}">
        <p14:creationId xmlns:p14="http://schemas.microsoft.com/office/powerpoint/2010/main" val="2659645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ontent 4 Column">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199" y="460357"/>
            <a:ext cx="5480873"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101346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392964" y="4101060"/>
            <a:ext cx="270993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 name="Picture Placeholder 2"/>
          <p:cNvSpPr>
            <a:spLocks noGrp="1"/>
          </p:cNvSpPr>
          <p:nvPr>
            <p:ph type="pic" sz="quarter" idx="14"/>
          </p:nvPr>
        </p:nvSpPr>
        <p:spPr>
          <a:xfrm>
            <a:off x="464594" y="1827647"/>
            <a:ext cx="2576012" cy="2058553"/>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7"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1" name="Picture 10"/>
          <p:cNvPicPr>
            <a:picLocks noChangeAspect="1"/>
          </p:cNvPicPr>
          <p:nvPr userDrawn="1"/>
        </p:nvPicPr>
        <p:blipFill>
          <a:blip r:embed="rId2"/>
          <a:stretch>
            <a:fillRect/>
          </a:stretch>
        </p:blipFill>
        <p:spPr>
          <a:xfrm>
            <a:off x="10893034" y="6462131"/>
            <a:ext cx="839972" cy="309081"/>
          </a:xfrm>
          <a:prstGeom prst="rect">
            <a:avLst/>
          </a:prstGeom>
        </p:spPr>
      </p:pic>
      <p:sp>
        <p:nvSpPr>
          <p:cNvPr id="17" name="Text Placeholder 22"/>
          <p:cNvSpPr>
            <a:spLocks noGrp="1"/>
          </p:cNvSpPr>
          <p:nvPr>
            <p:ph type="body" sz="quarter" idx="16" hasCustomPrompt="1"/>
          </p:nvPr>
        </p:nvSpPr>
        <p:spPr>
          <a:xfrm>
            <a:off x="6181498" y="4101060"/>
            <a:ext cx="2732072"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Picture Placeholder 2"/>
          <p:cNvSpPr>
            <a:spLocks noGrp="1"/>
          </p:cNvSpPr>
          <p:nvPr>
            <p:ph type="pic" sz="quarter" idx="17"/>
          </p:nvPr>
        </p:nvSpPr>
        <p:spPr>
          <a:xfrm>
            <a:off x="6259528" y="1827647"/>
            <a:ext cx="2576012" cy="2058553"/>
          </a:xfrm>
          <a:prstGeom prst="rect">
            <a:avLst/>
          </a:prstGeom>
        </p:spPr>
        <p:txBody>
          <a:bodyPr/>
          <a:lstStyle>
            <a:lvl1pPr>
              <a:defRPr>
                <a:solidFill>
                  <a:schemeClr val="accent3"/>
                </a:solidFill>
              </a:defRPr>
            </a:lvl1pPr>
          </a:lstStyle>
          <a:p>
            <a:endParaRPr lang="en-IN" dirty="0"/>
          </a:p>
        </p:txBody>
      </p:sp>
      <p:sp>
        <p:nvSpPr>
          <p:cNvPr id="19" name="Text Placeholder 22"/>
          <p:cNvSpPr>
            <a:spLocks noGrp="1"/>
          </p:cNvSpPr>
          <p:nvPr>
            <p:ph type="body" sz="quarter" idx="18" hasCustomPrompt="1"/>
          </p:nvPr>
        </p:nvSpPr>
        <p:spPr>
          <a:xfrm>
            <a:off x="6259528"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20" name="Text Placeholder 22"/>
          <p:cNvSpPr>
            <a:spLocks noGrp="1"/>
          </p:cNvSpPr>
          <p:nvPr>
            <p:ph type="body" sz="quarter" idx="19" hasCustomPrompt="1"/>
          </p:nvPr>
        </p:nvSpPr>
        <p:spPr>
          <a:xfrm>
            <a:off x="3291939" y="4101060"/>
            <a:ext cx="272986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1" name="Picture Placeholder 2"/>
          <p:cNvSpPr>
            <a:spLocks noGrp="1"/>
          </p:cNvSpPr>
          <p:nvPr>
            <p:ph type="pic" sz="quarter" idx="20"/>
          </p:nvPr>
        </p:nvSpPr>
        <p:spPr>
          <a:xfrm>
            <a:off x="3362061" y="1827647"/>
            <a:ext cx="2576012" cy="2058553"/>
          </a:xfrm>
          <a:prstGeom prst="rect">
            <a:avLst/>
          </a:prstGeom>
        </p:spPr>
        <p:txBody>
          <a:bodyPr/>
          <a:lstStyle>
            <a:lvl1pPr>
              <a:defRPr>
                <a:solidFill>
                  <a:schemeClr val="accent3"/>
                </a:solidFill>
              </a:defRPr>
            </a:lvl1pPr>
          </a:lstStyle>
          <a:p>
            <a:endParaRPr lang="en-IN" dirty="0"/>
          </a:p>
        </p:txBody>
      </p:sp>
      <p:sp>
        <p:nvSpPr>
          <p:cNvPr id="23" name="Text Placeholder 22"/>
          <p:cNvSpPr>
            <a:spLocks noGrp="1"/>
          </p:cNvSpPr>
          <p:nvPr>
            <p:ph type="body" sz="quarter" idx="21" hasCustomPrompt="1"/>
          </p:nvPr>
        </p:nvSpPr>
        <p:spPr>
          <a:xfrm>
            <a:off x="336614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16" name="Text Placeholder 22"/>
          <p:cNvSpPr>
            <a:spLocks noGrp="1"/>
          </p:cNvSpPr>
          <p:nvPr>
            <p:ph type="body" sz="quarter" idx="22" hasCustomPrompt="1"/>
          </p:nvPr>
        </p:nvSpPr>
        <p:spPr>
          <a:xfrm>
            <a:off x="9073269" y="4101060"/>
            <a:ext cx="273760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4" name="Picture Placeholder 2"/>
          <p:cNvSpPr>
            <a:spLocks noGrp="1"/>
          </p:cNvSpPr>
          <p:nvPr>
            <p:ph type="pic" sz="quarter" idx="23"/>
          </p:nvPr>
        </p:nvSpPr>
        <p:spPr>
          <a:xfrm>
            <a:off x="9156994" y="1827647"/>
            <a:ext cx="2576012" cy="2058553"/>
          </a:xfrm>
          <a:prstGeom prst="rect">
            <a:avLst/>
          </a:prstGeom>
        </p:spPr>
        <p:txBody>
          <a:bodyPr/>
          <a:lstStyle>
            <a:lvl1pPr>
              <a:defRPr>
                <a:solidFill>
                  <a:schemeClr val="accent3"/>
                </a:solidFill>
              </a:defRPr>
            </a:lvl1pPr>
          </a:lstStyle>
          <a:p>
            <a:endParaRPr lang="en-IN" dirty="0"/>
          </a:p>
        </p:txBody>
      </p:sp>
      <p:sp>
        <p:nvSpPr>
          <p:cNvPr id="26" name="Text Placeholder 22"/>
          <p:cNvSpPr>
            <a:spLocks noGrp="1"/>
          </p:cNvSpPr>
          <p:nvPr>
            <p:ph type="body" sz="quarter" idx="24" hasCustomPrompt="1"/>
          </p:nvPr>
        </p:nvSpPr>
        <p:spPr>
          <a:xfrm>
            <a:off x="914960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Tree>
    <p:extLst>
      <p:ext uri="{BB962C8B-B14F-4D97-AF65-F5344CB8AC3E}">
        <p14:creationId xmlns:p14="http://schemas.microsoft.com/office/powerpoint/2010/main" val="17498464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s Profile">
    <p:spTree>
      <p:nvGrpSpPr>
        <p:cNvPr id="1" name=""/>
        <p:cNvGrpSpPr/>
        <p:nvPr/>
      </p:nvGrpSpPr>
      <p:grpSpPr>
        <a:xfrm>
          <a:off x="0" y="0"/>
          <a:ext cx="0" cy="0"/>
          <a:chOff x="0" y="0"/>
          <a:chExt cx="0" cy="0"/>
        </a:xfrm>
      </p:grpSpPr>
      <p:sp>
        <p:nvSpPr>
          <p:cNvPr id="25" name="Text Placeholder 22"/>
          <p:cNvSpPr>
            <a:spLocks noGrp="1"/>
          </p:cNvSpPr>
          <p:nvPr>
            <p:ph type="body" sz="quarter" idx="13" hasCustomPrompt="1"/>
          </p:nvPr>
        </p:nvSpPr>
        <p:spPr>
          <a:xfrm>
            <a:off x="474119"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27" name="Text Placeholder 22"/>
          <p:cNvSpPr>
            <a:spLocks noGrp="1"/>
          </p:cNvSpPr>
          <p:nvPr>
            <p:ph type="body" sz="quarter" idx="18" hasCustomPrompt="1"/>
          </p:nvPr>
        </p:nvSpPr>
        <p:spPr>
          <a:xfrm>
            <a:off x="474119"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5" name="Picture Placeholder 4"/>
          <p:cNvSpPr>
            <a:spLocks noGrp="1"/>
          </p:cNvSpPr>
          <p:nvPr>
            <p:ph type="pic" sz="quarter" idx="20"/>
          </p:nvPr>
        </p:nvSpPr>
        <p:spPr>
          <a:xfrm>
            <a:off x="474118" y="1844297"/>
            <a:ext cx="2045425" cy="1954363"/>
          </a:xfrm>
          <a:prstGeom prst="rect">
            <a:avLst/>
          </a:prstGeom>
        </p:spPr>
        <p:txBody>
          <a:bodyPr/>
          <a:lstStyle>
            <a:lvl1pPr algn="ctr">
              <a:defRPr sz="1200">
                <a:solidFill>
                  <a:schemeClr val="tx2"/>
                </a:solidFill>
              </a:defRPr>
            </a:lvl1pPr>
          </a:lstStyle>
          <a:p>
            <a:endParaRPr lang="en-IN"/>
          </a:p>
        </p:txBody>
      </p:sp>
      <p:sp>
        <p:nvSpPr>
          <p:cNvPr id="62"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63" name="TextBox 62"/>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4" name="Picture 63"/>
          <p:cNvPicPr>
            <a:picLocks noChangeAspect="1"/>
          </p:cNvPicPr>
          <p:nvPr userDrawn="1"/>
        </p:nvPicPr>
        <p:blipFill>
          <a:blip r:embed="rId2"/>
          <a:stretch>
            <a:fillRect/>
          </a:stretch>
        </p:blipFill>
        <p:spPr>
          <a:xfrm>
            <a:off x="10893034" y="6462131"/>
            <a:ext cx="839972" cy="309081"/>
          </a:xfrm>
          <a:prstGeom prst="rect">
            <a:avLst/>
          </a:prstGeom>
        </p:spPr>
      </p:pic>
      <p:sp>
        <p:nvSpPr>
          <p:cNvPr id="65" name="Text Placeholder 22"/>
          <p:cNvSpPr>
            <a:spLocks noGrp="1"/>
          </p:cNvSpPr>
          <p:nvPr>
            <p:ph type="body" sz="quarter" idx="11" hasCustomPrompt="1"/>
          </p:nvPr>
        </p:nvSpPr>
        <p:spPr>
          <a:xfrm>
            <a:off x="457199" y="460357"/>
            <a:ext cx="5525805"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66" name="Text Placeholder 22"/>
          <p:cNvSpPr>
            <a:spLocks noGrp="1"/>
          </p:cNvSpPr>
          <p:nvPr>
            <p:ph type="body" sz="quarter" idx="12" hasCustomPrompt="1"/>
          </p:nvPr>
        </p:nvSpPr>
        <p:spPr>
          <a:xfrm>
            <a:off x="457200" y="1031857"/>
            <a:ext cx="8153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7" name="Text Placeholder 22"/>
          <p:cNvSpPr>
            <a:spLocks noGrp="1"/>
          </p:cNvSpPr>
          <p:nvPr>
            <p:ph type="body" sz="quarter" idx="21" hasCustomPrompt="1"/>
          </p:nvPr>
        </p:nvSpPr>
        <p:spPr>
          <a:xfrm>
            <a:off x="474119"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68" name="Picture Placeholder 4"/>
          <p:cNvSpPr>
            <a:spLocks noGrp="1"/>
          </p:cNvSpPr>
          <p:nvPr>
            <p:ph type="pic" sz="quarter" idx="22"/>
          </p:nvPr>
        </p:nvSpPr>
        <p:spPr>
          <a:xfrm>
            <a:off x="2777484" y="1844297"/>
            <a:ext cx="2045425" cy="1954363"/>
          </a:xfrm>
          <a:prstGeom prst="rect">
            <a:avLst/>
          </a:prstGeom>
        </p:spPr>
        <p:txBody>
          <a:bodyPr/>
          <a:lstStyle>
            <a:lvl1pPr algn="ctr">
              <a:defRPr sz="1200">
                <a:solidFill>
                  <a:schemeClr val="tx2"/>
                </a:solidFill>
              </a:defRPr>
            </a:lvl1pPr>
          </a:lstStyle>
          <a:p>
            <a:endParaRPr lang="en-IN"/>
          </a:p>
        </p:txBody>
      </p:sp>
      <p:sp>
        <p:nvSpPr>
          <p:cNvPr id="69" name="Picture Placeholder 4"/>
          <p:cNvSpPr>
            <a:spLocks noGrp="1"/>
          </p:cNvSpPr>
          <p:nvPr>
            <p:ph type="pic" sz="quarter" idx="23"/>
          </p:nvPr>
        </p:nvSpPr>
        <p:spPr>
          <a:xfrm>
            <a:off x="5080850" y="1844297"/>
            <a:ext cx="2045425" cy="1954363"/>
          </a:xfrm>
          <a:prstGeom prst="rect">
            <a:avLst/>
          </a:prstGeom>
        </p:spPr>
        <p:txBody>
          <a:bodyPr/>
          <a:lstStyle>
            <a:lvl1pPr algn="ctr">
              <a:defRPr sz="1200">
                <a:solidFill>
                  <a:schemeClr val="tx2"/>
                </a:solidFill>
              </a:defRPr>
            </a:lvl1pPr>
          </a:lstStyle>
          <a:p>
            <a:endParaRPr lang="en-IN"/>
          </a:p>
        </p:txBody>
      </p:sp>
      <p:sp>
        <p:nvSpPr>
          <p:cNvPr id="70" name="Picture Placeholder 4"/>
          <p:cNvSpPr>
            <a:spLocks noGrp="1"/>
          </p:cNvSpPr>
          <p:nvPr>
            <p:ph type="pic" sz="quarter" idx="24"/>
          </p:nvPr>
        </p:nvSpPr>
        <p:spPr>
          <a:xfrm>
            <a:off x="7384216" y="1844297"/>
            <a:ext cx="2045425" cy="1954363"/>
          </a:xfrm>
          <a:prstGeom prst="rect">
            <a:avLst/>
          </a:prstGeom>
        </p:spPr>
        <p:txBody>
          <a:bodyPr/>
          <a:lstStyle>
            <a:lvl1pPr algn="ctr">
              <a:defRPr sz="1200">
                <a:solidFill>
                  <a:schemeClr val="tx2"/>
                </a:solidFill>
              </a:defRPr>
            </a:lvl1pPr>
          </a:lstStyle>
          <a:p>
            <a:endParaRPr lang="en-IN"/>
          </a:p>
        </p:txBody>
      </p:sp>
      <p:sp>
        <p:nvSpPr>
          <p:cNvPr id="71" name="Picture Placeholder 4"/>
          <p:cNvSpPr>
            <a:spLocks noGrp="1"/>
          </p:cNvSpPr>
          <p:nvPr>
            <p:ph type="pic" sz="quarter" idx="25"/>
          </p:nvPr>
        </p:nvSpPr>
        <p:spPr>
          <a:xfrm>
            <a:off x="9687581" y="1844297"/>
            <a:ext cx="2045425" cy="1954363"/>
          </a:xfrm>
          <a:prstGeom prst="rect">
            <a:avLst/>
          </a:prstGeom>
        </p:spPr>
        <p:txBody>
          <a:bodyPr/>
          <a:lstStyle>
            <a:lvl1pPr algn="ctr">
              <a:defRPr sz="1200">
                <a:solidFill>
                  <a:schemeClr val="tx2"/>
                </a:solidFill>
              </a:defRPr>
            </a:lvl1pPr>
          </a:lstStyle>
          <a:p>
            <a:endParaRPr lang="en-IN"/>
          </a:p>
        </p:txBody>
      </p:sp>
      <p:sp>
        <p:nvSpPr>
          <p:cNvPr id="72" name="Text Placeholder 22"/>
          <p:cNvSpPr>
            <a:spLocks noGrp="1"/>
          </p:cNvSpPr>
          <p:nvPr>
            <p:ph type="body" sz="quarter" idx="26" hasCustomPrompt="1"/>
          </p:nvPr>
        </p:nvSpPr>
        <p:spPr>
          <a:xfrm>
            <a:off x="2777485"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3" name="Text Placeholder 22"/>
          <p:cNvSpPr>
            <a:spLocks noGrp="1"/>
          </p:cNvSpPr>
          <p:nvPr>
            <p:ph type="body" sz="quarter" idx="27" hasCustomPrompt="1"/>
          </p:nvPr>
        </p:nvSpPr>
        <p:spPr>
          <a:xfrm>
            <a:off x="2777485"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74" name="Text Placeholder 22"/>
          <p:cNvSpPr>
            <a:spLocks noGrp="1"/>
          </p:cNvSpPr>
          <p:nvPr>
            <p:ph type="body" sz="quarter" idx="28" hasCustomPrompt="1"/>
          </p:nvPr>
        </p:nvSpPr>
        <p:spPr>
          <a:xfrm>
            <a:off x="2777485"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75" name="Text Placeholder 22"/>
          <p:cNvSpPr>
            <a:spLocks noGrp="1"/>
          </p:cNvSpPr>
          <p:nvPr>
            <p:ph type="body" sz="quarter" idx="29" hasCustomPrompt="1"/>
          </p:nvPr>
        </p:nvSpPr>
        <p:spPr>
          <a:xfrm>
            <a:off x="5080851"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6" name="Text Placeholder 22"/>
          <p:cNvSpPr>
            <a:spLocks noGrp="1"/>
          </p:cNvSpPr>
          <p:nvPr>
            <p:ph type="body" sz="quarter" idx="30" hasCustomPrompt="1"/>
          </p:nvPr>
        </p:nvSpPr>
        <p:spPr>
          <a:xfrm>
            <a:off x="5080851"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77" name="Text Placeholder 22"/>
          <p:cNvSpPr>
            <a:spLocks noGrp="1"/>
          </p:cNvSpPr>
          <p:nvPr>
            <p:ph type="body" sz="quarter" idx="31" hasCustomPrompt="1"/>
          </p:nvPr>
        </p:nvSpPr>
        <p:spPr>
          <a:xfrm>
            <a:off x="5080851"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78" name="Text Placeholder 22"/>
          <p:cNvSpPr>
            <a:spLocks noGrp="1"/>
          </p:cNvSpPr>
          <p:nvPr>
            <p:ph type="body" sz="quarter" idx="32" hasCustomPrompt="1"/>
          </p:nvPr>
        </p:nvSpPr>
        <p:spPr>
          <a:xfrm>
            <a:off x="7384216"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9" name="Text Placeholder 22"/>
          <p:cNvSpPr>
            <a:spLocks noGrp="1"/>
          </p:cNvSpPr>
          <p:nvPr>
            <p:ph type="body" sz="quarter" idx="33" hasCustomPrompt="1"/>
          </p:nvPr>
        </p:nvSpPr>
        <p:spPr>
          <a:xfrm>
            <a:off x="7384216"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80" name="Text Placeholder 22"/>
          <p:cNvSpPr>
            <a:spLocks noGrp="1"/>
          </p:cNvSpPr>
          <p:nvPr>
            <p:ph type="body" sz="quarter" idx="34" hasCustomPrompt="1"/>
          </p:nvPr>
        </p:nvSpPr>
        <p:spPr>
          <a:xfrm>
            <a:off x="7384216"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81" name="Text Placeholder 22"/>
          <p:cNvSpPr>
            <a:spLocks noGrp="1"/>
          </p:cNvSpPr>
          <p:nvPr>
            <p:ph type="body" sz="quarter" idx="35" hasCustomPrompt="1"/>
          </p:nvPr>
        </p:nvSpPr>
        <p:spPr>
          <a:xfrm>
            <a:off x="9687582"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82" name="Text Placeholder 22"/>
          <p:cNvSpPr>
            <a:spLocks noGrp="1"/>
          </p:cNvSpPr>
          <p:nvPr>
            <p:ph type="body" sz="quarter" idx="36" hasCustomPrompt="1"/>
          </p:nvPr>
        </p:nvSpPr>
        <p:spPr>
          <a:xfrm>
            <a:off x="9687582"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83" name="Text Placeholder 22"/>
          <p:cNvSpPr>
            <a:spLocks noGrp="1"/>
          </p:cNvSpPr>
          <p:nvPr>
            <p:ph type="body" sz="quarter" idx="37" hasCustomPrompt="1"/>
          </p:nvPr>
        </p:nvSpPr>
        <p:spPr>
          <a:xfrm>
            <a:off x="9687582"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Tree>
    <p:extLst>
      <p:ext uri="{BB962C8B-B14F-4D97-AF65-F5344CB8AC3E}">
        <p14:creationId xmlns:p14="http://schemas.microsoft.com/office/powerpoint/2010/main" val="4132213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stimonial for 1">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a:stretch>
            <a:fillRect/>
          </a:stretch>
        </p:blipFill>
        <p:spPr>
          <a:xfrm>
            <a:off x="5139310" y="3417088"/>
            <a:ext cx="1922906" cy="1429333"/>
          </a:xfrm>
          <a:prstGeom prst="rect">
            <a:avLst/>
          </a:prstGeom>
        </p:spPr>
      </p:pic>
      <p:pic>
        <p:nvPicPr>
          <p:cNvPr id="23" name="Picture 22"/>
          <p:cNvPicPr>
            <a:picLocks noChangeAspect="1"/>
          </p:cNvPicPr>
          <p:nvPr userDrawn="1"/>
        </p:nvPicPr>
        <p:blipFill>
          <a:blip r:embed="rId3">
            <a:duotone>
              <a:prstClr val="black"/>
              <a:schemeClr val="tx2">
                <a:tint val="45000"/>
                <a:satMod val="400000"/>
              </a:schemeClr>
            </a:duotone>
          </a:blip>
          <a:stretch>
            <a:fillRect/>
          </a:stretch>
        </p:blipFill>
        <p:spPr>
          <a:xfrm>
            <a:off x="4572000" y="2729998"/>
            <a:ext cx="801213" cy="166096"/>
          </a:xfrm>
          <a:prstGeom prst="rect">
            <a:avLst/>
          </a:prstGeom>
        </p:spPr>
      </p:pic>
      <p:pic>
        <p:nvPicPr>
          <p:cNvPr id="25" name="Picture 24"/>
          <p:cNvPicPr>
            <a:picLocks noChangeAspect="1"/>
          </p:cNvPicPr>
          <p:nvPr userDrawn="1"/>
        </p:nvPicPr>
        <p:blipFill>
          <a:blip r:embed="rId3">
            <a:duotone>
              <a:prstClr val="black"/>
              <a:schemeClr val="tx2">
                <a:tint val="45000"/>
                <a:satMod val="400000"/>
              </a:schemeClr>
            </a:duotone>
          </a:blip>
          <a:stretch>
            <a:fillRect/>
          </a:stretch>
        </p:blipFill>
        <p:spPr>
          <a:xfrm rot="10800000">
            <a:off x="6818787" y="2729998"/>
            <a:ext cx="801213" cy="166096"/>
          </a:xfrm>
          <a:prstGeom prst="rect">
            <a:avLst/>
          </a:prstGeom>
        </p:spPr>
      </p:pic>
      <p:sp>
        <p:nvSpPr>
          <p:cNvPr id="20" name="Picture Placeholder 4"/>
          <p:cNvSpPr>
            <a:spLocks noGrp="1"/>
          </p:cNvSpPr>
          <p:nvPr userDrawn="1">
            <p:ph type="pic" sz="quarter" idx="17"/>
          </p:nvPr>
        </p:nvSpPr>
        <p:spPr>
          <a:xfrm>
            <a:off x="5595938"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1856809" y="3511549"/>
            <a:ext cx="8487908" cy="1289051"/>
          </a:xfrm>
          <a:prstGeom prst="rect">
            <a:avLst/>
          </a:prstGeom>
        </p:spPr>
        <p:txBody>
          <a:bodyPr/>
          <a:lstStyle>
            <a:lvl1pPr marL="0" indent="0" algn="ctr">
              <a:buClr>
                <a:srgbClr val="FF545F"/>
              </a:buClr>
              <a:buFont typeface="Arial" panose="020B0604020202020204" pitchFamily="34" charset="0"/>
              <a:buNone/>
              <a:defRPr sz="16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sp>
        <p:nvSpPr>
          <p:cNvPr id="26" name="Text Placeholder 22"/>
          <p:cNvSpPr>
            <a:spLocks noGrp="1"/>
          </p:cNvSpPr>
          <p:nvPr userDrawn="1">
            <p:ph type="body" sz="quarter" idx="19" hasCustomPrompt="1"/>
          </p:nvPr>
        </p:nvSpPr>
        <p:spPr>
          <a:xfrm>
            <a:off x="463037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63037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accent3"/>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4" name="TextBox 1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5" name="Picture 14"/>
          <p:cNvPicPr>
            <a:picLocks noChangeAspect="1"/>
          </p:cNvPicPr>
          <p:nvPr userDrawn="1"/>
        </p:nvPicPr>
        <p:blipFill>
          <a:blip r:embed="rId4"/>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761941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stimonial for 3">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a:stretch>
            <a:fillRect/>
          </a:stretch>
        </p:blipFill>
        <p:spPr>
          <a:xfrm>
            <a:off x="5069124" y="3417088"/>
            <a:ext cx="1922906" cy="1429333"/>
          </a:xfrm>
          <a:prstGeom prst="rect">
            <a:avLst/>
          </a:prstGeom>
        </p:spPr>
      </p:pic>
      <p:pic>
        <p:nvPicPr>
          <p:cNvPr id="9" name="Picture 8"/>
          <p:cNvPicPr>
            <a:picLocks noChangeAspect="1"/>
          </p:cNvPicPr>
          <p:nvPr userDrawn="1"/>
        </p:nvPicPr>
        <p:blipFill>
          <a:blip r:embed="rId2"/>
          <a:stretch>
            <a:fillRect/>
          </a:stretch>
        </p:blipFill>
        <p:spPr>
          <a:xfrm>
            <a:off x="1492028" y="3417088"/>
            <a:ext cx="1922906" cy="1429333"/>
          </a:xfrm>
          <a:prstGeom prst="rect">
            <a:avLst/>
          </a:prstGeom>
        </p:spPr>
      </p:pic>
      <p:pic>
        <p:nvPicPr>
          <p:cNvPr id="23" name="Picture 22"/>
          <p:cNvPicPr>
            <a:picLocks noChangeAspect="1"/>
          </p:cNvPicPr>
          <p:nvPr userDrawn="1"/>
        </p:nvPicPr>
        <p:blipFill>
          <a:blip r:embed="rId3">
            <a:duotone>
              <a:prstClr val="black"/>
              <a:schemeClr val="tx2">
                <a:tint val="45000"/>
                <a:satMod val="400000"/>
              </a:schemeClr>
            </a:duotone>
          </a:blip>
          <a:stretch>
            <a:fillRect/>
          </a:stretch>
        </p:blipFill>
        <p:spPr>
          <a:xfrm>
            <a:off x="4544677" y="2729998"/>
            <a:ext cx="801213" cy="166096"/>
          </a:xfrm>
          <a:prstGeom prst="rect">
            <a:avLst/>
          </a:prstGeom>
        </p:spPr>
      </p:pic>
      <p:pic>
        <p:nvPicPr>
          <p:cNvPr id="25" name="Picture 24"/>
          <p:cNvPicPr>
            <a:picLocks noChangeAspect="1"/>
          </p:cNvPicPr>
          <p:nvPr userDrawn="1"/>
        </p:nvPicPr>
        <p:blipFill>
          <a:blip r:embed="rId3">
            <a:duotone>
              <a:prstClr val="black"/>
              <a:schemeClr val="tx2">
                <a:tint val="45000"/>
                <a:satMod val="400000"/>
              </a:schemeClr>
            </a:duotone>
          </a:blip>
          <a:stretch>
            <a:fillRect/>
          </a:stretch>
        </p:blipFill>
        <p:spPr>
          <a:xfrm rot="10800000">
            <a:off x="6715264" y="2729998"/>
            <a:ext cx="801213" cy="166096"/>
          </a:xfrm>
          <a:prstGeom prst="rect">
            <a:avLst/>
          </a:prstGeom>
        </p:spPr>
      </p:pic>
      <p:sp>
        <p:nvSpPr>
          <p:cNvPr id="5" name="Picture Placeholder 4"/>
          <p:cNvSpPr>
            <a:spLocks noGrp="1"/>
          </p:cNvSpPr>
          <p:nvPr userDrawn="1">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sp>
        <p:nvSpPr>
          <p:cNvPr id="24" name="Text Placeholder 22"/>
          <p:cNvSpPr>
            <a:spLocks noGrp="1"/>
          </p:cNvSpPr>
          <p:nvPr userDrawn="1">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14" name="Picture 13"/>
          <p:cNvPicPr>
            <a:picLocks noChangeAspect="1"/>
          </p:cNvPicPr>
          <p:nvPr userDrawn="1"/>
        </p:nvPicPr>
        <p:blipFill>
          <a:blip r:embed="rId3">
            <a:duotone>
              <a:prstClr val="black"/>
              <a:schemeClr val="tx2">
                <a:tint val="45000"/>
                <a:satMod val="400000"/>
              </a:schemeClr>
            </a:duotone>
          </a:blip>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duotone>
              <a:prstClr val="black"/>
              <a:schemeClr val="tx2">
                <a:tint val="45000"/>
                <a:satMod val="400000"/>
              </a:schemeClr>
            </a:duotone>
          </a:blip>
          <a:stretch>
            <a:fillRect/>
          </a:stretch>
        </p:blipFill>
        <p:spPr>
          <a:xfrm rot="10800000">
            <a:off x="3138593" y="2729998"/>
            <a:ext cx="801213" cy="166096"/>
          </a:xfrm>
          <a:prstGeom prst="rect">
            <a:avLst/>
          </a:prstGeom>
        </p:spPr>
      </p:pic>
      <p:sp>
        <p:nvSpPr>
          <p:cNvPr id="37" name="Text Placeholder 22"/>
          <p:cNvSpPr>
            <a:spLocks noGrp="1"/>
          </p:cNvSpPr>
          <p:nvPr userDrawn="1">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36" name="Text Placeholder 22"/>
          <p:cNvSpPr>
            <a:spLocks noGrp="1"/>
          </p:cNvSpPr>
          <p:nvPr userDrawn="1">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20" name="Picture Placeholder 4"/>
          <p:cNvSpPr>
            <a:spLocks noGrp="1"/>
          </p:cNvSpPr>
          <p:nvPr userDrawn="1">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userDrawn="1">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33" name="Picture Placeholder 4"/>
          <p:cNvSpPr>
            <a:spLocks noGrp="1"/>
          </p:cNvSpPr>
          <p:nvPr userDrawn="1">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9" name="Picture 38"/>
          <p:cNvPicPr>
            <a:picLocks noChangeAspect="1"/>
          </p:cNvPicPr>
          <p:nvPr userDrawn="1"/>
        </p:nvPicPr>
        <p:blipFill>
          <a:blip r:embed="rId3">
            <a:duotone>
              <a:prstClr val="black"/>
              <a:schemeClr val="tx2">
                <a:tint val="45000"/>
                <a:satMod val="400000"/>
              </a:schemeClr>
            </a:duotone>
          </a:blip>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duotone>
              <a:prstClr val="black"/>
              <a:schemeClr val="tx2">
                <a:tint val="45000"/>
                <a:satMod val="400000"/>
              </a:schemeClr>
            </a:duotone>
          </a:blip>
          <a:stretch>
            <a:fillRect/>
          </a:stretch>
        </p:blipFill>
        <p:spPr>
          <a:xfrm rot="10800000">
            <a:off x="10295660" y="2729998"/>
            <a:ext cx="801213" cy="166096"/>
          </a:xfrm>
          <a:prstGeom prst="rect">
            <a:avLst/>
          </a:prstGeom>
        </p:spPr>
      </p:pic>
      <p:sp>
        <p:nvSpPr>
          <p:cNvPr id="41" name="Text Placeholder 22"/>
          <p:cNvSpPr>
            <a:spLocks noGrp="1"/>
          </p:cNvSpPr>
          <p:nvPr userDrawn="1">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42" name="Text Placeholder 22"/>
          <p:cNvSpPr>
            <a:spLocks noGrp="1"/>
          </p:cNvSpPr>
          <p:nvPr userDrawn="1">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accent3"/>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pic>
        <p:nvPicPr>
          <p:cNvPr id="44" name="Picture 43"/>
          <p:cNvPicPr>
            <a:picLocks noChangeAspect="1"/>
          </p:cNvPicPr>
          <p:nvPr userDrawn="1"/>
        </p:nvPicPr>
        <p:blipFill>
          <a:blip r:embed="rId2"/>
          <a:stretch>
            <a:fillRect/>
          </a:stretch>
        </p:blipFill>
        <p:spPr>
          <a:xfrm>
            <a:off x="8649520" y="3417088"/>
            <a:ext cx="1922906" cy="1429333"/>
          </a:xfrm>
          <a:prstGeom prst="rect">
            <a:avLst/>
          </a:prstGeom>
        </p:spPr>
      </p:pic>
      <p:sp>
        <p:nvSpPr>
          <p:cNvPr id="38" name="Text Placeholder 22"/>
          <p:cNvSpPr>
            <a:spLocks noGrp="1"/>
          </p:cNvSpPr>
          <p:nvPr userDrawn="1">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8"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9" name="TextBox 28"/>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30" name="Picture 29"/>
          <p:cNvPicPr>
            <a:picLocks noChangeAspect="1"/>
          </p:cNvPicPr>
          <p:nvPr userDrawn="1"/>
        </p:nvPicPr>
        <p:blipFill>
          <a:blip r:embed="rId4"/>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17696213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stimonial for 1 with Background Color Option 1">
    <p:spTree>
      <p:nvGrpSpPr>
        <p:cNvPr id="1" name=""/>
        <p:cNvGrpSpPr/>
        <p:nvPr/>
      </p:nvGrpSpPr>
      <p:grpSpPr>
        <a:xfrm>
          <a:off x="0" y="0"/>
          <a:ext cx="0" cy="0"/>
          <a:chOff x="0" y="0"/>
          <a:chExt cx="0" cy="0"/>
        </a:xfrm>
      </p:grpSpPr>
      <p:sp>
        <p:nvSpPr>
          <p:cNvPr id="2" name="Rectangle 1"/>
          <p:cNvSpPr/>
          <p:nvPr userDrawn="1"/>
        </p:nvSpPr>
        <p:spPr>
          <a:xfrm>
            <a:off x="1" y="1"/>
            <a:ext cx="12201524"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 name="Picture Placeholder 4"/>
          <p:cNvSpPr>
            <a:spLocks noGrp="1"/>
          </p:cNvSpPr>
          <p:nvPr>
            <p:ph type="pic" sz="quarter" idx="13"/>
          </p:nvPr>
        </p:nvSpPr>
        <p:spPr>
          <a:xfrm>
            <a:off x="5595938" y="2308225"/>
            <a:ext cx="1009650" cy="1009650"/>
          </a:xfrm>
          <a:prstGeom prst="rect">
            <a:avLst/>
          </a:prstGeom>
        </p:spPr>
        <p:txBody>
          <a:bodyPr/>
          <a:lstStyle>
            <a:lvl1pPr algn="ctr">
              <a:defRPr sz="1200">
                <a:solidFill>
                  <a:schemeClr val="bg1"/>
                </a:solidFill>
              </a:defRPr>
            </a:lvl1pPr>
          </a:lstStyle>
          <a:p>
            <a:endParaRPr lang="en-IN"/>
          </a:p>
        </p:txBody>
      </p:sp>
      <p:pic>
        <p:nvPicPr>
          <p:cNvPr id="13" name="Picture 12"/>
          <p:cNvPicPr>
            <a:picLocks noChangeAspect="1"/>
          </p:cNvPicPr>
          <p:nvPr userDrawn="1"/>
        </p:nvPicPr>
        <p:blipFill>
          <a:blip r:embed="rId2"/>
          <a:stretch>
            <a:fillRect/>
          </a:stretch>
        </p:blipFill>
        <p:spPr>
          <a:xfrm>
            <a:off x="5009626" y="3429494"/>
            <a:ext cx="2182275" cy="1616933"/>
          </a:xfrm>
          <a:prstGeom prst="rect">
            <a:avLst/>
          </a:prstGeom>
        </p:spPr>
      </p:pic>
      <p:sp>
        <p:nvSpPr>
          <p:cNvPr id="24" name="Text Placeholder 22"/>
          <p:cNvSpPr>
            <a:spLocks noGrp="1"/>
          </p:cNvSpPr>
          <p:nvPr>
            <p:ph type="body" sz="quarter" idx="14" hasCustomPrompt="1"/>
          </p:nvPr>
        </p:nvSpPr>
        <p:spPr>
          <a:xfrm>
            <a:off x="1882814" y="3511549"/>
            <a:ext cx="8435899" cy="1289051"/>
          </a:xfrm>
          <a:prstGeom prst="rect">
            <a:avLst/>
          </a:prstGeom>
        </p:spPr>
        <p:txBody>
          <a:bodyPr/>
          <a:lstStyle>
            <a:lvl1pPr marL="0" indent="0" algn="ctr">
              <a:buClr>
                <a:srgbClr val="FF545F"/>
              </a:buClr>
              <a:buFont typeface="Arial" panose="020B0604020202020204" pitchFamily="34" charset="0"/>
              <a:buNone/>
              <a:defRPr sz="16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pic>
        <p:nvPicPr>
          <p:cNvPr id="14" name="Picture 13"/>
          <p:cNvPicPr>
            <a:picLocks noChangeAspect="1"/>
          </p:cNvPicPr>
          <p:nvPr userDrawn="1"/>
        </p:nvPicPr>
        <p:blipFill>
          <a:blip r:embed="rId3"/>
          <a:stretch>
            <a:fillRect/>
          </a:stretch>
        </p:blipFill>
        <p:spPr>
          <a:xfrm>
            <a:off x="4572000"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6818787" y="2729998"/>
            <a:ext cx="801213" cy="166096"/>
          </a:xfrm>
          <a:prstGeom prst="rect">
            <a:avLst/>
          </a:prstGeom>
        </p:spPr>
      </p:pic>
      <p:sp>
        <p:nvSpPr>
          <p:cNvPr id="37" name="Text Placeholder 22"/>
          <p:cNvSpPr>
            <a:spLocks noGrp="1"/>
          </p:cNvSpPr>
          <p:nvPr>
            <p:ph type="body" sz="quarter" idx="16" hasCustomPrompt="1"/>
          </p:nvPr>
        </p:nvSpPr>
        <p:spPr>
          <a:xfrm>
            <a:off x="1882814" y="5387139"/>
            <a:ext cx="8435899" cy="324343"/>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1882814" y="5086350"/>
            <a:ext cx="8435899" cy="324343"/>
          </a:xfrm>
          <a:prstGeom prst="rect">
            <a:avLst/>
          </a:prstGeom>
        </p:spPr>
        <p:txBody>
          <a:bodyPr/>
          <a:lstStyle>
            <a:lvl1pPr marL="0" indent="0" algn="ctr">
              <a:buClr>
                <a:srgbClr val="FF545F"/>
              </a:buClr>
              <a:buFont typeface="Arial" panose="020B0604020202020204" pitchFamily="34" charset="0"/>
              <a:buNone/>
              <a:defRPr sz="2000" spc="600">
                <a:solidFill>
                  <a:schemeClr val="bg1"/>
                </a:solidFill>
                <a:latin typeface="Georgia" panose="02040502050405020303" pitchFamily="18" charset="0"/>
              </a:defRPr>
            </a:lvl1pPr>
          </a:lstStyle>
          <a:p>
            <a:pPr lvl="0"/>
            <a:r>
              <a:rPr lang="en-US" dirty="0"/>
              <a:t>Name of person</a:t>
            </a:r>
          </a:p>
        </p:txBody>
      </p:sp>
      <p:sp>
        <p:nvSpPr>
          <p:cNvPr id="15"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16" name="TextBox 15"/>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17" name="Picture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8710866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stimonial for 1 with Background Color Option 2">
    <p:spTree>
      <p:nvGrpSpPr>
        <p:cNvPr id="1" name=""/>
        <p:cNvGrpSpPr/>
        <p:nvPr/>
      </p:nvGrpSpPr>
      <p:grpSpPr>
        <a:xfrm>
          <a:off x="0" y="0"/>
          <a:ext cx="0" cy="0"/>
          <a:chOff x="0" y="0"/>
          <a:chExt cx="0" cy="0"/>
        </a:xfrm>
      </p:grpSpPr>
      <p:sp>
        <p:nvSpPr>
          <p:cNvPr id="15" name="Rectangle 14"/>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userDrawn="1"/>
        </p:nvPicPr>
        <p:blipFill>
          <a:blip r:embed="rId2"/>
          <a:stretch>
            <a:fillRect/>
          </a:stretch>
        </p:blipFill>
        <p:spPr>
          <a:xfrm>
            <a:off x="5134547" y="3356228"/>
            <a:ext cx="1922906" cy="1429333"/>
          </a:xfrm>
          <a:prstGeom prst="rect">
            <a:avLst/>
          </a:prstGeom>
        </p:spPr>
      </p:pic>
      <p:sp>
        <p:nvSpPr>
          <p:cNvPr id="9"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 name="Picture Placeholder 4"/>
          <p:cNvSpPr>
            <a:spLocks noGrp="1"/>
          </p:cNvSpPr>
          <p:nvPr>
            <p:ph type="pic" sz="quarter" idx="13"/>
          </p:nvPr>
        </p:nvSpPr>
        <p:spPr>
          <a:xfrm>
            <a:off x="5591175" y="2308225"/>
            <a:ext cx="1009650" cy="1009650"/>
          </a:xfrm>
          <a:prstGeom prst="rect">
            <a:avLst/>
          </a:prstGeom>
        </p:spPr>
        <p:txBody>
          <a:bodyPr/>
          <a:lstStyle>
            <a:lvl1pPr algn="ctr">
              <a:defRPr sz="1200">
                <a:solidFill>
                  <a:schemeClr val="bg1"/>
                </a:solidFill>
              </a:defRPr>
            </a:lvl1pPr>
          </a:lstStyle>
          <a:p>
            <a:endParaRPr lang="en-IN"/>
          </a:p>
        </p:txBody>
      </p:sp>
      <p:sp>
        <p:nvSpPr>
          <p:cNvPr id="24" name="Text Placeholder 22"/>
          <p:cNvSpPr>
            <a:spLocks noGrp="1"/>
          </p:cNvSpPr>
          <p:nvPr>
            <p:ph type="body" sz="quarter" idx="14" hasCustomPrompt="1"/>
          </p:nvPr>
        </p:nvSpPr>
        <p:spPr>
          <a:xfrm>
            <a:off x="1878051" y="3511549"/>
            <a:ext cx="8435899" cy="1289051"/>
          </a:xfrm>
          <a:prstGeom prst="rect">
            <a:avLst/>
          </a:prstGeom>
        </p:spPr>
        <p:txBody>
          <a:bodyPr/>
          <a:lstStyle>
            <a:lvl1pPr marL="0" indent="0" algn="ctr">
              <a:buClr>
                <a:srgbClr val="FF545F"/>
              </a:buClr>
              <a:buFont typeface="Arial" panose="020B0604020202020204" pitchFamily="34" charset="0"/>
              <a:buNone/>
              <a:defRPr sz="16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sp>
        <p:nvSpPr>
          <p:cNvPr id="37" name="Text Placeholder 22"/>
          <p:cNvSpPr>
            <a:spLocks noGrp="1"/>
          </p:cNvSpPr>
          <p:nvPr>
            <p:ph type="body" sz="quarter" idx="16" hasCustomPrompt="1"/>
          </p:nvPr>
        </p:nvSpPr>
        <p:spPr>
          <a:xfrm>
            <a:off x="1878051" y="5387139"/>
            <a:ext cx="8435899" cy="324343"/>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1878051" y="5086350"/>
            <a:ext cx="8435899" cy="324343"/>
          </a:xfrm>
          <a:prstGeom prst="rect">
            <a:avLst/>
          </a:prstGeom>
        </p:spPr>
        <p:txBody>
          <a:bodyPr/>
          <a:lstStyle>
            <a:lvl1pPr marL="0" indent="0" algn="ctr">
              <a:buClr>
                <a:srgbClr val="FF545F"/>
              </a:buClr>
              <a:buFont typeface="Arial" panose="020B0604020202020204" pitchFamily="34" charset="0"/>
              <a:buNone/>
              <a:defRPr sz="2000" spc="600">
                <a:solidFill>
                  <a:schemeClr val="bg1"/>
                </a:solidFill>
                <a:latin typeface="Georgia" panose="02040502050405020303" pitchFamily="18" charset="0"/>
              </a:defRPr>
            </a:lvl1pPr>
          </a:lstStyle>
          <a:p>
            <a:pPr lvl="0"/>
            <a:r>
              <a:rPr lang="en-US" dirty="0"/>
              <a:t>Name of person</a:t>
            </a:r>
          </a:p>
        </p:txBody>
      </p:sp>
      <p:pic>
        <p:nvPicPr>
          <p:cNvPr id="17" name="Picture 16"/>
          <p:cNvPicPr>
            <a:picLocks noChangeAspect="1"/>
          </p:cNvPicPr>
          <p:nvPr userDrawn="1"/>
        </p:nvPicPr>
        <p:blipFill>
          <a:blip r:embed="rId3"/>
          <a:stretch>
            <a:fillRect/>
          </a:stretch>
        </p:blipFill>
        <p:spPr>
          <a:xfrm>
            <a:off x="4572000" y="2729998"/>
            <a:ext cx="801213" cy="166096"/>
          </a:xfrm>
          <a:prstGeom prst="rect">
            <a:avLst/>
          </a:prstGeom>
        </p:spPr>
      </p:pic>
      <p:pic>
        <p:nvPicPr>
          <p:cNvPr id="18" name="Picture 17"/>
          <p:cNvPicPr>
            <a:picLocks noChangeAspect="1"/>
          </p:cNvPicPr>
          <p:nvPr userDrawn="1"/>
        </p:nvPicPr>
        <p:blipFill>
          <a:blip r:embed="rId3"/>
          <a:stretch>
            <a:fillRect/>
          </a:stretch>
        </p:blipFill>
        <p:spPr>
          <a:xfrm rot="10800000">
            <a:off x="6818787" y="2729998"/>
            <a:ext cx="801213" cy="166096"/>
          </a:xfrm>
          <a:prstGeom prst="rect">
            <a:avLst/>
          </a:prstGeom>
        </p:spPr>
      </p:pic>
      <p:sp>
        <p:nvSpPr>
          <p:cNvPr id="1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14" name="TextBox 1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1325888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stimonial for 3 with Background Color Option 1">
    <p:spTree>
      <p:nvGrpSpPr>
        <p:cNvPr id="1" name=""/>
        <p:cNvGrpSpPr/>
        <p:nvPr/>
      </p:nvGrpSpPr>
      <p:grpSpPr>
        <a:xfrm>
          <a:off x="0" y="0"/>
          <a:ext cx="0" cy="0"/>
          <a:chOff x="0" y="0"/>
          <a:chExt cx="0" cy="0"/>
        </a:xfrm>
      </p:grpSpPr>
      <p:sp>
        <p:nvSpPr>
          <p:cNvPr id="2" name="Rectangle 1"/>
          <p:cNvSpPr/>
          <p:nvPr userDrawn="1"/>
        </p:nvSpPr>
        <p:spPr>
          <a:xfrm>
            <a:off x="1" y="1"/>
            <a:ext cx="12201524"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3" name="Group 2"/>
          <p:cNvGrpSpPr/>
          <p:nvPr userDrawn="1"/>
        </p:nvGrpSpPr>
        <p:grpSpPr>
          <a:xfrm>
            <a:off x="4544677" y="2729998"/>
            <a:ext cx="2971800" cy="2316429"/>
            <a:chOff x="4234880" y="2729998"/>
            <a:chExt cx="2971800" cy="2316429"/>
          </a:xfrm>
        </p:grpSpPr>
        <p:pic>
          <p:nvPicPr>
            <p:cNvPr id="21" name="Picture 20"/>
            <p:cNvPicPr>
              <a:picLocks noChangeAspect="1"/>
            </p:cNvPicPr>
            <p:nvPr userDrawn="1"/>
          </p:nvPicPr>
          <p:blipFill>
            <a:blip r:embed="rId2"/>
            <a:stretch>
              <a:fillRect/>
            </a:stretch>
          </p:blipFill>
          <p:spPr>
            <a:xfrm>
              <a:off x="4629641" y="3429494"/>
              <a:ext cx="2182275" cy="1616933"/>
            </a:xfrm>
            <a:prstGeom prst="rect">
              <a:avLst/>
            </a:prstGeom>
          </p:spPr>
        </p:pic>
        <p:pic>
          <p:nvPicPr>
            <p:cNvPr id="23" name="Picture 22"/>
            <p:cNvPicPr>
              <a:picLocks noChangeAspect="1"/>
            </p:cNvPicPr>
            <p:nvPr userDrawn="1"/>
          </p:nvPicPr>
          <p:blipFill>
            <a:blip r:embed="rId3"/>
            <a:stretch>
              <a:fillRect/>
            </a:stretch>
          </p:blipFill>
          <p:spPr>
            <a:xfrm>
              <a:off x="4234880" y="2729998"/>
              <a:ext cx="801213" cy="166096"/>
            </a:xfrm>
            <a:prstGeom prst="rect">
              <a:avLst/>
            </a:prstGeom>
          </p:spPr>
        </p:pic>
        <p:pic>
          <p:nvPicPr>
            <p:cNvPr id="25" name="Picture 24"/>
            <p:cNvPicPr>
              <a:picLocks noChangeAspect="1"/>
            </p:cNvPicPr>
            <p:nvPr userDrawn="1"/>
          </p:nvPicPr>
          <p:blipFill>
            <a:blip r:embed="rId3"/>
            <a:stretch>
              <a:fillRect/>
            </a:stretch>
          </p:blipFill>
          <p:spPr>
            <a:xfrm rot="10800000">
              <a:off x="6405467" y="2729998"/>
              <a:ext cx="801213" cy="166096"/>
            </a:xfrm>
            <a:prstGeom prst="rect">
              <a:avLst/>
            </a:prstGeom>
          </p:spPr>
        </p:pic>
      </p:grpSp>
      <p:sp>
        <p:nvSpPr>
          <p:cNvPr id="5" name="Picture Placeholder 4"/>
          <p:cNvSpPr>
            <a:spLocks noGrp="1"/>
          </p:cNvSpPr>
          <p:nvPr>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pic>
        <p:nvPicPr>
          <p:cNvPr id="13" name="Picture 12"/>
          <p:cNvPicPr>
            <a:picLocks noChangeAspect="1"/>
          </p:cNvPicPr>
          <p:nvPr userDrawn="1"/>
        </p:nvPicPr>
        <p:blipFill>
          <a:blip r:embed="rId2"/>
          <a:stretch>
            <a:fillRect/>
          </a:stretch>
        </p:blipFill>
        <p:spPr>
          <a:xfrm>
            <a:off x="1362767" y="3429494"/>
            <a:ext cx="2182275" cy="1616933"/>
          </a:xfrm>
          <a:prstGeom prst="rect">
            <a:avLst/>
          </a:prstGeom>
        </p:spPr>
      </p:pic>
      <p:sp>
        <p:nvSpPr>
          <p:cNvPr id="24" name="Text Placeholder 22"/>
          <p:cNvSpPr>
            <a:spLocks noGrp="1"/>
          </p:cNvSpPr>
          <p:nvPr>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14" name="Picture 13"/>
          <p:cNvPicPr>
            <a:picLocks noChangeAspect="1"/>
          </p:cNvPicPr>
          <p:nvPr userDrawn="1"/>
        </p:nvPicPr>
        <p:blipFill>
          <a:blip r:embed="rId3"/>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3138593" y="2729998"/>
            <a:ext cx="801213" cy="166096"/>
          </a:xfrm>
          <a:prstGeom prst="rect">
            <a:avLst/>
          </a:prstGeom>
        </p:spPr>
      </p:pic>
      <p:sp>
        <p:nvSpPr>
          <p:cNvPr id="37" name="Text Placeholder 22"/>
          <p:cNvSpPr>
            <a:spLocks noGrp="1"/>
          </p:cNvSpPr>
          <p:nvPr>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20" name="Picture Placeholder 4"/>
          <p:cNvSpPr>
            <a:spLocks noGrp="1"/>
          </p:cNvSpPr>
          <p:nvPr>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27" name="Text Placeholder 22"/>
          <p:cNvSpPr>
            <a:spLocks noGrp="1"/>
          </p:cNvSpPr>
          <p:nvPr>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33" name="Picture Placeholder 4"/>
          <p:cNvSpPr>
            <a:spLocks noGrp="1"/>
          </p:cNvSpPr>
          <p:nvPr>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4" name="Picture 33"/>
          <p:cNvPicPr>
            <a:picLocks noChangeAspect="1"/>
          </p:cNvPicPr>
          <p:nvPr userDrawn="1"/>
        </p:nvPicPr>
        <p:blipFill>
          <a:blip r:embed="rId2"/>
          <a:stretch>
            <a:fillRect/>
          </a:stretch>
        </p:blipFill>
        <p:spPr>
          <a:xfrm>
            <a:off x="8519834" y="3429494"/>
            <a:ext cx="2182275" cy="1616933"/>
          </a:xfrm>
          <a:prstGeom prst="rect">
            <a:avLst/>
          </a:prstGeom>
        </p:spPr>
      </p:pic>
      <p:sp>
        <p:nvSpPr>
          <p:cNvPr id="38" name="Text Placeholder 22"/>
          <p:cNvSpPr>
            <a:spLocks noGrp="1"/>
          </p:cNvSpPr>
          <p:nvPr>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39" name="Picture 38"/>
          <p:cNvPicPr>
            <a:picLocks noChangeAspect="1"/>
          </p:cNvPicPr>
          <p:nvPr userDrawn="1"/>
        </p:nvPicPr>
        <p:blipFill>
          <a:blip r:embed="rId3"/>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stretch>
            <a:fillRect/>
          </a:stretch>
        </p:blipFill>
        <p:spPr>
          <a:xfrm rot="10800000">
            <a:off x="10295660" y="2729998"/>
            <a:ext cx="801213" cy="166096"/>
          </a:xfrm>
          <a:prstGeom prst="rect">
            <a:avLst/>
          </a:prstGeom>
        </p:spPr>
      </p:pic>
      <p:sp>
        <p:nvSpPr>
          <p:cNvPr id="41" name="Text Placeholder 22"/>
          <p:cNvSpPr>
            <a:spLocks noGrp="1"/>
          </p:cNvSpPr>
          <p:nvPr>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42" name="Text Placeholder 22"/>
          <p:cNvSpPr>
            <a:spLocks noGrp="1"/>
          </p:cNvSpPr>
          <p:nvPr>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45"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3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32" name="TextBox 3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43" name="Picture 4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15326870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stimonial for 3 with Background Color Option 2">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p:cNvPicPr>
            <a:picLocks noChangeAspect="1"/>
          </p:cNvPicPr>
          <p:nvPr userDrawn="1"/>
        </p:nvPicPr>
        <p:blipFill>
          <a:blip r:embed="rId2"/>
          <a:stretch>
            <a:fillRect/>
          </a:stretch>
        </p:blipFill>
        <p:spPr>
          <a:xfrm>
            <a:off x="5172646" y="3356228"/>
            <a:ext cx="1922906" cy="1429333"/>
          </a:xfrm>
          <a:prstGeom prst="rect">
            <a:avLst/>
          </a:prstGeom>
        </p:spPr>
      </p:pic>
      <p:pic>
        <p:nvPicPr>
          <p:cNvPr id="23" name="Picture 22"/>
          <p:cNvPicPr>
            <a:picLocks noChangeAspect="1"/>
          </p:cNvPicPr>
          <p:nvPr userDrawn="1"/>
        </p:nvPicPr>
        <p:blipFill>
          <a:blip r:embed="rId3"/>
          <a:stretch>
            <a:fillRect/>
          </a:stretch>
        </p:blipFill>
        <p:spPr>
          <a:xfrm>
            <a:off x="4544677" y="2729998"/>
            <a:ext cx="801213" cy="166096"/>
          </a:xfrm>
          <a:prstGeom prst="rect">
            <a:avLst/>
          </a:prstGeom>
        </p:spPr>
      </p:pic>
      <p:pic>
        <p:nvPicPr>
          <p:cNvPr id="25" name="Picture 24"/>
          <p:cNvPicPr>
            <a:picLocks noChangeAspect="1"/>
          </p:cNvPicPr>
          <p:nvPr userDrawn="1"/>
        </p:nvPicPr>
        <p:blipFill>
          <a:blip r:embed="rId3"/>
          <a:stretch>
            <a:fillRect/>
          </a:stretch>
        </p:blipFill>
        <p:spPr>
          <a:xfrm rot="10800000">
            <a:off x="6715264" y="2729998"/>
            <a:ext cx="801213" cy="166096"/>
          </a:xfrm>
          <a:prstGeom prst="rect">
            <a:avLst/>
          </a:prstGeom>
        </p:spPr>
      </p:pic>
      <p:sp>
        <p:nvSpPr>
          <p:cNvPr id="5" name="Picture Placeholder 4"/>
          <p:cNvSpPr>
            <a:spLocks noGrp="1"/>
          </p:cNvSpPr>
          <p:nvPr userDrawn="1">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pic>
        <p:nvPicPr>
          <p:cNvPr id="14" name="Picture 13"/>
          <p:cNvPicPr>
            <a:picLocks noChangeAspect="1"/>
          </p:cNvPicPr>
          <p:nvPr userDrawn="1"/>
        </p:nvPicPr>
        <p:blipFill>
          <a:blip r:embed="rId3"/>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3138593" y="2729998"/>
            <a:ext cx="801213" cy="166096"/>
          </a:xfrm>
          <a:prstGeom prst="rect">
            <a:avLst/>
          </a:prstGeom>
        </p:spPr>
      </p:pic>
      <p:sp>
        <p:nvSpPr>
          <p:cNvPr id="37" name="Text Placeholder 22"/>
          <p:cNvSpPr>
            <a:spLocks noGrp="1"/>
          </p:cNvSpPr>
          <p:nvPr userDrawn="1">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userDrawn="1">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20" name="Picture Placeholder 4"/>
          <p:cNvSpPr>
            <a:spLocks noGrp="1"/>
          </p:cNvSpPr>
          <p:nvPr userDrawn="1">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userDrawn="1">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33" name="Picture Placeholder 4"/>
          <p:cNvSpPr>
            <a:spLocks noGrp="1"/>
          </p:cNvSpPr>
          <p:nvPr userDrawn="1">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9" name="Picture 38"/>
          <p:cNvPicPr>
            <a:picLocks noChangeAspect="1"/>
          </p:cNvPicPr>
          <p:nvPr userDrawn="1"/>
        </p:nvPicPr>
        <p:blipFill>
          <a:blip r:embed="rId3"/>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stretch>
            <a:fillRect/>
          </a:stretch>
        </p:blipFill>
        <p:spPr>
          <a:xfrm rot="10800000">
            <a:off x="10295660" y="2729998"/>
            <a:ext cx="801213" cy="166096"/>
          </a:xfrm>
          <a:prstGeom prst="rect">
            <a:avLst/>
          </a:prstGeom>
        </p:spPr>
      </p:pic>
      <p:sp>
        <p:nvSpPr>
          <p:cNvPr id="41" name="Text Placeholder 22"/>
          <p:cNvSpPr>
            <a:spLocks noGrp="1"/>
          </p:cNvSpPr>
          <p:nvPr userDrawn="1">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42" name="Text Placeholder 22"/>
          <p:cNvSpPr>
            <a:spLocks noGrp="1"/>
          </p:cNvSpPr>
          <p:nvPr userDrawn="1">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pic>
        <p:nvPicPr>
          <p:cNvPr id="32" name="Picture 31"/>
          <p:cNvPicPr>
            <a:picLocks noChangeAspect="1"/>
          </p:cNvPicPr>
          <p:nvPr userDrawn="1"/>
        </p:nvPicPr>
        <p:blipFill>
          <a:blip r:embed="rId2"/>
          <a:stretch>
            <a:fillRect/>
          </a:stretch>
        </p:blipFill>
        <p:spPr>
          <a:xfrm>
            <a:off x="8649520" y="3356228"/>
            <a:ext cx="1922906" cy="1429333"/>
          </a:xfrm>
          <a:prstGeom prst="rect">
            <a:avLst/>
          </a:prstGeom>
        </p:spPr>
      </p:pic>
      <p:sp>
        <p:nvSpPr>
          <p:cNvPr id="38" name="Text Placeholder 22"/>
          <p:cNvSpPr>
            <a:spLocks noGrp="1"/>
          </p:cNvSpPr>
          <p:nvPr userDrawn="1">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43" name="Picture 42"/>
          <p:cNvPicPr>
            <a:picLocks noChangeAspect="1"/>
          </p:cNvPicPr>
          <p:nvPr userDrawn="1"/>
        </p:nvPicPr>
        <p:blipFill>
          <a:blip r:embed="rId2"/>
          <a:stretch>
            <a:fillRect/>
          </a:stretch>
        </p:blipFill>
        <p:spPr>
          <a:xfrm>
            <a:off x="1492453" y="3356228"/>
            <a:ext cx="1922906" cy="1429333"/>
          </a:xfrm>
          <a:prstGeom prst="rect">
            <a:avLst/>
          </a:prstGeom>
        </p:spPr>
      </p:pic>
      <p:sp>
        <p:nvSpPr>
          <p:cNvPr id="24" name="Text Placeholder 22"/>
          <p:cNvSpPr>
            <a:spLocks noGrp="1"/>
          </p:cNvSpPr>
          <p:nvPr userDrawn="1">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8"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9" name="TextBox 28"/>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34" name="Picture 3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103384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laceholder for 1 Option 1">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37757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377570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Georgia" charset="0"/>
              <a:ea typeface="Georgia" charset="0"/>
              <a:cs typeface="Georgia" charset="0"/>
            </a:endParaRPr>
          </a:p>
        </p:txBody>
      </p:sp>
      <p:sp>
        <p:nvSpPr>
          <p:cNvPr id="10" name="Triangle 3"/>
          <p:cNvSpPr/>
          <p:nvPr userDrawn="1"/>
        </p:nvSpPr>
        <p:spPr>
          <a:xfrm rot="5400000">
            <a:off x="4310417" y="4039485"/>
            <a:ext cx="3816697" cy="448733"/>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26" name="Text Placeholder 5"/>
          <p:cNvSpPr>
            <a:spLocks noGrp="1"/>
          </p:cNvSpPr>
          <p:nvPr>
            <p:ph type="body" sz="quarter" idx="18" hasCustomPrompt="1"/>
          </p:nvPr>
        </p:nvSpPr>
        <p:spPr>
          <a:xfrm>
            <a:off x="848977"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27" name="Text Placeholder 5"/>
          <p:cNvSpPr>
            <a:spLocks noGrp="1"/>
          </p:cNvSpPr>
          <p:nvPr>
            <p:ph type="body" sz="quarter" idx="19" hasCustomPrompt="1"/>
          </p:nvPr>
        </p:nvSpPr>
        <p:spPr>
          <a:xfrm>
            <a:off x="6781800"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Tree>
    <p:extLst>
      <p:ext uri="{BB962C8B-B14F-4D97-AF65-F5344CB8AC3E}">
        <p14:creationId xmlns:p14="http://schemas.microsoft.com/office/powerpoint/2010/main" val="37484189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laceholder for 1 Option 2">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37757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37757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Georgia" charset="0"/>
              <a:ea typeface="Georgia" charset="0"/>
              <a:cs typeface="Georgia" charset="0"/>
            </a:endParaRPr>
          </a:p>
        </p:txBody>
      </p:sp>
      <p:sp>
        <p:nvSpPr>
          <p:cNvPr id="10" name="Triangle 3"/>
          <p:cNvSpPr/>
          <p:nvPr userDrawn="1"/>
        </p:nvSpPr>
        <p:spPr>
          <a:xfrm rot="5400000">
            <a:off x="4310417" y="4039485"/>
            <a:ext cx="3816697" cy="44873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R="0" lvl="0" indent="0" fontAlgn="auto">
              <a:lnSpc>
                <a:spcPct val="100000"/>
              </a:lnSpc>
              <a:spcBef>
                <a:spcPts val="0"/>
              </a:spcBef>
              <a:spcAft>
                <a:spcPts val="0"/>
              </a:spcAft>
              <a:buClrTx/>
              <a:buSzTx/>
              <a:buFontTx/>
              <a:buNone/>
              <a:tabLst/>
            </a:pPr>
            <a:endParaRPr kumimoji="0" lang="en-US" b="0" i="0" u="none" strike="noStrike" cap="none" spc="0" normalizeH="0" baseline="0" noProof="0">
              <a:ln>
                <a:noFill/>
              </a:ln>
              <a:solidFill>
                <a:schemeClr val="bg1"/>
              </a:solidFill>
              <a:effectLst/>
              <a:uLnTx/>
              <a:uFillTx/>
              <a:latin typeface="Georgia" charset="0"/>
              <a:ea typeface="Georgia" charset="0"/>
              <a:cs typeface="Georgia" charset="0"/>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12" name="Text Placeholder 5"/>
          <p:cNvSpPr>
            <a:spLocks noGrp="1"/>
          </p:cNvSpPr>
          <p:nvPr>
            <p:ph type="body" sz="quarter" idx="18" hasCustomPrompt="1"/>
          </p:nvPr>
        </p:nvSpPr>
        <p:spPr>
          <a:xfrm>
            <a:off x="848977"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13" name="Text Placeholder 5"/>
          <p:cNvSpPr>
            <a:spLocks noGrp="1"/>
          </p:cNvSpPr>
          <p:nvPr>
            <p:ph type="body" sz="quarter" idx="19" hasCustomPrompt="1"/>
          </p:nvPr>
        </p:nvSpPr>
        <p:spPr>
          <a:xfrm>
            <a:off x="6781800"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Tree>
    <p:extLst>
      <p:ext uri="{BB962C8B-B14F-4D97-AF65-F5344CB8AC3E}">
        <p14:creationId xmlns:p14="http://schemas.microsoft.com/office/powerpoint/2010/main" val="40220959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1">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12336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10" name="Triangle 3"/>
          <p:cNvSpPr/>
          <p:nvPr userDrawn="1"/>
        </p:nvSpPr>
        <p:spPr>
          <a:xfrm rot="5400000">
            <a:off x="5595250" y="2754653"/>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Rectangle 10"/>
          <p:cNvSpPr/>
          <p:nvPr userDrawn="1"/>
        </p:nvSpPr>
        <p:spPr>
          <a:xfrm>
            <a:off x="5994400" y="3644294"/>
            <a:ext cx="5738606"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12" name="Rectangle 11"/>
          <p:cNvSpPr/>
          <p:nvPr userDrawn="1"/>
        </p:nvSpPr>
        <p:spPr>
          <a:xfrm>
            <a:off x="460744" y="3644294"/>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13" name="Rectangle 12"/>
          <p:cNvSpPr/>
          <p:nvPr userDrawn="1"/>
        </p:nvSpPr>
        <p:spPr>
          <a:xfrm>
            <a:off x="5994400" y="4925949"/>
            <a:ext cx="5738606"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22" name="Triangle 3"/>
          <p:cNvSpPr/>
          <p:nvPr userDrawn="1"/>
        </p:nvSpPr>
        <p:spPr>
          <a:xfrm rot="5400000">
            <a:off x="5595250" y="4045254"/>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3" name="Triangle 3"/>
          <p:cNvSpPr/>
          <p:nvPr userDrawn="1"/>
        </p:nvSpPr>
        <p:spPr>
          <a:xfrm rot="5400000">
            <a:off x="5595250" y="5318402"/>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6" name="Text Placeholder 5"/>
          <p:cNvSpPr>
            <a:spLocks noGrp="1"/>
          </p:cNvSpPr>
          <p:nvPr>
            <p:ph type="body" sz="quarter" idx="18" hasCustomPrompt="1"/>
          </p:nvPr>
        </p:nvSpPr>
        <p:spPr>
          <a:xfrm>
            <a:off x="6781800" y="2674219"/>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29" name="Text Placeholder 5"/>
          <p:cNvSpPr>
            <a:spLocks noGrp="1"/>
          </p:cNvSpPr>
          <p:nvPr>
            <p:ph type="body" sz="quarter" idx="19" hasCustomPrompt="1"/>
          </p:nvPr>
        </p:nvSpPr>
        <p:spPr>
          <a:xfrm>
            <a:off x="6781800" y="3953834"/>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0" name="Text Placeholder 5"/>
          <p:cNvSpPr>
            <a:spLocks noGrp="1"/>
          </p:cNvSpPr>
          <p:nvPr>
            <p:ph type="body" sz="quarter" idx="20" hasCustomPrompt="1"/>
          </p:nvPr>
        </p:nvSpPr>
        <p:spPr>
          <a:xfrm>
            <a:off x="6781800" y="5237968"/>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1" name="Text Placeholder 30"/>
          <p:cNvSpPr>
            <a:spLocks noGrp="1"/>
          </p:cNvSpPr>
          <p:nvPr>
            <p:ph type="body" sz="quarter" idx="21" hasCustomPrompt="1"/>
          </p:nvPr>
        </p:nvSpPr>
        <p:spPr>
          <a:xfrm>
            <a:off x="801872" y="2674219"/>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2" name="Rectangle 31"/>
          <p:cNvSpPr/>
          <p:nvPr userDrawn="1"/>
        </p:nvSpPr>
        <p:spPr>
          <a:xfrm>
            <a:off x="460744" y="4925949"/>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33" name="Text Placeholder 30"/>
          <p:cNvSpPr>
            <a:spLocks noGrp="1"/>
          </p:cNvSpPr>
          <p:nvPr>
            <p:ph type="body" sz="quarter" idx="22" hasCustomPrompt="1"/>
          </p:nvPr>
        </p:nvSpPr>
        <p:spPr>
          <a:xfrm>
            <a:off x="801872" y="3951528"/>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4" name="Text Placeholder 30"/>
          <p:cNvSpPr>
            <a:spLocks noGrp="1"/>
          </p:cNvSpPr>
          <p:nvPr>
            <p:ph type="body" sz="quarter" idx="23" hasCustomPrompt="1"/>
          </p:nvPr>
        </p:nvSpPr>
        <p:spPr>
          <a:xfrm>
            <a:off x="801872" y="5237968"/>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Tree>
    <p:extLst>
      <p:ext uri="{BB962C8B-B14F-4D97-AF65-F5344CB8AC3E}">
        <p14:creationId xmlns:p14="http://schemas.microsoft.com/office/powerpoint/2010/main" val="20070604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2">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4" name="Rectangle 23"/>
          <p:cNvSpPr/>
          <p:nvPr userDrawn="1"/>
        </p:nvSpPr>
        <p:spPr>
          <a:xfrm>
            <a:off x="4097868" y="1928160"/>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Parallelogram 24"/>
          <p:cNvSpPr/>
          <p:nvPr userDrawn="1"/>
        </p:nvSpPr>
        <p:spPr>
          <a:xfrm>
            <a:off x="3617383" y="1928160"/>
            <a:ext cx="960968" cy="1233639"/>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Rectangle 25"/>
          <p:cNvSpPr/>
          <p:nvPr userDrawn="1"/>
        </p:nvSpPr>
        <p:spPr>
          <a:xfrm>
            <a:off x="1066800" y="1928160"/>
            <a:ext cx="3031067"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7" name="Rectangle 26"/>
          <p:cNvSpPr/>
          <p:nvPr userDrawn="1"/>
        </p:nvSpPr>
        <p:spPr>
          <a:xfrm>
            <a:off x="457201" y="1928160"/>
            <a:ext cx="609599"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8" name="Rectangle 27"/>
          <p:cNvSpPr/>
          <p:nvPr userDrawn="1"/>
        </p:nvSpPr>
        <p:spPr>
          <a:xfrm>
            <a:off x="4097868" y="3356039"/>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617383" y="3356039"/>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1066800" y="3356039"/>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1" name="Rectangle 30"/>
          <p:cNvSpPr/>
          <p:nvPr userDrawn="1"/>
        </p:nvSpPr>
        <p:spPr>
          <a:xfrm>
            <a:off x="457201" y="3356039"/>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2" name="Rectangle 31"/>
          <p:cNvSpPr/>
          <p:nvPr userDrawn="1"/>
        </p:nvSpPr>
        <p:spPr>
          <a:xfrm>
            <a:off x="4097868" y="4783918"/>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3" name="Parallelogram 32"/>
          <p:cNvSpPr/>
          <p:nvPr userDrawn="1"/>
        </p:nvSpPr>
        <p:spPr>
          <a:xfrm>
            <a:off x="3617383" y="4783918"/>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Rectangle 33"/>
          <p:cNvSpPr/>
          <p:nvPr userDrawn="1"/>
        </p:nvSpPr>
        <p:spPr>
          <a:xfrm>
            <a:off x="1066800" y="4783918"/>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5" name="Rectangle 34"/>
          <p:cNvSpPr/>
          <p:nvPr userDrawn="1"/>
        </p:nvSpPr>
        <p:spPr>
          <a:xfrm>
            <a:off x="457201" y="4783918"/>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4" name="Text Placeholder 3"/>
          <p:cNvSpPr>
            <a:spLocks noGrp="1"/>
          </p:cNvSpPr>
          <p:nvPr>
            <p:ph type="body" sz="quarter" idx="13" hasCustomPrompt="1"/>
          </p:nvPr>
        </p:nvSpPr>
        <p:spPr>
          <a:xfrm>
            <a:off x="457200" y="2256784"/>
            <a:ext cx="619763" cy="571440"/>
          </a:xfrm>
          <a:prstGeom prst="rect">
            <a:avLst/>
          </a:prstGeom>
        </p:spPr>
        <p:txBody>
          <a:bodyPr anchor="ctr"/>
          <a:lstStyle>
            <a:lvl1pPr algn="ctr">
              <a:defRPr sz="5400">
                <a:solidFill>
                  <a:schemeClr val="bg1"/>
                </a:solidFill>
              </a:defRPr>
            </a:lvl1pPr>
          </a:lstStyle>
          <a:p>
            <a:pPr lvl="0"/>
            <a:r>
              <a:rPr lang="en-US" dirty="0"/>
              <a:t>1</a:t>
            </a:r>
            <a:endParaRPr lang="en-IN" dirty="0"/>
          </a:p>
        </p:txBody>
      </p:sp>
      <p:sp>
        <p:nvSpPr>
          <p:cNvPr id="36" name="Text Placeholder 3"/>
          <p:cNvSpPr>
            <a:spLocks noGrp="1"/>
          </p:cNvSpPr>
          <p:nvPr>
            <p:ph type="body" sz="quarter" idx="14" hasCustomPrompt="1"/>
          </p:nvPr>
        </p:nvSpPr>
        <p:spPr>
          <a:xfrm>
            <a:off x="457200" y="3691632"/>
            <a:ext cx="609599" cy="569421"/>
          </a:xfrm>
          <a:prstGeom prst="rect">
            <a:avLst/>
          </a:prstGeom>
        </p:spPr>
        <p:txBody>
          <a:bodyPr anchor="ctr"/>
          <a:lstStyle>
            <a:lvl1pPr algn="ctr">
              <a:defRPr sz="5400">
                <a:solidFill>
                  <a:schemeClr val="bg1"/>
                </a:solidFill>
              </a:defRPr>
            </a:lvl1pPr>
          </a:lstStyle>
          <a:p>
            <a:pPr lvl="0"/>
            <a:r>
              <a:rPr lang="en-US" dirty="0"/>
              <a:t>2</a:t>
            </a:r>
            <a:endParaRPr lang="en-IN" dirty="0"/>
          </a:p>
        </p:txBody>
      </p:sp>
      <p:sp>
        <p:nvSpPr>
          <p:cNvPr id="37" name="Text Placeholder 3"/>
          <p:cNvSpPr>
            <a:spLocks noGrp="1"/>
          </p:cNvSpPr>
          <p:nvPr>
            <p:ph type="body" sz="quarter" idx="15" hasCustomPrompt="1"/>
          </p:nvPr>
        </p:nvSpPr>
        <p:spPr>
          <a:xfrm>
            <a:off x="457200" y="4901745"/>
            <a:ext cx="609599" cy="905014"/>
          </a:xfrm>
          <a:prstGeom prst="rect">
            <a:avLst/>
          </a:prstGeom>
        </p:spPr>
        <p:txBody>
          <a:bodyPr anchor="ctr"/>
          <a:lstStyle>
            <a:lvl1pPr algn="ctr">
              <a:lnSpc>
                <a:spcPts val="6480"/>
              </a:lnSpc>
              <a:defRPr sz="5400">
                <a:solidFill>
                  <a:schemeClr val="bg1"/>
                </a:solidFill>
              </a:defRPr>
            </a:lvl1pPr>
          </a:lstStyle>
          <a:p>
            <a:pPr lvl="0"/>
            <a:r>
              <a:rPr lang="en-US" dirty="0"/>
              <a:t>3</a:t>
            </a:r>
            <a:endParaRPr lang="en-IN" dirty="0"/>
          </a:p>
        </p:txBody>
      </p:sp>
      <p:sp>
        <p:nvSpPr>
          <p:cNvPr id="38" name="Text Placeholder 5"/>
          <p:cNvSpPr>
            <a:spLocks noGrp="1"/>
          </p:cNvSpPr>
          <p:nvPr>
            <p:ph type="body" sz="quarter" idx="18" hasCustomPrompt="1"/>
          </p:nvPr>
        </p:nvSpPr>
        <p:spPr>
          <a:xfrm>
            <a:off x="1219200" y="2256783"/>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39" name="Text Placeholder 5"/>
          <p:cNvSpPr>
            <a:spLocks noGrp="1"/>
          </p:cNvSpPr>
          <p:nvPr>
            <p:ph type="body" sz="quarter" idx="19" hasCustomPrompt="1"/>
          </p:nvPr>
        </p:nvSpPr>
        <p:spPr>
          <a:xfrm>
            <a:off x="1219200" y="3684662"/>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40" name="Text Placeholder 5"/>
          <p:cNvSpPr>
            <a:spLocks noGrp="1"/>
          </p:cNvSpPr>
          <p:nvPr>
            <p:ph type="body" sz="quarter" idx="20" hasCustomPrompt="1"/>
          </p:nvPr>
        </p:nvSpPr>
        <p:spPr>
          <a:xfrm>
            <a:off x="1219200" y="5112541"/>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41" name="Text Placeholder 5"/>
          <p:cNvSpPr>
            <a:spLocks noGrp="1"/>
          </p:cNvSpPr>
          <p:nvPr>
            <p:ph type="body" sz="quarter" idx="21" hasCustomPrompt="1"/>
          </p:nvPr>
        </p:nvSpPr>
        <p:spPr>
          <a:xfrm>
            <a:off x="4796526" y="2256783"/>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
        <p:nvSpPr>
          <p:cNvPr id="42" name="Text Placeholder 5"/>
          <p:cNvSpPr>
            <a:spLocks noGrp="1"/>
          </p:cNvSpPr>
          <p:nvPr>
            <p:ph type="body" sz="quarter" idx="22" hasCustomPrompt="1"/>
          </p:nvPr>
        </p:nvSpPr>
        <p:spPr>
          <a:xfrm>
            <a:off x="4796526" y="3684662"/>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
        <p:nvSpPr>
          <p:cNvPr id="43" name="Text Placeholder 5"/>
          <p:cNvSpPr>
            <a:spLocks noGrp="1"/>
          </p:cNvSpPr>
          <p:nvPr>
            <p:ph type="body" sz="quarter" idx="23" hasCustomPrompt="1"/>
          </p:nvPr>
        </p:nvSpPr>
        <p:spPr>
          <a:xfrm>
            <a:off x="4796526" y="5117829"/>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Tree>
    <p:extLst>
      <p:ext uri="{BB962C8B-B14F-4D97-AF65-F5344CB8AC3E}">
        <p14:creationId xmlns:p14="http://schemas.microsoft.com/office/powerpoint/2010/main" val="1585556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3">
    <p:spTree>
      <p:nvGrpSpPr>
        <p:cNvPr id="1" name=""/>
        <p:cNvGrpSpPr/>
        <p:nvPr/>
      </p:nvGrpSpPr>
      <p:grpSpPr>
        <a:xfrm>
          <a:off x="0" y="0"/>
          <a:ext cx="0" cy="0"/>
          <a:chOff x="0" y="0"/>
          <a:chExt cx="0" cy="0"/>
        </a:xfrm>
      </p:grpSpPr>
      <p:sp>
        <p:nvSpPr>
          <p:cNvPr id="4" name="Rectangle 3"/>
          <p:cNvSpPr/>
          <p:nvPr userDrawn="1"/>
        </p:nvSpPr>
        <p:spPr>
          <a:xfrm>
            <a:off x="457200" y="1945849"/>
            <a:ext cx="11275806" cy="57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noFill/>
              </a:ln>
            </a:endParaRPr>
          </a:p>
        </p:txBody>
      </p:sp>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8" name="Rectangle 27"/>
          <p:cNvSpPr/>
          <p:nvPr userDrawn="1"/>
        </p:nvSpPr>
        <p:spPr>
          <a:xfrm>
            <a:off x="457199" y="2559541"/>
            <a:ext cx="3522121"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174109" y="2559542"/>
            <a:ext cx="805212" cy="800456"/>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464595" y="2559542"/>
            <a:ext cx="3095876" cy="8004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4" name="Text Placeholder 3"/>
          <p:cNvSpPr>
            <a:spLocks noGrp="1"/>
          </p:cNvSpPr>
          <p:nvPr userDrawn="1">
            <p:ph type="body" sz="quarter" idx="13" hasCustomPrompt="1"/>
          </p:nvPr>
        </p:nvSpPr>
        <p:spPr>
          <a:xfrm>
            <a:off x="457200" y="1945849"/>
            <a:ext cx="11275806" cy="571440"/>
          </a:xfrm>
          <a:prstGeom prst="rect">
            <a:avLst/>
          </a:prstGeom>
        </p:spPr>
        <p:txBody>
          <a:bodyPr anchor="ctr"/>
          <a:lstStyle>
            <a:lvl1pPr algn="ctr">
              <a:defRPr sz="20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IN" dirty="0"/>
          </a:p>
        </p:txBody>
      </p:sp>
      <p:sp>
        <p:nvSpPr>
          <p:cNvPr id="55" name="Text Placeholder 5"/>
          <p:cNvSpPr>
            <a:spLocks noGrp="1"/>
          </p:cNvSpPr>
          <p:nvPr userDrawn="1">
            <p:ph type="body" sz="quarter" idx="18" hasCustomPrompt="1"/>
          </p:nvPr>
        </p:nvSpPr>
        <p:spPr>
          <a:xfrm>
            <a:off x="609600"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6" name="Text Placeholder 5"/>
          <p:cNvSpPr>
            <a:spLocks noGrp="1"/>
          </p:cNvSpPr>
          <p:nvPr userDrawn="1">
            <p:ph type="body" sz="quarter" idx="21" hasCustomPrompt="1"/>
          </p:nvPr>
        </p:nvSpPr>
        <p:spPr>
          <a:xfrm>
            <a:off x="609600"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
        <p:nvSpPr>
          <p:cNvPr id="79" name="Rectangle 78"/>
          <p:cNvSpPr/>
          <p:nvPr userDrawn="1"/>
        </p:nvSpPr>
        <p:spPr>
          <a:xfrm>
            <a:off x="8210884" y="2559541"/>
            <a:ext cx="3522122"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80" name="Parallelogram 79"/>
          <p:cNvSpPr/>
          <p:nvPr userDrawn="1"/>
        </p:nvSpPr>
        <p:spPr>
          <a:xfrm>
            <a:off x="10927794" y="2559542"/>
            <a:ext cx="805212" cy="800456"/>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81" name="Rectangle 80"/>
          <p:cNvSpPr/>
          <p:nvPr userDrawn="1"/>
        </p:nvSpPr>
        <p:spPr>
          <a:xfrm>
            <a:off x="8218280" y="2559542"/>
            <a:ext cx="3095876" cy="8004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82" name="Text Placeholder 5"/>
          <p:cNvSpPr>
            <a:spLocks noGrp="1"/>
          </p:cNvSpPr>
          <p:nvPr>
            <p:ph type="body" sz="quarter" idx="22" hasCustomPrompt="1"/>
          </p:nvPr>
        </p:nvSpPr>
        <p:spPr>
          <a:xfrm>
            <a:off x="8363285"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83" name="Text Placeholder 5"/>
          <p:cNvSpPr>
            <a:spLocks noGrp="1"/>
          </p:cNvSpPr>
          <p:nvPr>
            <p:ph type="body" sz="quarter" idx="23" hasCustomPrompt="1"/>
          </p:nvPr>
        </p:nvSpPr>
        <p:spPr>
          <a:xfrm>
            <a:off x="8363285"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
        <p:nvSpPr>
          <p:cNvPr id="84" name="Rectangle 83"/>
          <p:cNvSpPr/>
          <p:nvPr userDrawn="1"/>
        </p:nvSpPr>
        <p:spPr>
          <a:xfrm>
            <a:off x="4334041" y="2559541"/>
            <a:ext cx="3522122"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85" name="Parallelogram 84"/>
          <p:cNvSpPr/>
          <p:nvPr userDrawn="1"/>
        </p:nvSpPr>
        <p:spPr>
          <a:xfrm>
            <a:off x="7050951" y="2559542"/>
            <a:ext cx="805212" cy="800456"/>
          </a:xfrm>
          <a:prstGeom prst="parallelogram">
            <a:avLst>
              <a:gd name="adj" fmla="val 490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86" name="Rectangle 85"/>
          <p:cNvSpPr/>
          <p:nvPr userDrawn="1"/>
        </p:nvSpPr>
        <p:spPr>
          <a:xfrm>
            <a:off x="4341437" y="2559542"/>
            <a:ext cx="3095876" cy="8004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87" name="Text Placeholder 5"/>
          <p:cNvSpPr>
            <a:spLocks noGrp="1"/>
          </p:cNvSpPr>
          <p:nvPr>
            <p:ph type="body" sz="quarter" idx="24" hasCustomPrompt="1"/>
          </p:nvPr>
        </p:nvSpPr>
        <p:spPr>
          <a:xfrm>
            <a:off x="4486442"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88" name="Text Placeholder 5"/>
          <p:cNvSpPr>
            <a:spLocks noGrp="1"/>
          </p:cNvSpPr>
          <p:nvPr>
            <p:ph type="body" sz="quarter" idx="25" hasCustomPrompt="1"/>
          </p:nvPr>
        </p:nvSpPr>
        <p:spPr>
          <a:xfrm>
            <a:off x="4486442"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Tree>
    <p:extLst>
      <p:ext uri="{BB962C8B-B14F-4D97-AF65-F5344CB8AC3E}">
        <p14:creationId xmlns:p14="http://schemas.microsoft.com/office/powerpoint/2010/main" val="12376187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laceholder for 4">
    <p:spTree>
      <p:nvGrpSpPr>
        <p:cNvPr id="1" name=""/>
        <p:cNvGrpSpPr/>
        <p:nvPr/>
      </p:nvGrpSpPr>
      <p:grpSpPr>
        <a:xfrm>
          <a:off x="0" y="0"/>
          <a:ext cx="0" cy="0"/>
          <a:chOff x="0" y="0"/>
          <a:chExt cx="0" cy="0"/>
        </a:xfrm>
      </p:grpSpPr>
      <p:sp>
        <p:nvSpPr>
          <p:cNvPr id="4" name="Rectangle 3"/>
          <p:cNvSpPr/>
          <p:nvPr userDrawn="1"/>
        </p:nvSpPr>
        <p:spPr>
          <a:xfrm>
            <a:off x="457200" y="1945849"/>
            <a:ext cx="11275806" cy="57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noFill/>
              </a:ln>
            </a:endParaRPr>
          </a:p>
        </p:txBody>
      </p:sp>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8" name="Rectangle 27"/>
          <p:cNvSpPr/>
          <p:nvPr userDrawn="1"/>
        </p:nvSpPr>
        <p:spPr>
          <a:xfrm>
            <a:off x="457199"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0" name="Rectangle 29"/>
          <p:cNvSpPr/>
          <p:nvPr userDrawn="1"/>
        </p:nvSpPr>
        <p:spPr>
          <a:xfrm>
            <a:off x="464596" y="2559542"/>
            <a:ext cx="2330480" cy="8004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4" name="Text Placeholder 3"/>
          <p:cNvSpPr>
            <a:spLocks noGrp="1"/>
          </p:cNvSpPr>
          <p:nvPr userDrawn="1">
            <p:ph type="body" sz="quarter" idx="13" hasCustomPrompt="1"/>
          </p:nvPr>
        </p:nvSpPr>
        <p:spPr>
          <a:xfrm>
            <a:off x="457200" y="1945849"/>
            <a:ext cx="11275806" cy="571440"/>
          </a:xfrm>
          <a:prstGeom prst="rect">
            <a:avLst/>
          </a:prstGeom>
        </p:spPr>
        <p:txBody>
          <a:bodyPr anchor="ctr"/>
          <a:lstStyle>
            <a:lvl1pPr algn="ctr">
              <a:defRPr sz="20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IN" dirty="0"/>
          </a:p>
        </p:txBody>
      </p:sp>
      <p:sp>
        <p:nvSpPr>
          <p:cNvPr id="56" name="Text Placeholder 5"/>
          <p:cNvSpPr>
            <a:spLocks noGrp="1"/>
          </p:cNvSpPr>
          <p:nvPr userDrawn="1">
            <p:ph type="body" sz="quarter" idx="21" hasCustomPrompt="1"/>
          </p:nvPr>
        </p:nvSpPr>
        <p:spPr>
          <a:xfrm>
            <a:off x="609601"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24" name="Parallelogram 23"/>
          <p:cNvSpPr/>
          <p:nvPr userDrawn="1"/>
        </p:nvSpPr>
        <p:spPr>
          <a:xfrm>
            <a:off x="2392470" y="2559542"/>
            <a:ext cx="805212" cy="800456"/>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5" name="Text Placeholder 5"/>
          <p:cNvSpPr>
            <a:spLocks noGrp="1"/>
          </p:cNvSpPr>
          <p:nvPr userDrawn="1">
            <p:ph type="body" sz="quarter" idx="18" hasCustomPrompt="1"/>
          </p:nvPr>
        </p:nvSpPr>
        <p:spPr>
          <a:xfrm>
            <a:off x="609601"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61" name="Rectangle 60"/>
          <p:cNvSpPr/>
          <p:nvPr userDrawn="1"/>
        </p:nvSpPr>
        <p:spPr>
          <a:xfrm>
            <a:off x="3302307"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2" name="Rectangle 61"/>
          <p:cNvSpPr/>
          <p:nvPr userDrawn="1"/>
        </p:nvSpPr>
        <p:spPr>
          <a:xfrm>
            <a:off x="6147415"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3" name="Rectangle 62"/>
          <p:cNvSpPr/>
          <p:nvPr userDrawn="1"/>
        </p:nvSpPr>
        <p:spPr>
          <a:xfrm>
            <a:off x="8992523"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4" name="Rectangle 63"/>
          <p:cNvSpPr/>
          <p:nvPr userDrawn="1"/>
        </p:nvSpPr>
        <p:spPr>
          <a:xfrm>
            <a:off x="3302307" y="2559542"/>
            <a:ext cx="2330480" cy="8004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65" name="Text Placeholder 5"/>
          <p:cNvSpPr>
            <a:spLocks noGrp="1"/>
          </p:cNvSpPr>
          <p:nvPr>
            <p:ph type="body" sz="quarter" idx="22" hasCustomPrompt="1"/>
          </p:nvPr>
        </p:nvSpPr>
        <p:spPr>
          <a:xfrm>
            <a:off x="3447312"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66" name="Parallelogram 65"/>
          <p:cNvSpPr/>
          <p:nvPr userDrawn="1"/>
        </p:nvSpPr>
        <p:spPr>
          <a:xfrm>
            <a:off x="5230181" y="2559542"/>
            <a:ext cx="805212" cy="800456"/>
          </a:xfrm>
          <a:prstGeom prst="parallelogram">
            <a:avLst>
              <a:gd name="adj" fmla="val 490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67" name="Text Placeholder 5"/>
          <p:cNvSpPr>
            <a:spLocks noGrp="1"/>
          </p:cNvSpPr>
          <p:nvPr>
            <p:ph type="body" sz="quarter" idx="23" hasCustomPrompt="1"/>
          </p:nvPr>
        </p:nvSpPr>
        <p:spPr>
          <a:xfrm>
            <a:off x="3447312"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68" name="Rectangle 67"/>
          <p:cNvSpPr/>
          <p:nvPr userDrawn="1"/>
        </p:nvSpPr>
        <p:spPr>
          <a:xfrm>
            <a:off x="6140018" y="2559542"/>
            <a:ext cx="2330480" cy="8004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69" name="Text Placeholder 5"/>
          <p:cNvSpPr>
            <a:spLocks noGrp="1"/>
          </p:cNvSpPr>
          <p:nvPr>
            <p:ph type="body" sz="quarter" idx="24" hasCustomPrompt="1"/>
          </p:nvPr>
        </p:nvSpPr>
        <p:spPr>
          <a:xfrm>
            <a:off x="6285023"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70" name="Parallelogram 69"/>
          <p:cNvSpPr/>
          <p:nvPr userDrawn="1"/>
        </p:nvSpPr>
        <p:spPr>
          <a:xfrm>
            <a:off x="8067892" y="2559542"/>
            <a:ext cx="805212" cy="800456"/>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1" name="Text Placeholder 5"/>
          <p:cNvSpPr>
            <a:spLocks noGrp="1"/>
          </p:cNvSpPr>
          <p:nvPr>
            <p:ph type="body" sz="quarter" idx="25" hasCustomPrompt="1"/>
          </p:nvPr>
        </p:nvSpPr>
        <p:spPr>
          <a:xfrm>
            <a:off x="6285023"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72" name="Rectangle 71"/>
          <p:cNvSpPr/>
          <p:nvPr userDrawn="1"/>
        </p:nvSpPr>
        <p:spPr>
          <a:xfrm>
            <a:off x="9002048" y="2559542"/>
            <a:ext cx="2330480" cy="8004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73" name="Text Placeholder 5"/>
          <p:cNvSpPr>
            <a:spLocks noGrp="1"/>
          </p:cNvSpPr>
          <p:nvPr>
            <p:ph type="body" sz="quarter" idx="26" hasCustomPrompt="1"/>
          </p:nvPr>
        </p:nvSpPr>
        <p:spPr>
          <a:xfrm>
            <a:off x="9147053"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74" name="Parallelogram 73"/>
          <p:cNvSpPr/>
          <p:nvPr userDrawn="1"/>
        </p:nvSpPr>
        <p:spPr>
          <a:xfrm>
            <a:off x="10929922" y="2559542"/>
            <a:ext cx="805212" cy="800456"/>
          </a:xfrm>
          <a:prstGeom prst="parallelogram">
            <a:avLst>
              <a:gd name="adj" fmla="val 4909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5" name="Text Placeholder 5"/>
          <p:cNvSpPr>
            <a:spLocks noGrp="1"/>
          </p:cNvSpPr>
          <p:nvPr>
            <p:ph type="body" sz="quarter" idx="27" hasCustomPrompt="1"/>
          </p:nvPr>
        </p:nvSpPr>
        <p:spPr>
          <a:xfrm>
            <a:off x="9147053"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Tree>
    <p:extLst>
      <p:ext uri="{BB962C8B-B14F-4D97-AF65-F5344CB8AC3E}">
        <p14:creationId xmlns:p14="http://schemas.microsoft.com/office/powerpoint/2010/main" val="29522251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laceholder for 5">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grpSp>
        <p:nvGrpSpPr>
          <p:cNvPr id="2" name="Group 1"/>
          <p:cNvGrpSpPr/>
          <p:nvPr userDrawn="1"/>
        </p:nvGrpSpPr>
        <p:grpSpPr>
          <a:xfrm>
            <a:off x="457201" y="3656214"/>
            <a:ext cx="11275805" cy="800456"/>
            <a:chOff x="457201" y="2058786"/>
            <a:chExt cx="11275805" cy="1233639"/>
          </a:xfrm>
        </p:grpSpPr>
        <p:sp>
          <p:nvSpPr>
            <p:cNvPr id="24" name="Rectangle 23"/>
            <p:cNvSpPr/>
            <p:nvPr userDrawn="1"/>
          </p:nvSpPr>
          <p:spPr>
            <a:xfrm>
              <a:off x="4097868" y="2058786"/>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Parallelogram 24"/>
            <p:cNvSpPr/>
            <p:nvPr userDrawn="1"/>
          </p:nvSpPr>
          <p:spPr>
            <a:xfrm>
              <a:off x="3617383" y="2058786"/>
              <a:ext cx="960968" cy="1233639"/>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Rectangle 25"/>
            <p:cNvSpPr/>
            <p:nvPr userDrawn="1"/>
          </p:nvSpPr>
          <p:spPr>
            <a:xfrm>
              <a:off x="1066800" y="2058786"/>
              <a:ext cx="3031067"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7" name="Rectangle 26"/>
            <p:cNvSpPr/>
            <p:nvPr userDrawn="1"/>
          </p:nvSpPr>
          <p:spPr>
            <a:xfrm>
              <a:off x="457201" y="2058786"/>
              <a:ext cx="609599"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3" name="Group 2"/>
          <p:cNvGrpSpPr/>
          <p:nvPr userDrawn="1"/>
        </p:nvGrpSpPr>
        <p:grpSpPr>
          <a:xfrm>
            <a:off x="457201" y="1943006"/>
            <a:ext cx="11275805" cy="800456"/>
            <a:chOff x="457201" y="3486665"/>
            <a:chExt cx="11275805" cy="1233639"/>
          </a:xfrm>
        </p:grpSpPr>
        <p:sp>
          <p:nvSpPr>
            <p:cNvPr id="28" name="Rectangle 27"/>
            <p:cNvSpPr/>
            <p:nvPr userDrawn="1"/>
          </p:nvSpPr>
          <p:spPr>
            <a:xfrm>
              <a:off x="4097868" y="3486665"/>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617383" y="3486665"/>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1066800" y="3486665"/>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1" name="Rectangle 30"/>
            <p:cNvSpPr/>
            <p:nvPr userDrawn="1"/>
          </p:nvSpPr>
          <p:spPr>
            <a:xfrm>
              <a:off x="457201" y="3486665"/>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5" name="Group 4"/>
          <p:cNvGrpSpPr/>
          <p:nvPr userDrawn="1"/>
        </p:nvGrpSpPr>
        <p:grpSpPr>
          <a:xfrm>
            <a:off x="457201" y="2799610"/>
            <a:ext cx="11275805" cy="800456"/>
            <a:chOff x="457201" y="4914544"/>
            <a:chExt cx="11275805" cy="1233639"/>
          </a:xfrm>
        </p:grpSpPr>
        <p:sp>
          <p:nvSpPr>
            <p:cNvPr id="32" name="Rectangle 31"/>
            <p:cNvSpPr/>
            <p:nvPr userDrawn="1"/>
          </p:nvSpPr>
          <p:spPr>
            <a:xfrm>
              <a:off x="4097868" y="4914544"/>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3" name="Parallelogram 32"/>
            <p:cNvSpPr/>
            <p:nvPr userDrawn="1"/>
          </p:nvSpPr>
          <p:spPr>
            <a:xfrm>
              <a:off x="3617383" y="4914544"/>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Rectangle 33"/>
            <p:cNvSpPr/>
            <p:nvPr userDrawn="1"/>
          </p:nvSpPr>
          <p:spPr>
            <a:xfrm>
              <a:off x="1066800" y="4914544"/>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5" name="Rectangle 34"/>
            <p:cNvSpPr/>
            <p:nvPr userDrawn="1"/>
          </p:nvSpPr>
          <p:spPr>
            <a:xfrm>
              <a:off x="457201" y="4914544"/>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44" name="Group 43"/>
          <p:cNvGrpSpPr/>
          <p:nvPr userDrawn="1"/>
        </p:nvGrpSpPr>
        <p:grpSpPr>
          <a:xfrm>
            <a:off x="457201" y="4512818"/>
            <a:ext cx="11275805" cy="800456"/>
            <a:chOff x="457201" y="3486665"/>
            <a:chExt cx="11275805" cy="1233639"/>
          </a:xfrm>
        </p:grpSpPr>
        <p:sp>
          <p:nvSpPr>
            <p:cNvPr id="45" name="Rectangle 44"/>
            <p:cNvSpPr/>
            <p:nvPr userDrawn="1"/>
          </p:nvSpPr>
          <p:spPr>
            <a:xfrm>
              <a:off x="4097868" y="3486665"/>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46" name="Parallelogram 45"/>
            <p:cNvSpPr/>
            <p:nvPr userDrawn="1"/>
          </p:nvSpPr>
          <p:spPr>
            <a:xfrm>
              <a:off x="3617383" y="3486665"/>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Rectangle 46"/>
            <p:cNvSpPr/>
            <p:nvPr userDrawn="1"/>
          </p:nvSpPr>
          <p:spPr>
            <a:xfrm>
              <a:off x="1066800" y="3486665"/>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48" name="Rectangle 47"/>
            <p:cNvSpPr/>
            <p:nvPr userDrawn="1"/>
          </p:nvSpPr>
          <p:spPr>
            <a:xfrm>
              <a:off x="457201" y="3486665"/>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49" name="Group 48"/>
          <p:cNvGrpSpPr/>
          <p:nvPr userDrawn="1"/>
        </p:nvGrpSpPr>
        <p:grpSpPr>
          <a:xfrm>
            <a:off x="457201" y="5369423"/>
            <a:ext cx="11275805" cy="800456"/>
            <a:chOff x="457201" y="4914544"/>
            <a:chExt cx="11275805" cy="1233639"/>
          </a:xfrm>
        </p:grpSpPr>
        <p:sp>
          <p:nvSpPr>
            <p:cNvPr id="50" name="Rectangle 49"/>
            <p:cNvSpPr/>
            <p:nvPr userDrawn="1"/>
          </p:nvSpPr>
          <p:spPr>
            <a:xfrm>
              <a:off x="4097868" y="4914544"/>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51" name="Parallelogram 50"/>
            <p:cNvSpPr/>
            <p:nvPr userDrawn="1"/>
          </p:nvSpPr>
          <p:spPr>
            <a:xfrm>
              <a:off x="3617383" y="4914544"/>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2" name="Rectangle 51"/>
            <p:cNvSpPr/>
            <p:nvPr userDrawn="1"/>
          </p:nvSpPr>
          <p:spPr>
            <a:xfrm>
              <a:off x="1066800" y="4914544"/>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3" name="Rectangle 52"/>
            <p:cNvSpPr/>
            <p:nvPr userDrawn="1"/>
          </p:nvSpPr>
          <p:spPr>
            <a:xfrm>
              <a:off x="457201" y="4914544"/>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sp>
        <p:nvSpPr>
          <p:cNvPr id="54" name="Text Placeholder 3"/>
          <p:cNvSpPr>
            <a:spLocks noGrp="1"/>
          </p:cNvSpPr>
          <p:nvPr>
            <p:ph type="body" sz="quarter" idx="13" hasCustomPrompt="1"/>
          </p:nvPr>
        </p:nvSpPr>
        <p:spPr>
          <a:xfrm>
            <a:off x="457200" y="2019554"/>
            <a:ext cx="619763" cy="571440"/>
          </a:xfrm>
          <a:prstGeom prst="rect">
            <a:avLst/>
          </a:prstGeom>
        </p:spPr>
        <p:txBody>
          <a:bodyPr anchor="ctr"/>
          <a:lstStyle>
            <a:lvl1pPr algn="ctr">
              <a:defRPr sz="5400">
                <a:solidFill>
                  <a:schemeClr val="bg1"/>
                </a:solidFill>
              </a:defRPr>
            </a:lvl1pPr>
          </a:lstStyle>
          <a:p>
            <a:pPr lvl="0"/>
            <a:r>
              <a:rPr lang="en-US" dirty="0"/>
              <a:t>1</a:t>
            </a:r>
            <a:endParaRPr lang="en-IN" dirty="0"/>
          </a:p>
        </p:txBody>
      </p:sp>
      <p:sp>
        <p:nvSpPr>
          <p:cNvPr id="55" name="Text Placeholder 5"/>
          <p:cNvSpPr>
            <a:spLocks noGrp="1"/>
          </p:cNvSpPr>
          <p:nvPr>
            <p:ph type="body" sz="quarter" idx="18" hasCustomPrompt="1"/>
          </p:nvPr>
        </p:nvSpPr>
        <p:spPr>
          <a:xfrm>
            <a:off x="1219200" y="2055039"/>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6" name="Text Placeholder 5"/>
          <p:cNvSpPr>
            <a:spLocks noGrp="1"/>
          </p:cNvSpPr>
          <p:nvPr>
            <p:ph type="body" sz="quarter" idx="21" hasCustomPrompt="1"/>
          </p:nvPr>
        </p:nvSpPr>
        <p:spPr>
          <a:xfrm>
            <a:off x="4796526" y="2055039"/>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57" name="Text Placeholder 3"/>
          <p:cNvSpPr>
            <a:spLocks noGrp="1"/>
          </p:cNvSpPr>
          <p:nvPr>
            <p:ph type="body" sz="quarter" idx="22" hasCustomPrompt="1"/>
          </p:nvPr>
        </p:nvSpPr>
        <p:spPr>
          <a:xfrm>
            <a:off x="457200" y="2856546"/>
            <a:ext cx="619763" cy="571440"/>
          </a:xfrm>
          <a:prstGeom prst="rect">
            <a:avLst/>
          </a:prstGeom>
        </p:spPr>
        <p:txBody>
          <a:bodyPr anchor="ctr"/>
          <a:lstStyle>
            <a:lvl1pPr algn="ctr">
              <a:defRPr sz="5400">
                <a:solidFill>
                  <a:schemeClr val="bg1"/>
                </a:solidFill>
              </a:defRPr>
            </a:lvl1pPr>
          </a:lstStyle>
          <a:p>
            <a:pPr lvl="0"/>
            <a:r>
              <a:rPr lang="en-US" dirty="0"/>
              <a:t>2</a:t>
            </a:r>
            <a:endParaRPr lang="en-IN" dirty="0"/>
          </a:p>
        </p:txBody>
      </p:sp>
      <p:sp>
        <p:nvSpPr>
          <p:cNvPr id="58" name="Text Placeholder 5"/>
          <p:cNvSpPr>
            <a:spLocks noGrp="1"/>
          </p:cNvSpPr>
          <p:nvPr>
            <p:ph type="body" sz="quarter" idx="23" hasCustomPrompt="1"/>
          </p:nvPr>
        </p:nvSpPr>
        <p:spPr>
          <a:xfrm>
            <a:off x="1219200" y="2919038"/>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9" name="Text Placeholder 5"/>
          <p:cNvSpPr>
            <a:spLocks noGrp="1"/>
          </p:cNvSpPr>
          <p:nvPr>
            <p:ph type="body" sz="quarter" idx="24" hasCustomPrompt="1"/>
          </p:nvPr>
        </p:nvSpPr>
        <p:spPr>
          <a:xfrm>
            <a:off x="4796526" y="2919038"/>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0" name="Text Placeholder 3"/>
          <p:cNvSpPr>
            <a:spLocks noGrp="1"/>
          </p:cNvSpPr>
          <p:nvPr>
            <p:ph type="body" sz="quarter" idx="25" hasCustomPrompt="1"/>
          </p:nvPr>
        </p:nvSpPr>
        <p:spPr>
          <a:xfrm>
            <a:off x="457200" y="3671005"/>
            <a:ext cx="619763" cy="571440"/>
          </a:xfrm>
          <a:prstGeom prst="rect">
            <a:avLst/>
          </a:prstGeom>
        </p:spPr>
        <p:txBody>
          <a:bodyPr anchor="ctr"/>
          <a:lstStyle>
            <a:lvl1pPr algn="ctr">
              <a:defRPr sz="5400">
                <a:solidFill>
                  <a:schemeClr val="bg1"/>
                </a:solidFill>
              </a:defRPr>
            </a:lvl1pPr>
          </a:lstStyle>
          <a:p>
            <a:pPr lvl="0"/>
            <a:r>
              <a:rPr lang="en-US" dirty="0"/>
              <a:t>3</a:t>
            </a:r>
            <a:endParaRPr lang="en-IN" dirty="0"/>
          </a:p>
        </p:txBody>
      </p:sp>
      <p:sp>
        <p:nvSpPr>
          <p:cNvPr id="61" name="Text Placeholder 5"/>
          <p:cNvSpPr>
            <a:spLocks noGrp="1"/>
          </p:cNvSpPr>
          <p:nvPr>
            <p:ph type="body" sz="quarter" idx="26" hasCustomPrompt="1"/>
          </p:nvPr>
        </p:nvSpPr>
        <p:spPr>
          <a:xfrm>
            <a:off x="1219200" y="3775642"/>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2" name="Text Placeholder 5"/>
          <p:cNvSpPr>
            <a:spLocks noGrp="1"/>
          </p:cNvSpPr>
          <p:nvPr>
            <p:ph type="body" sz="quarter" idx="27" hasCustomPrompt="1"/>
          </p:nvPr>
        </p:nvSpPr>
        <p:spPr>
          <a:xfrm>
            <a:off x="4796526" y="3775642"/>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3" name="Text Placeholder 3"/>
          <p:cNvSpPr>
            <a:spLocks noGrp="1"/>
          </p:cNvSpPr>
          <p:nvPr>
            <p:ph type="body" sz="quarter" idx="28" hasCustomPrompt="1"/>
          </p:nvPr>
        </p:nvSpPr>
        <p:spPr>
          <a:xfrm>
            <a:off x="457200" y="4514555"/>
            <a:ext cx="619763" cy="571440"/>
          </a:xfrm>
          <a:prstGeom prst="rect">
            <a:avLst/>
          </a:prstGeom>
        </p:spPr>
        <p:txBody>
          <a:bodyPr anchor="ctr"/>
          <a:lstStyle>
            <a:lvl1pPr algn="ctr">
              <a:defRPr sz="5400">
                <a:solidFill>
                  <a:schemeClr val="bg1"/>
                </a:solidFill>
              </a:defRPr>
            </a:lvl1pPr>
          </a:lstStyle>
          <a:p>
            <a:pPr lvl="0"/>
            <a:r>
              <a:rPr lang="en-US" dirty="0"/>
              <a:t>4</a:t>
            </a:r>
            <a:endParaRPr lang="en-IN" dirty="0"/>
          </a:p>
        </p:txBody>
      </p:sp>
      <p:sp>
        <p:nvSpPr>
          <p:cNvPr id="64" name="Text Placeholder 5"/>
          <p:cNvSpPr>
            <a:spLocks noGrp="1"/>
          </p:cNvSpPr>
          <p:nvPr>
            <p:ph type="body" sz="quarter" idx="29" hasCustomPrompt="1"/>
          </p:nvPr>
        </p:nvSpPr>
        <p:spPr>
          <a:xfrm>
            <a:off x="1219200" y="4632246"/>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5" name="Text Placeholder 5"/>
          <p:cNvSpPr>
            <a:spLocks noGrp="1"/>
          </p:cNvSpPr>
          <p:nvPr>
            <p:ph type="body" sz="quarter" idx="30" hasCustomPrompt="1"/>
          </p:nvPr>
        </p:nvSpPr>
        <p:spPr>
          <a:xfrm>
            <a:off x="4796526" y="4632246"/>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7" name="Text Placeholder 5"/>
          <p:cNvSpPr>
            <a:spLocks noGrp="1"/>
          </p:cNvSpPr>
          <p:nvPr>
            <p:ph type="body" sz="quarter" idx="32" hasCustomPrompt="1"/>
          </p:nvPr>
        </p:nvSpPr>
        <p:spPr>
          <a:xfrm>
            <a:off x="1219200" y="5483537"/>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8" name="Text Placeholder 5"/>
          <p:cNvSpPr>
            <a:spLocks noGrp="1"/>
          </p:cNvSpPr>
          <p:nvPr>
            <p:ph type="body" sz="quarter" idx="33" hasCustomPrompt="1"/>
          </p:nvPr>
        </p:nvSpPr>
        <p:spPr>
          <a:xfrm>
            <a:off x="4796526" y="5483537"/>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71" name="Text Placeholder 3"/>
          <p:cNvSpPr>
            <a:spLocks noGrp="1"/>
          </p:cNvSpPr>
          <p:nvPr>
            <p:ph type="body" sz="quarter" idx="34" hasCustomPrompt="1"/>
          </p:nvPr>
        </p:nvSpPr>
        <p:spPr>
          <a:xfrm>
            <a:off x="457200" y="5363404"/>
            <a:ext cx="619763" cy="571440"/>
          </a:xfrm>
          <a:prstGeom prst="rect">
            <a:avLst/>
          </a:prstGeom>
        </p:spPr>
        <p:txBody>
          <a:bodyPr anchor="ctr"/>
          <a:lstStyle>
            <a:lvl1pPr algn="ctr">
              <a:defRPr sz="5400">
                <a:solidFill>
                  <a:schemeClr val="bg1"/>
                </a:solidFill>
              </a:defRPr>
            </a:lvl1pPr>
          </a:lstStyle>
          <a:p>
            <a:pPr lvl="0"/>
            <a:r>
              <a:rPr lang="en-US" dirty="0"/>
              <a:t>5</a:t>
            </a:r>
            <a:endParaRPr lang="en-IN" dirty="0"/>
          </a:p>
        </p:txBody>
      </p:sp>
    </p:spTree>
    <p:extLst>
      <p:ext uri="{BB962C8B-B14F-4D97-AF65-F5344CB8AC3E}">
        <p14:creationId xmlns:p14="http://schemas.microsoft.com/office/powerpoint/2010/main" val="39981227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phics with Content for 4 Dimensions">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pic>
        <p:nvPicPr>
          <p:cNvPr id="29" name="Picture 2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81450" y="1905000"/>
            <a:ext cx="4229100" cy="4393282"/>
          </a:xfrm>
          <a:prstGeom prst="rect">
            <a:avLst/>
          </a:prstGeom>
        </p:spPr>
      </p:pic>
      <p:sp>
        <p:nvSpPr>
          <p:cNvPr id="32" name="Text Placeholder 22"/>
          <p:cNvSpPr>
            <a:spLocks noGrp="1"/>
          </p:cNvSpPr>
          <p:nvPr>
            <p:ph type="body" sz="quarter" idx="13" hasCustomPrompt="1"/>
          </p:nvPr>
        </p:nvSpPr>
        <p:spPr>
          <a:xfrm>
            <a:off x="457200" y="2532744"/>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3" name="Text Placeholder 22"/>
          <p:cNvSpPr>
            <a:spLocks noGrp="1"/>
          </p:cNvSpPr>
          <p:nvPr>
            <p:ph type="body" sz="quarter" idx="14" hasCustomPrompt="1"/>
          </p:nvPr>
        </p:nvSpPr>
        <p:spPr>
          <a:xfrm>
            <a:off x="457200" y="1846944"/>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5" name="Text Placeholder 22"/>
          <p:cNvSpPr>
            <a:spLocks noGrp="1"/>
          </p:cNvSpPr>
          <p:nvPr>
            <p:ph type="body" sz="quarter" idx="15" hasCustomPrompt="1"/>
          </p:nvPr>
        </p:nvSpPr>
        <p:spPr>
          <a:xfrm>
            <a:off x="8310032" y="2532744"/>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6" name="Text Placeholder 22"/>
          <p:cNvSpPr>
            <a:spLocks noGrp="1"/>
          </p:cNvSpPr>
          <p:nvPr>
            <p:ph type="body" sz="quarter" idx="16" hasCustomPrompt="1"/>
          </p:nvPr>
        </p:nvSpPr>
        <p:spPr>
          <a:xfrm>
            <a:off x="8310032" y="1846944"/>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8" name="Text Placeholder 22"/>
          <p:cNvSpPr>
            <a:spLocks noGrp="1"/>
          </p:cNvSpPr>
          <p:nvPr>
            <p:ph type="body" sz="quarter" idx="17" hasCustomPrompt="1"/>
          </p:nvPr>
        </p:nvSpPr>
        <p:spPr>
          <a:xfrm>
            <a:off x="457200" y="4906978"/>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9" name="Text Placeholder 22"/>
          <p:cNvSpPr>
            <a:spLocks noGrp="1"/>
          </p:cNvSpPr>
          <p:nvPr>
            <p:ph type="body" sz="quarter" idx="18" hasCustomPrompt="1"/>
          </p:nvPr>
        </p:nvSpPr>
        <p:spPr>
          <a:xfrm>
            <a:off x="457200" y="4221178"/>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41" name="Text Placeholder 22"/>
          <p:cNvSpPr>
            <a:spLocks noGrp="1"/>
          </p:cNvSpPr>
          <p:nvPr>
            <p:ph type="body" sz="quarter" idx="19" hasCustomPrompt="1"/>
          </p:nvPr>
        </p:nvSpPr>
        <p:spPr>
          <a:xfrm>
            <a:off x="8310032" y="4906978"/>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42" name="Text Placeholder 22"/>
          <p:cNvSpPr>
            <a:spLocks noGrp="1"/>
          </p:cNvSpPr>
          <p:nvPr>
            <p:ph type="body" sz="quarter" idx="20" hasCustomPrompt="1"/>
          </p:nvPr>
        </p:nvSpPr>
        <p:spPr>
          <a:xfrm>
            <a:off x="8310032" y="4221178"/>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44" name="Text Placeholder 22"/>
          <p:cNvSpPr>
            <a:spLocks noGrp="1"/>
          </p:cNvSpPr>
          <p:nvPr>
            <p:ph type="body" sz="quarter" idx="21" hasCustomPrompt="1"/>
          </p:nvPr>
        </p:nvSpPr>
        <p:spPr>
          <a:xfrm rot="19402216">
            <a:off x="4526147" y="2699113"/>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5" name="Text Placeholder 22"/>
          <p:cNvSpPr>
            <a:spLocks noGrp="1"/>
          </p:cNvSpPr>
          <p:nvPr>
            <p:ph type="body" sz="quarter" idx="22" hasCustomPrompt="1"/>
          </p:nvPr>
        </p:nvSpPr>
        <p:spPr>
          <a:xfrm rot="1800000">
            <a:off x="6086947" y="2655893"/>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6" name="Text Placeholder 22"/>
          <p:cNvSpPr>
            <a:spLocks noGrp="1"/>
          </p:cNvSpPr>
          <p:nvPr>
            <p:ph type="body" sz="quarter" idx="23" hasCustomPrompt="1"/>
          </p:nvPr>
        </p:nvSpPr>
        <p:spPr>
          <a:xfrm rot="12807123">
            <a:off x="4191001" y="4282055"/>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7" name="Text Placeholder 22"/>
          <p:cNvSpPr>
            <a:spLocks noGrp="1"/>
          </p:cNvSpPr>
          <p:nvPr>
            <p:ph type="body" sz="quarter" idx="24" hasCustomPrompt="1"/>
          </p:nvPr>
        </p:nvSpPr>
        <p:spPr>
          <a:xfrm rot="8786600">
            <a:off x="6423414" y="4292297"/>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Tree>
    <p:extLst>
      <p:ext uri="{BB962C8B-B14F-4D97-AF65-F5344CB8AC3E}">
        <p14:creationId xmlns:p14="http://schemas.microsoft.com/office/powerpoint/2010/main" val="31802278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phics with Content for 6 Dimensions">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32" name="Text Placeholder 22"/>
          <p:cNvSpPr>
            <a:spLocks noGrp="1"/>
          </p:cNvSpPr>
          <p:nvPr>
            <p:ph type="body" sz="quarter" idx="13" hasCustomPrompt="1"/>
          </p:nvPr>
        </p:nvSpPr>
        <p:spPr>
          <a:xfrm>
            <a:off x="457200" y="2219326"/>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33" name="Text Placeholder 22"/>
          <p:cNvSpPr>
            <a:spLocks noGrp="1"/>
          </p:cNvSpPr>
          <p:nvPr>
            <p:ph type="body" sz="quarter" idx="14" hasCustomPrompt="1"/>
          </p:nvPr>
        </p:nvSpPr>
        <p:spPr>
          <a:xfrm>
            <a:off x="457200" y="1905000"/>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35" name="Text Placeholder 22"/>
          <p:cNvSpPr>
            <a:spLocks noGrp="1"/>
          </p:cNvSpPr>
          <p:nvPr>
            <p:ph type="body" sz="quarter" idx="15" hasCustomPrompt="1"/>
          </p:nvPr>
        </p:nvSpPr>
        <p:spPr>
          <a:xfrm>
            <a:off x="8310032" y="2223862"/>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36" name="Text Placeholder 22"/>
          <p:cNvSpPr>
            <a:spLocks noGrp="1"/>
          </p:cNvSpPr>
          <p:nvPr>
            <p:ph type="body" sz="quarter" idx="16" hasCustomPrompt="1"/>
          </p:nvPr>
        </p:nvSpPr>
        <p:spPr>
          <a:xfrm>
            <a:off x="8310032" y="1890486"/>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24" name="Trapezoid 23"/>
          <p:cNvSpPr/>
          <p:nvPr userDrawn="1"/>
        </p:nvSpPr>
        <p:spPr>
          <a:xfrm rot="5400000">
            <a:off x="3635208" y="3211877"/>
            <a:ext cx="2225271" cy="1155377"/>
          </a:xfrm>
          <a:prstGeom prst="trapezoid">
            <a:avLst>
              <a:gd name="adj" fmla="val 574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Trapezoid 24"/>
          <p:cNvSpPr/>
          <p:nvPr userDrawn="1"/>
        </p:nvSpPr>
        <p:spPr>
          <a:xfrm rot="9000000">
            <a:off x="4310915" y="2047217"/>
            <a:ext cx="2225271" cy="1155377"/>
          </a:xfrm>
          <a:prstGeom prst="trapezoid">
            <a:avLst>
              <a:gd name="adj" fmla="val 574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6" name="Trapezoid 25"/>
          <p:cNvSpPr/>
          <p:nvPr userDrawn="1"/>
        </p:nvSpPr>
        <p:spPr>
          <a:xfrm rot="1800000">
            <a:off x="4309933" y="4375474"/>
            <a:ext cx="2225271" cy="1155377"/>
          </a:xfrm>
          <a:prstGeom prst="trapezoid">
            <a:avLst>
              <a:gd name="adj" fmla="val 574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27" name="Trapezoid 26"/>
          <p:cNvSpPr/>
          <p:nvPr userDrawn="1"/>
        </p:nvSpPr>
        <p:spPr>
          <a:xfrm rot="16200000">
            <a:off x="6334282" y="3210814"/>
            <a:ext cx="2225271" cy="1155377"/>
          </a:xfrm>
          <a:prstGeom prst="trapezoid">
            <a:avLst>
              <a:gd name="adj" fmla="val 574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8" name="Trapezoid 27"/>
          <p:cNvSpPr/>
          <p:nvPr userDrawn="1"/>
        </p:nvSpPr>
        <p:spPr>
          <a:xfrm rot="19800000">
            <a:off x="5658575" y="4375474"/>
            <a:ext cx="2225271" cy="1155377"/>
          </a:xfrm>
          <a:prstGeom prst="trapezoid">
            <a:avLst>
              <a:gd name="adj" fmla="val 574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30" name="Trapezoid 29"/>
          <p:cNvSpPr/>
          <p:nvPr userDrawn="1"/>
        </p:nvSpPr>
        <p:spPr>
          <a:xfrm rot="12600000">
            <a:off x="5659557" y="2047217"/>
            <a:ext cx="2225271" cy="1155377"/>
          </a:xfrm>
          <a:prstGeom prst="trapezoid">
            <a:avLst>
              <a:gd name="adj" fmla="val 574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1" name="Text Placeholder 22"/>
          <p:cNvSpPr>
            <a:spLocks noGrp="1"/>
          </p:cNvSpPr>
          <p:nvPr>
            <p:ph type="body" sz="quarter" idx="21" hasCustomPrompt="1"/>
          </p:nvPr>
        </p:nvSpPr>
        <p:spPr>
          <a:xfrm rot="19743904">
            <a:off x="4636957" y="2049876"/>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8" name="Text Placeholder 22"/>
          <p:cNvSpPr>
            <a:spLocks noGrp="1"/>
          </p:cNvSpPr>
          <p:nvPr>
            <p:ph type="body" sz="quarter" idx="22" hasCustomPrompt="1"/>
          </p:nvPr>
        </p:nvSpPr>
        <p:spPr>
          <a:xfrm rot="1803890">
            <a:off x="6059785" y="2072732"/>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9" name="Text Placeholder 22"/>
          <p:cNvSpPr>
            <a:spLocks noGrp="1"/>
          </p:cNvSpPr>
          <p:nvPr>
            <p:ph type="body" sz="quarter" idx="23" hasCustomPrompt="1"/>
          </p:nvPr>
        </p:nvSpPr>
        <p:spPr>
          <a:xfrm rot="5400000">
            <a:off x="6758675" y="3339835"/>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0" name="Text Placeholder 22"/>
          <p:cNvSpPr>
            <a:spLocks noGrp="1"/>
          </p:cNvSpPr>
          <p:nvPr>
            <p:ph type="body" sz="quarter" idx="24" hasCustomPrompt="1"/>
          </p:nvPr>
        </p:nvSpPr>
        <p:spPr>
          <a:xfrm rot="16200000">
            <a:off x="3880567" y="3284572"/>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1" name="Text Placeholder 22"/>
          <p:cNvSpPr>
            <a:spLocks noGrp="1"/>
          </p:cNvSpPr>
          <p:nvPr>
            <p:ph type="body" sz="quarter" idx="25" hasCustomPrompt="1"/>
          </p:nvPr>
        </p:nvSpPr>
        <p:spPr>
          <a:xfrm rot="9000000">
            <a:off x="6071004" y="4517898"/>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2" name="Text Placeholder 22"/>
          <p:cNvSpPr>
            <a:spLocks noGrp="1"/>
          </p:cNvSpPr>
          <p:nvPr>
            <p:ph type="body" sz="quarter" idx="26" hasCustomPrompt="1"/>
          </p:nvPr>
        </p:nvSpPr>
        <p:spPr>
          <a:xfrm rot="12600000">
            <a:off x="4616287" y="4517899"/>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4" name="Text Placeholder 22"/>
          <p:cNvSpPr>
            <a:spLocks noGrp="1"/>
          </p:cNvSpPr>
          <p:nvPr>
            <p:ph type="body" sz="quarter" idx="27" hasCustomPrompt="1"/>
          </p:nvPr>
        </p:nvSpPr>
        <p:spPr>
          <a:xfrm>
            <a:off x="457200" y="3754660"/>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45" name="Text Placeholder 22"/>
          <p:cNvSpPr>
            <a:spLocks noGrp="1"/>
          </p:cNvSpPr>
          <p:nvPr>
            <p:ph type="body" sz="quarter" idx="28" hasCustomPrompt="1"/>
          </p:nvPr>
        </p:nvSpPr>
        <p:spPr>
          <a:xfrm>
            <a:off x="457200" y="3440334"/>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47" name="Text Placeholder 22"/>
          <p:cNvSpPr>
            <a:spLocks noGrp="1"/>
          </p:cNvSpPr>
          <p:nvPr>
            <p:ph type="body" sz="quarter" idx="29" hasCustomPrompt="1"/>
          </p:nvPr>
        </p:nvSpPr>
        <p:spPr>
          <a:xfrm>
            <a:off x="8310032" y="3773710"/>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53" name="Text Placeholder 22"/>
          <p:cNvSpPr>
            <a:spLocks noGrp="1"/>
          </p:cNvSpPr>
          <p:nvPr>
            <p:ph type="body" sz="quarter" idx="30" hasCustomPrompt="1"/>
          </p:nvPr>
        </p:nvSpPr>
        <p:spPr>
          <a:xfrm>
            <a:off x="8310032" y="3440334"/>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61" name="Text Placeholder 22"/>
          <p:cNvSpPr>
            <a:spLocks noGrp="1"/>
          </p:cNvSpPr>
          <p:nvPr>
            <p:ph type="body" sz="quarter" idx="31" hasCustomPrompt="1"/>
          </p:nvPr>
        </p:nvSpPr>
        <p:spPr>
          <a:xfrm>
            <a:off x="457200" y="5295901"/>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62" name="Text Placeholder 22"/>
          <p:cNvSpPr>
            <a:spLocks noGrp="1"/>
          </p:cNvSpPr>
          <p:nvPr>
            <p:ph type="body" sz="quarter" idx="32" hasCustomPrompt="1"/>
          </p:nvPr>
        </p:nvSpPr>
        <p:spPr>
          <a:xfrm>
            <a:off x="457200" y="4981575"/>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64" name="Text Placeholder 22"/>
          <p:cNvSpPr>
            <a:spLocks noGrp="1"/>
          </p:cNvSpPr>
          <p:nvPr>
            <p:ph type="body" sz="quarter" idx="33" hasCustomPrompt="1"/>
          </p:nvPr>
        </p:nvSpPr>
        <p:spPr>
          <a:xfrm>
            <a:off x="8310032" y="5314951"/>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65" name="Text Placeholder 22"/>
          <p:cNvSpPr>
            <a:spLocks noGrp="1"/>
          </p:cNvSpPr>
          <p:nvPr>
            <p:ph type="body" sz="quarter" idx="34" hasCustomPrompt="1"/>
          </p:nvPr>
        </p:nvSpPr>
        <p:spPr>
          <a:xfrm>
            <a:off x="8310032" y="4981575"/>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Tree>
    <p:extLst>
      <p:ext uri="{BB962C8B-B14F-4D97-AF65-F5344CB8AC3E}">
        <p14:creationId xmlns:p14="http://schemas.microsoft.com/office/powerpoint/2010/main" val="821328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cess steps">
    <p:spTree>
      <p:nvGrpSpPr>
        <p:cNvPr id="1" name=""/>
        <p:cNvGrpSpPr/>
        <p:nvPr/>
      </p:nvGrpSpPr>
      <p:grpSpPr>
        <a:xfrm>
          <a:off x="0" y="0"/>
          <a:ext cx="0" cy="0"/>
          <a:chOff x="0" y="0"/>
          <a:chExt cx="0" cy="0"/>
        </a:xfrm>
      </p:grpSpPr>
      <p:cxnSp>
        <p:nvCxnSpPr>
          <p:cNvPr id="3" name="Straight Connector 2"/>
          <p:cNvCxnSpPr/>
          <p:nvPr userDrawn="1"/>
        </p:nvCxnSpPr>
        <p:spPr>
          <a:xfrm>
            <a:off x="6019800" y="3236646"/>
            <a:ext cx="0" cy="362135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Oval 3"/>
          <p:cNvSpPr/>
          <p:nvPr userDrawn="1"/>
        </p:nvSpPr>
        <p:spPr>
          <a:xfrm>
            <a:off x="5486400" y="2703246"/>
            <a:ext cx="1066800" cy="1066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userDrawn="1"/>
        </p:nvSpPr>
        <p:spPr>
          <a:xfrm>
            <a:off x="5486400" y="4472920"/>
            <a:ext cx="1066800" cy="1066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22"/>
          <p:cNvSpPr>
            <a:spLocks noGrp="1"/>
          </p:cNvSpPr>
          <p:nvPr>
            <p:ph type="body" sz="quarter" idx="13" hasCustomPrompt="1"/>
          </p:nvPr>
        </p:nvSpPr>
        <p:spPr>
          <a:xfrm>
            <a:off x="6846684" y="2821877"/>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19" name="Text Placeholder 22"/>
          <p:cNvSpPr>
            <a:spLocks noGrp="1"/>
          </p:cNvSpPr>
          <p:nvPr>
            <p:ph type="body" sz="quarter" idx="18" hasCustomPrompt="1"/>
          </p:nvPr>
        </p:nvSpPr>
        <p:spPr>
          <a:xfrm>
            <a:off x="3657600" y="2988382"/>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0" name="Text Placeholder 22"/>
          <p:cNvSpPr>
            <a:spLocks noGrp="1"/>
          </p:cNvSpPr>
          <p:nvPr>
            <p:ph type="body" sz="quarter" idx="19" hasCustomPrompt="1"/>
          </p:nvPr>
        </p:nvSpPr>
        <p:spPr>
          <a:xfrm>
            <a:off x="6846684" y="4758056"/>
            <a:ext cx="1535316" cy="496528"/>
          </a:xfrm>
          <a:prstGeom prst="rect">
            <a:avLst/>
          </a:prstGeom>
        </p:spPr>
        <p:txBody>
          <a:bodyPr/>
          <a:lstStyle>
            <a:lvl1pPr marL="0" indent="0" algn="l">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3" name="Text Placeholder 22"/>
          <p:cNvSpPr>
            <a:spLocks noGrp="1"/>
          </p:cNvSpPr>
          <p:nvPr>
            <p:ph type="body" sz="quarter" idx="20" hasCustomPrompt="1"/>
          </p:nvPr>
        </p:nvSpPr>
        <p:spPr>
          <a:xfrm>
            <a:off x="2451714" y="4591551"/>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4" name="Text Placeholder 22"/>
          <p:cNvSpPr>
            <a:spLocks noGrp="1"/>
          </p:cNvSpPr>
          <p:nvPr>
            <p:ph type="body" sz="quarter" idx="21" hasCustomPrompt="1"/>
          </p:nvPr>
        </p:nvSpPr>
        <p:spPr>
          <a:xfrm>
            <a:off x="5764760" y="2977614"/>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1</a:t>
            </a:r>
          </a:p>
        </p:txBody>
      </p:sp>
      <p:sp>
        <p:nvSpPr>
          <p:cNvPr id="25" name="Text Placeholder 22"/>
          <p:cNvSpPr>
            <a:spLocks noGrp="1"/>
          </p:cNvSpPr>
          <p:nvPr>
            <p:ph type="body" sz="quarter" idx="22" hasCustomPrompt="1"/>
          </p:nvPr>
        </p:nvSpPr>
        <p:spPr>
          <a:xfrm>
            <a:off x="5764760" y="4757795"/>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2</a:t>
            </a:r>
          </a:p>
        </p:txBody>
      </p:sp>
      <p:sp>
        <p:nvSpPr>
          <p:cNvPr id="3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37" name="TextBox 3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38" name="Picture 37"/>
          <p:cNvPicPr>
            <a:picLocks noChangeAspect="1"/>
          </p:cNvPicPr>
          <p:nvPr userDrawn="1"/>
        </p:nvPicPr>
        <p:blipFill>
          <a:blip r:embed="rId2"/>
          <a:stretch>
            <a:fillRect/>
          </a:stretch>
        </p:blipFill>
        <p:spPr>
          <a:xfrm>
            <a:off x="10893034" y="6462131"/>
            <a:ext cx="839972" cy="309081"/>
          </a:xfrm>
          <a:prstGeom prst="rect">
            <a:avLst/>
          </a:prstGeom>
        </p:spPr>
      </p:pic>
      <p:sp>
        <p:nvSpPr>
          <p:cNvPr id="39" name="Text Placeholder 22"/>
          <p:cNvSpPr>
            <a:spLocks noGrp="1"/>
          </p:cNvSpPr>
          <p:nvPr>
            <p:ph type="body" sz="quarter" idx="11" hasCustomPrompt="1"/>
          </p:nvPr>
        </p:nvSpPr>
        <p:spPr>
          <a:xfrm>
            <a:off x="457199" y="445843"/>
            <a:ext cx="5525805"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40" name="Text Placeholder 22"/>
          <p:cNvSpPr>
            <a:spLocks noGrp="1"/>
          </p:cNvSpPr>
          <p:nvPr>
            <p:ph type="body" sz="quarter" idx="12" hasCustomPrompt="1"/>
          </p:nvPr>
        </p:nvSpPr>
        <p:spPr>
          <a:xfrm>
            <a:off x="457200" y="1022785"/>
            <a:ext cx="8153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Tree>
    <p:extLst>
      <p:ext uri="{BB962C8B-B14F-4D97-AF65-F5344CB8AC3E}">
        <p14:creationId xmlns:p14="http://schemas.microsoft.com/office/powerpoint/2010/main" val="28098984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rocess steps continue">
    <p:spTree>
      <p:nvGrpSpPr>
        <p:cNvPr id="1" name=""/>
        <p:cNvGrpSpPr/>
        <p:nvPr/>
      </p:nvGrpSpPr>
      <p:grpSpPr>
        <a:xfrm>
          <a:off x="0" y="0"/>
          <a:ext cx="0" cy="0"/>
          <a:chOff x="0" y="0"/>
          <a:chExt cx="0" cy="0"/>
        </a:xfrm>
      </p:grpSpPr>
      <p:cxnSp>
        <p:nvCxnSpPr>
          <p:cNvPr id="3" name="Straight Connector 2"/>
          <p:cNvCxnSpPr/>
          <p:nvPr userDrawn="1"/>
        </p:nvCxnSpPr>
        <p:spPr>
          <a:xfrm>
            <a:off x="6019800" y="1"/>
            <a:ext cx="0" cy="6864349"/>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Oval 3"/>
          <p:cNvSpPr/>
          <p:nvPr userDrawn="1"/>
        </p:nvSpPr>
        <p:spPr>
          <a:xfrm>
            <a:off x="5486400" y="1160463"/>
            <a:ext cx="1066800" cy="10668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userDrawn="1"/>
        </p:nvSpPr>
        <p:spPr>
          <a:xfrm>
            <a:off x="5486400" y="2648170"/>
            <a:ext cx="1066800" cy="1066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22"/>
          <p:cNvSpPr>
            <a:spLocks noGrp="1"/>
          </p:cNvSpPr>
          <p:nvPr>
            <p:ph type="body" sz="quarter" idx="13" hasCustomPrompt="1"/>
          </p:nvPr>
        </p:nvSpPr>
        <p:spPr>
          <a:xfrm>
            <a:off x="6846684" y="1279094"/>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19" name="Text Placeholder 22"/>
          <p:cNvSpPr>
            <a:spLocks noGrp="1"/>
          </p:cNvSpPr>
          <p:nvPr>
            <p:ph type="body" sz="quarter" idx="18" hasCustomPrompt="1"/>
          </p:nvPr>
        </p:nvSpPr>
        <p:spPr>
          <a:xfrm>
            <a:off x="3657600" y="1445599"/>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tx2"/>
                </a:solidFill>
                <a:latin typeface="Georgia" panose="02040502050405020303" pitchFamily="18" charset="0"/>
              </a:defRPr>
            </a:lvl1pPr>
          </a:lstStyle>
          <a:p>
            <a:pPr lvl="0"/>
            <a:r>
              <a:rPr lang="en-US" dirty="0"/>
              <a:t>Heading of 1st point</a:t>
            </a:r>
          </a:p>
        </p:txBody>
      </p:sp>
      <p:sp>
        <p:nvSpPr>
          <p:cNvPr id="20" name="Text Placeholder 22"/>
          <p:cNvSpPr>
            <a:spLocks noGrp="1"/>
          </p:cNvSpPr>
          <p:nvPr>
            <p:ph type="body" sz="quarter" idx="19" hasCustomPrompt="1"/>
          </p:nvPr>
        </p:nvSpPr>
        <p:spPr>
          <a:xfrm>
            <a:off x="6846684" y="2933306"/>
            <a:ext cx="1535316" cy="496528"/>
          </a:xfrm>
          <a:prstGeom prst="rect">
            <a:avLst/>
          </a:prstGeom>
        </p:spPr>
        <p:txBody>
          <a:bodyPr/>
          <a:lstStyle>
            <a:lvl1pPr marL="0" indent="0" algn="l">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3" name="Text Placeholder 22"/>
          <p:cNvSpPr>
            <a:spLocks noGrp="1"/>
          </p:cNvSpPr>
          <p:nvPr>
            <p:ph type="body" sz="quarter" idx="20" hasCustomPrompt="1"/>
          </p:nvPr>
        </p:nvSpPr>
        <p:spPr>
          <a:xfrm>
            <a:off x="2451714" y="2766801"/>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4" name="Text Placeholder 22"/>
          <p:cNvSpPr>
            <a:spLocks noGrp="1"/>
          </p:cNvSpPr>
          <p:nvPr>
            <p:ph type="body" sz="quarter" idx="21" hasCustomPrompt="1"/>
          </p:nvPr>
        </p:nvSpPr>
        <p:spPr>
          <a:xfrm>
            <a:off x="5764760" y="1434831"/>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1</a:t>
            </a:r>
          </a:p>
        </p:txBody>
      </p:sp>
      <p:sp>
        <p:nvSpPr>
          <p:cNvPr id="25" name="Text Placeholder 22"/>
          <p:cNvSpPr>
            <a:spLocks noGrp="1"/>
          </p:cNvSpPr>
          <p:nvPr>
            <p:ph type="body" sz="quarter" idx="22" hasCustomPrompt="1"/>
          </p:nvPr>
        </p:nvSpPr>
        <p:spPr>
          <a:xfrm>
            <a:off x="5764760" y="2933045"/>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2</a:t>
            </a:r>
          </a:p>
        </p:txBody>
      </p:sp>
      <p:sp>
        <p:nvSpPr>
          <p:cNvPr id="22" name="Oval 21"/>
          <p:cNvSpPr/>
          <p:nvPr userDrawn="1"/>
        </p:nvSpPr>
        <p:spPr>
          <a:xfrm>
            <a:off x="5486400" y="4254508"/>
            <a:ext cx="1066800" cy="1066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 Placeholder 22"/>
          <p:cNvSpPr>
            <a:spLocks noGrp="1"/>
          </p:cNvSpPr>
          <p:nvPr>
            <p:ph type="body" sz="quarter" idx="23" hasCustomPrompt="1"/>
          </p:nvPr>
        </p:nvSpPr>
        <p:spPr>
          <a:xfrm>
            <a:off x="6846684" y="4373139"/>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7" name="Text Placeholder 22"/>
          <p:cNvSpPr>
            <a:spLocks noGrp="1"/>
          </p:cNvSpPr>
          <p:nvPr>
            <p:ph type="body" sz="quarter" idx="24" hasCustomPrompt="1"/>
          </p:nvPr>
        </p:nvSpPr>
        <p:spPr>
          <a:xfrm>
            <a:off x="3657600" y="4539644"/>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33" name="Text Placeholder 22"/>
          <p:cNvSpPr>
            <a:spLocks noGrp="1"/>
          </p:cNvSpPr>
          <p:nvPr>
            <p:ph type="body" sz="quarter" idx="25" hasCustomPrompt="1"/>
          </p:nvPr>
        </p:nvSpPr>
        <p:spPr>
          <a:xfrm>
            <a:off x="5764760" y="4528876"/>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3</a:t>
            </a:r>
          </a:p>
        </p:txBody>
      </p:sp>
      <p:sp>
        <p:nvSpPr>
          <p:cNvPr id="39"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0" name="TextBox 39"/>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41" name="Picture 40"/>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74322763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sp>
        <p:nvSpPr>
          <p:cNvPr id="48" name="Rectangle 47"/>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bg1"/>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bg1"/>
                </a:solidFill>
                <a:latin typeface="+mn-lt"/>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pic>
        <p:nvPicPr>
          <p:cNvPr id="49" name="Picture 48"/>
          <p:cNvPicPr>
            <a:picLocks noChangeAspect="1"/>
          </p:cNvPicPr>
          <p:nvPr userDrawn="1"/>
        </p:nvPicPr>
        <p:blipFill rotWithShape="1">
          <a:blip r:embed="rId3"/>
          <a:srcRect t="26190"/>
          <a:stretch/>
        </p:blipFill>
        <p:spPr>
          <a:xfrm>
            <a:off x="8001000" y="0"/>
            <a:ext cx="4191000" cy="4309139"/>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accent3"/>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accent3"/>
                </a:solidFill>
                <a:latin typeface="Calibri" panose="020F0502020204030204" pitchFamily="34" charset="0"/>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pic>
        <p:nvPicPr>
          <p:cNvPr id="49" name="Picture 48"/>
          <p:cNvPicPr>
            <a:picLocks noChangeAspect="1"/>
          </p:cNvPicPr>
          <p:nvPr userDrawn="1"/>
        </p:nvPicPr>
        <p:blipFill rotWithShape="1">
          <a:blip r:embed="rId3"/>
          <a:srcRect t="26190"/>
          <a:stretch/>
        </p:blipFill>
        <p:spPr>
          <a:xfrm>
            <a:off x="8001000" y="0"/>
            <a:ext cx="4191000" cy="4309139"/>
          </a:xfrm>
          <a:prstGeom prst="rect">
            <a:avLst/>
          </a:prstGeom>
        </p:spPr>
      </p:pic>
    </p:spTree>
    <p:extLst>
      <p:ext uri="{BB962C8B-B14F-4D97-AF65-F5344CB8AC3E}">
        <p14:creationId xmlns:p14="http://schemas.microsoft.com/office/powerpoint/2010/main" val="36081254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sp>
        <p:nvSpPr>
          <p:cNvPr id="48" name="Rectangle 47"/>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bg1"/>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bg1"/>
                </a:solidFill>
                <a:latin typeface="Calibri" panose="020F0502020204030204" pitchFamily="34" charset="0"/>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sp>
        <p:nvSpPr>
          <p:cNvPr id="4" name="AutoShape 3"/>
          <p:cNvSpPr>
            <a:spLocks noChangeAspect="1" noChangeArrowheads="1" noTextEdit="1"/>
          </p:cNvSpPr>
          <p:nvPr userDrawn="1"/>
        </p:nvSpPr>
        <p:spPr bwMode="auto">
          <a:xfrm>
            <a:off x="6781800" y="5105400"/>
            <a:ext cx="2465388"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pic>
        <p:nvPicPr>
          <p:cNvPr id="45" name="Picture 44"/>
          <p:cNvPicPr>
            <a:picLocks noChangeAspect="1"/>
          </p:cNvPicPr>
          <p:nvPr userDrawn="1"/>
        </p:nvPicPr>
        <p:blipFill rotWithShape="1">
          <a:blip r:embed="rId3"/>
          <a:srcRect t="26190"/>
          <a:stretch/>
        </p:blipFill>
        <p:spPr>
          <a:xfrm>
            <a:off x="8001000" y="0"/>
            <a:ext cx="4191000" cy="4309139"/>
          </a:xfrm>
          <a:prstGeom prst="rect">
            <a:avLst/>
          </a:prstGeom>
        </p:spPr>
      </p:pic>
    </p:spTree>
    <p:extLst>
      <p:ext uri="{BB962C8B-B14F-4D97-AF65-F5344CB8AC3E}">
        <p14:creationId xmlns:p14="http://schemas.microsoft.com/office/powerpoint/2010/main" val="24421291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1_Title Slide">
    <p:spTree>
      <p:nvGrpSpPr>
        <p:cNvPr id="1" name=""/>
        <p:cNvGrpSpPr/>
        <p:nvPr/>
      </p:nvGrpSpPr>
      <p:grpSpPr>
        <a:xfrm>
          <a:off x="0" y="0"/>
          <a:ext cx="0" cy="0"/>
          <a:chOff x="0" y="0"/>
          <a:chExt cx="0" cy="0"/>
        </a:xfrm>
      </p:grpSpPr>
      <p:pic>
        <p:nvPicPr>
          <p:cNvPr id="1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901" b="9363"/>
          <a:stretch/>
        </p:blipFill>
        <p:spPr bwMode="auto">
          <a:xfrm>
            <a:off x="1" y="0"/>
            <a:ext cx="12192000" cy="4594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p:cNvSpPr/>
          <p:nvPr/>
        </p:nvSpPr>
        <p:spPr>
          <a:xfrm>
            <a:off x="0" y="3276603"/>
            <a:ext cx="12192000" cy="1479233"/>
          </a:xfrm>
          <a:prstGeom prst="rect">
            <a:avLst/>
          </a:prstGeom>
          <a:gradFill flip="none" rotWithShape="1">
            <a:gsLst>
              <a:gs pos="32000">
                <a:sysClr val="windowText" lastClr="000000">
                  <a:lumMod val="95000"/>
                  <a:lumOff val="5000"/>
                  <a:alpha val="64000"/>
                </a:sysClr>
              </a:gs>
              <a:gs pos="100000">
                <a:sysClr val="windowText" lastClr="000000">
                  <a:lumMod val="75000"/>
                  <a:lumOff val="25000"/>
                  <a:alpha val="28000"/>
                </a:sysClr>
              </a:gs>
            </a:gsLst>
            <a:lin ang="0" scaled="1"/>
            <a:tileRect/>
          </a:gradFill>
          <a:ln w="6350" cap="flat" cmpd="sng" algn="ctr">
            <a:noFill/>
            <a:prstDash val="solid"/>
            <a:miter lim="800000"/>
          </a:ln>
          <a:effectLst/>
        </p:spPr>
        <p:txBody>
          <a:bodyPr rtlCol="0" anchor="ctr"/>
          <a:lstStyle/>
          <a:p>
            <a:pPr algn="ctr">
              <a:defRPr/>
            </a:pPr>
            <a:endParaRPr lang="en-US" kern="0" dirty="0">
              <a:solidFill>
                <a:prstClr val="white"/>
              </a:solidFill>
            </a:endParaRPr>
          </a:p>
        </p:txBody>
      </p:sp>
      <p:sp>
        <p:nvSpPr>
          <p:cNvPr id="10" name="Text Placeholder 8"/>
          <p:cNvSpPr>
            <a:spLocks noGrp="1"/>
          </p:cNvSpPr>
          <p:nvPr>
            <p:ph type="body" sz="quarter" idx="10"/>
          </p:nvPr>
        </p:nvSpPr>
        <p:spPr>
          <a:xfrm>
            <a:off x="365119" y="5238951"/>
            <a:ext cx="11460480" cy="369332"/>
          </a:xfrm>
          <a:prstGeom prst="rect">
            <a:avLst/>
          </a:prstGeom>
        </p:spPr>
        <p:txBody>
          <a:bodyPr anchor="b"/>
          <a:lstStyle>
            <a:lvl1pPr>
              <a:defRPr>
                <a:solidFill>
                  <a:schemeClr val="bg2"/>
                </a:solidFill>
              </a:defRPr>
            </a:lvl1pPr>
          </a:lstStyle>
          <a:p>
            <a:pPr lvl="0"/>
            <a:r>
              <a:rPr lang="en-US"/>
              <a:t>Click to edit Master text styles</a:t>
            </a:r>
          </a:p>
        </p:txBody>
      </p:sp>
      <p:sp>
        <p:nvSpPr>
          <p:cNvPr id="11" name="Text Placeholder 8"/>
          <p:cNvSpPr>
            <a:spLocks noGrp="1"/>
          </p:cNvSpPr>
          <p:nvPr>
            <p:ph type="body" sz="quarter" idx="11"/>
          </p:nvPr>
        </p:nvSpPr>
        <p:spPr>
          <a:xfrm>
            <a:off x="365121" y="5654062"/>
            <a:ext cx="9296400" cy="514301"/>
          </a:xfrm>
          <a:prstGeom prst="rect">
            <a:avLst/>
          </a:prstGeom>
        </p:spPr>
        <p:txBody>
          <a:bodyPr anchor="t">
            <a:noAutofit/>
          </a:bodyPr>
          <a:lstStyle>
            <a:lvl1pPr>
              <a:defRPr sz="1600"/>
            </a:lvl1pPr>
          </a:lstStyle>
          <a:p>
            <a:pPr lvl="0"/>
            <a:r>
              <a:rPr lang="en-US"/>
              <a:t>Click to edit Master text styles</a:t>
            </a:r>
          </a:p>
        </p:txBody>
      </p:sp>
      <p:pic>
        <p:nvPicPr>
          <p:cNvPr id="13" name="DE059669-D665-4EC3-AAD3-76458BA39420" descr="AE5E8382-2306-409F-AEAD-CB65EA6A496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061" y="6400800"/>
            <a:ext cx="4372864" cy="18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0" y="4593680"/>
            <a:ext cx="12192000" cy="304800"/>
          </a:xfrm>
          <a:prstGeom prst="rect">
            <a:avLst/>
          </a:prstGeom>
          <a:solidFill>
            <a:schemeClr val="tx1">
              <a:lumMod val="85000"/>
              <a:lumOff val="1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pic>
        <p:nvPicPr>
          <p:cNvPr id="15" name="Picture 14" descr="GP_LD_LOGO.jp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460232" y="6248407"/>
            <a:ext cx="3325368" cy="389763"/>
          </a:xfrm>
          <a:prstGeom prst="rect">
            <a:avLst/>
          </a:prstGeom>
        </p:spPr>
      </p:pic>
      <p:pic>
        <p:nvPicPr>
          <p:cNvPr id="16" name="Picture 15" descr="Generating Impact_YELLOW.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042400" y="4645503"/>
            <a:ext cx="2784653" cy="220675"/>
          </a:xfrm>
          <a:prstGeom prst="rect">
            <a:avLst/>
          </a:prstGeom>
        </p:spPr>
      </p:pic>
    </p:spTree>
    <p:extLst>
      <p:ext uri="{BB962C8B-B14F-4D97-AF65-F5344CB8AC3E}">
        <p14:creationId xmlns:p14="http://schemas.microsoft.com/office/powerpoint/2010/main" val="41855288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Section 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5760" y="3602038"/>
            <a:ext cx="11460480" cy="1655762"/>
          </a:xfrm>
          <a:prstGeom prst="rect">
            <a:avLst/>
          </a:prstGeo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132985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5" name="Text Placeholder 10"/>
          <p:cNvSpPr>
            <a:spLocks noGrp="1"/>
          </p:cNvSpPr>
          <p:nvPr>
            <p:ph type="body" sz="quarter" idx="11" hasCustomPrompt="1"/>
          </p:nvPr>
        </p:nvSpPr>
        <p:spPr>
          <a:xfrm>
            <a:off x="204972" y="17530"/>
            <a:ext cx="7293327" cy="230832"/>
          </a:xfrm>
          <a:prstGeom prst="rect">
            <a:avLst/>
          </a:prstGeom>
          <a:noFill/>
        </p:spPr>
        <p:txBody>
          <a:bodyPr wrap="square" rtlCol="0">
            <a:spAutoFit/>
          </a:bodyPr>
          <a:lstStyle>
            <a:lvl1pPr>
              <a:defRPr lang="en-US" sz="900" kern="1200" dirty="0" smtClean="0">
                <a:solidFill>
                  <a:schemeClr val="bg1"/>
                </a:solidFill>
                <a:latin typeface="Arial" pitchFamily="34" charset="0"/>
                <a:ea typeface="+mn-ea"/>
                <a:cs typeface="Arial" pitchFamily="34" charset="0"/>
              </a:defRPr>
            </a:lvl1pPr>
            <a:lvl2pPr>
              <a:defRPr lang="en-US" dirty="0" smtClean="0">
                <a:solidFill>
                  <a:schemeClr val="tx1"/>
                </a:solidFill>
              </a:defRPr>
            </a:lvl2pPr>
            <a:lvl3pPr>
              <a:defRPr lang="en-US" sz="1350" dirty="0" smtClean="0">
                <a:solidFill>
                  <a:schemeClr val="tx1"/>
                </a:solidFill>
              </a:defRPr>
            </a:lvl3pPr>
            <a:lvl4pPr>
              <a:defRPr lang="en-US" sz="1350" dirty="0" smtClean="0">
                <a:solidFill>
                  <a:schemeClr val="tx1"/>
                </a:solidFill>
              </a:defRPr>
            </a:lvl4pPr>
            <a:lvl5pPr>
              <a:defRPr lang="en-US" sz="1350" dirty="0">
                <a:solidFill>
                  <a:schemeClr val="tx1"/>
                </a:solidFill>
              </a:defRPr>
            </a:lvl5pPr>
          </a:lstStyle>
          <a:p>
            <a:pPr lvl="0"/>
            <a:r>
              <a:rPr lang="en-US" dirty="0"/>
              <a:t>Click to edit Master text styles </a:t>
            </a:r>
            <a:r>
              <a:rPr lang="en-US" sz="675" dirty="0">
                <a:solidFill>
                  <a:schemeClr val="bg2"/>
                </a:solidFill>
              </a:rPr>
              <a:t> ►</a:t>
            </a:r>
            <a:endParaRPr lang="en-US" dirty="0"/>
          </a:p>
        </p:txBody>
      </p:sp>
      <p:sp>
        <p:nvSpPr>
          <p:cNvPr id="6" name="Title 1"/>
          <p:cNvSpPr>
            <a:spLocks noGrp="1"/>
          </p:cNvSpPr>
          <p:nvPr>
            <p:ph type="title"/>
          </p:nvPr>
        </p:nvSpPr>
        <p:spPr>
          <a:xfrm>
            <a:off x="175973" y="469900"/>
            <a:ext cx="11711233" cy="977900"/>
          </a:xfrm>
          <a:prstGeom prst="rect">
            <a:avLst/>
          </a:prstGeom>
        </p:spPr>
        <p:txBody>
          <a:bodyPr anchor="t">
            <a:normAutofit/>
          </a:bodyPr>
          <a:lstStyle>
            <a:lvl1pPr>
              <a:defRPr sz="1800">
                <a:solidFill>
                  <a:schemeClr val="tx1">
                    <a:lumMod val="75000"/>
                    <a:lumOff val="25000"/>
                  </a:schemeClr>
                </a:solidFill>
              </a:defRPr>
            </a:lvl1pPr>
          </a:lstStyle>
          <a:p>
            <a:r>
              <a:rPr lang="en-US" dirty="0"/>
              <a:t>Click to edit Master title style</a:t>
            </a:r>
          </a:p>
        </p:txBody>
      </p:sp>
    </p:spTree>
    <p:extLst>
      <p:ext uri="{BB962C8B-B14F-4D97-AF65-F5344CB8AC3E}">
        <p14:creationId xmlns:p14="http://schemas.microsoft.com/office/powerpoint/2010/main" val="4334099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Section Break">
    <p:spTree>
      <p:nvGrpSpPr>
        <p:cNvPr id="1" name=""/>
        <p:cNvGrpSpPr/>
        <p:nvPr/>
      </p:nvGrpSpPr>
      <p:grpSpPr>
        <a:xfrm>
          <a:off x="0" y="0"/>
          <a:ext cx="0" cy="0"/>
          <a:chOff x="0" y="0"/>
          <a:chExt cx="0" cy="0"/>
        </a:xfrm>
      </p:grpSpPr>
      <p:sp>
        <p:nvSpPr>
          <p:cNvPr id="10" name="Rectangle 7"/>
          <p:cNvSpPr>
            <a:spLocks noChangeArrowheads="1"/>
          </p:cNvSpPr>
          <p:nvPr userDrawn="1"/>
        </p:nvSpPr>
        <p:spPr bwMode="auto">
          <a:xfrm>
            <a:off x="0" y="2428875"/>
            <a:ext cx="12192000" cy="2281238"/>
          </a:xfrm>
          <a:prstGeom prst="rect">
            <a:avLst/>
          </a:prstGeom>
          <a:solidFill>
            <a:schemeClr val="accent1"/>
          </a:solidFill>
          <a:ln w="9525">
            <a:noFill/>
            <a:miter lim="800000"/>
            <a:headEnd/>
            <a:tailEnd/>
          </a:ln>
        </p:spPr>
        <p:txBody>
          <a:bodyPr wrap="none" lIns="0" tIns="0" rIns="0" bIns="0" anchor="ctr"/>
          <a:lstStyle/>
          <a:p>
            <a:pPr algn="ctr" defTabSz="457200">
              <a:buClr>
                <a:srgbClr val="D57E27"/>
              </a:buClr>
              <a:buFont typeface="Wingdings" pitchFamily="2" charset="2"/>
              <a:buNone/>
            </a:pPr>
            <a:endParaRPr lang="en-US" dirty="0">
              <a:solidFill>
                <a:srgbClr val="414141"/>
              </a:solidFill>
              <a:latin typeface="Calibri" pitchFamily="34" charset="0"/>
              <a:ea typeface="ＭＳ Ｐゴシック"/>
            </a:endParaRPr>
          </a:p>
        </p:txBody>
      </p:sp>
      <p:sp>
        <p:nvSpPr>
          <p:cNvPr id="11" name="Rectangle 7"/>
          <p:cNvSpPr>
            <a:spLocks noChangeArrowheads="1"/>
          </p:cNvSpPr>
          <p:nvPr userDrawn="1"/>
        </p:nvSpPr>
        <p:spPr bwMode="auto">
          <a:xfrm>
            <a:off x="0" y="0"/>
            <a:ext cx="12192000" cy="4419600"/>
          </a:xfrm>
          <a:prstGeom prst="rect">
            <a:avLst/>
          </a:prstGeom>
          <a:solidFill>
            <a:srgbClr val="000000"/>
          </a:solidFill>
          <a:ln w="9525">
            <a:noFill/>
            <a:miter lim="800000"/>
            <a:headEnd/>
            <a:tailEnd/>
          </a:ln>
        </p:spPr>
        <p:txBody>
          <a:bodyPr wrap="none" lIns="0" tIns="0" rIns="0" bIns="0" anchor="ctr"/>
          <a:lstStyle/>
          <a:p>
            <a:pPr algn="ctr" defTabSz="457200">
              <a:buClr>
                <a:srgbClr val="D57E27"/>
              </a:buClr>
              <a:buFont typeface="Wingdings" pitchFamily="2" charset="2"/>
              <a:buNone/>
            </a:pPr>
            <a:endParaRPr lang="en-US" dirty="0">
              <a:solidFill>
                <a:srgbClr val="414141"/>
              </a:solidFill>
              <a:latin typeface="Calibri" pitchFamily="34" charset="0"/>
              <a:ea typeface="ＭＳ Ｐゴシック"/>
            </a:endParaRPr>
          </a:p>
        </p:txBody>
      </p:sp>
      <p:sp>
        <p:nvSpPr>
          <p:cNvPr id="2" name="Title 1"/>
          <p:cNvSpPr>
            <a:spLocks noGrp="1"/>
          </p:cNvSpPr>
          <p:nvPr>
            <p:ph type="ctrTitle"/>
          </p:nvPr>
        </p:nvSpPr>
        <p:spPr>
          <a:xfrm>
            <a:off x="821267" y="2335514"/>
            <a:ext cx="10363200" cy="1946275"/>
          </a:xfrm>
          <a:prstGeom prst="rect">
            <a:avLst/>
          </a:prstGeom>
          <a:noFill/>
          <a:ln w="9525">
            <a:noFill/>
            <a:miter lim="800000"/>
            <a:headEnd/>
            <a:tailEnd/>
          </a:ln>
        </p:spPr>
        <p:txBody>
          <a:bodyPr wrap="square" lIns="0" tIns="0" rIns="0" bIns="0" anchor="b"/>
          <a:lstStyle>
            <a:lvl1pPr>
              <a:defRPr lang="en-US" sz="4500" b="0" kern="1200" dirty="0">
                <a:solidFill>
                  <a:schemeClr val="bg1"/>
                </a:solidFill>
                <a:latin typeface="Trebuchet MS" pitchFamily="34" charset="0"/>
                <a:ea typeface="ＭＳ Ｐゴシック"/>
                <a:cs typeface="ＭＳ Ｐゴシック"/>
              </a:defRPr>
            </a:lvl1pPr>
          </a:lstStyle>
          <a:p>
            <a:pPr lvl="0"/>
            <a:r>
              <a:rPr lang="en-US"/>
              <a:t>Click to edit Master title style</a:t>
            </a:r>
            <a:endParaRPr lang="en-US" dirty="0"/>
          </a:p>
        </p:txBody>
      </p:sp>
      <p:pic>
        <p:nvPicPr>
          <p:cNvPr id="6" name="DE059669-D665-4EC3-AAD3-76458BA39420" descr="AE5E8382-2306-409F-AEAD-CB65EA6A496C"/>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730375" y="6596003"/>
            <a:ext cx="3498295" cy="14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userDrawn="1"/>
        </p:nvCxnSpPr>
        <p:spPr>
          <a:xfrm>
            <a:off x="0" y="6477000"/>
            <a:ext cx="12192000" cy="1588"/>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9" name="Footer Placeholder 81"/>
          <p:cNvSpPr txBox="1">
            <a:spLocks noGrp="1"/>
          </p:cNvSpPr>
          <p:nvPr userDrawn="1"/>
        </p:nvSpPr>
        <p:spPr bwMode="auto">
          <a:xfrm>
            <a:off x="8899879" y="6595291"/>
            <a:ext cx="2784123" cy="197114"/>
          </a:xfrm>
          <a:prstGeom prst="rect">
            <a:avLst/>
          </a:prstGeom>
          <a:noFill/>
          <a:ln>
            <a:noFill/>
          </a:ln>
        </p:spPr>
        <p:txBody>
          <a:bodyPr lIns="0" tIns="0" rIns="0" bIns="0"/>
          <a:lstStyle>
            <a:lvl1pPr eaLnBrk="0" hangingPunct="0">
              <a:defRPr sz="800">
                <a:solidFill>
                  <a:schemeClr val="bg1"/>
                </a:solidFill>
                <a:latin typeface="Arial" charset="0"/>
                <a:ea typeface="ＭＳ Ｐゴシック" pitchFamily="34" charset="-128"/>
              </a:defRPr>
            </a:lvl1pPr>
            <a:lvl2pPr marL="742950" indent="-285750" eaLnBrk="0" hangingPunct="0">
              <a:defRPr sz="800">
                <a:solidFill>
                  <a:schemeClr val="bg1"/>
                </a:solidFill>
                <a:latin typeface="Arial" charset="0"/>
                <a:ea typeface="ＭＳ Ｐゴシック" pitchFamily="34" charset="-128"/>
              </a:defRPr>
            </a:lvl2pPr>
            <a:lvl3pPr marL="1143000" indent="-228600" eaLnBrk="0" hangingPunct="0">
              <a:defRPr sz="800">
                <a:solidFill>
                  <a:schemeClr val="bg1"/>
                </a:solidFill>
                <a:latin typeface="Arial" charset="0"/>
                <a:ea typeface="ＭＳ Ｐゴシック" pitchFamily="34" charset="-128"/>
              </a:defRPr>
            </a:lvl3pPr>
            <a:lvl4pPr marL="1600200" indent="-228600" eaLnBrk="0" hangingPunct="0">
              <a:defRPr sz="800">
                <a:solidFill>
                  <a:schemeClr val="bg1"/>
                </a:solidFill>
                <a:latin typeface="Arial" charset="0"/>
                <a:ea typeface="ＭＳ Ｐゴシック" pitchFamily="34" charset="-128"/>
              </a:defRPr>
            </a:lvl4pPr>
            <a:lvl5pPr marL="2057400" indent="-228600" eaLnBrk="0" hangingPunct="0">
              <a:defRPr sz="800">
                <a:solidFill>
                  <a:schemeClr val="bg1"/>
                </a:solidFill>
                <a:latin typeface="Arial" charset="0"/>
                <a:ea typeface="ＭＳ Ｐゴシック" pitchFamily="34" charset="-128"/>
              </a:defRPr>
            </a:lvl5pPr>
            <a:lvl6pPr marL="2514600" indent="-228600" eaLnBrk="0" fontAlgn="base" hangingPunct="0">
              <a:spcBef>
                <a:spcPct val="0"/>
              </a:spcBef>
              <a:spcAft>
                <a:spcPct val="0"/>
              </a:spcAft>
              <a:defRPr sz="800">
                <a:solidFill>
                  <a:schemeClr val="bg1"/>
                </a:solidFill>
                <a:latin typeface="Arial" charset="0"/>
                <a:ea typeface="ＭＳ Ｐゴシック" pitchFamily="34" charset="-128"/>
              </a:defRPr>
            </a:lvl6pPr>
            <a:lvl7pPr marL="2971800" indent="-228600" eaLnBrk="0" fontAlgn="base" hangingPunct="0">
              <a:spcBef>
                <a:spcPct val="0"/>
              </a:spcBef>
              <a:spcAft>
                <a:spcPct val="0"/>
              </a:spcAft>
              <a:defRPr sz="800">
                <a:solidFill>
                  <a:schemeClr val="bg1"/>
                </a:solidFill>
                <a:latin typeface="Arial" charset="0"/>
                <a:ea typeface="ＭＳ Ｐゴシック" pitchFamily="34" charset="-128"/>
              </a:defRPr>
            </a:lvl7pPr>
            <a:lvl8pPr marL="3429000" indent="-228600" eaLnBrk="0" fontAlgn="base" hangingPunct="0">
              <a:spcBef>
                <a:spcPct val="0"/>
              </a:spcBef>
              <a:spcAft>
                <a:spcPct val="0"/>
              </a:spcAft>
              <a:defRPr sz="800">
                <a:solidFill>
                  <a:schemeClr val="bg1"/>
                </a:solidFill>
                <a:latin typeface="Arial" charset="0"/>
                <a:ea typeface="ＭＳ Ｐゴシック" pitchFamily="34" charset="-128"/>
              </a:defRPr>
            </a:lvl8pPr>
            <a:lvl9pPr marL="3886200" indent="-228600" eaLnBrk="0" fontAlgn="base" hangingPunct="0">
              <a:spcBef>
                <a:spcPct val="0"/>
              </a:spcBef>
              <a:spcAft>
                <a:spcPct val="0"/>
              </a:spcAft>
              <a:defRPr sz="800">
                <a:solidFill>
                  <a:schemeClr val="bg1"/>
                </a:solidFill>
                <a:latin typeface="Arial" charset="0"/>
                <a:ea typeface="ＭＳ Ｐゴシック" pitchFamily="34" charset="-128"/>
              </a:defRPr>
            </a:lvl9pPr>
          </a:lstStyle>
          <a:p>
            <a:pPr>
              <a:defRPr/>
            </a:pPr>
            <a:r>
              <a:rPr lang="en-US" dirty="0">
                <a:solidFill>
                  <a:srgbClr val="414141"/>
                </a:solidFill>
                <a:latin typeface="Calibri Light"/>
                <a:ea typeface="Arial Unicode MS" pitchFamily="34" charset="-128"/>
                <a:cs typeface="Arial Unicode MS" pitchFamily="34" charset="-128"/>
              </a:rPr>
              <a:t>© 2016 Copyright Genpact. All Rights Reserved.</a:t>
            </a:r>
          </a:p>
        </p:txBody>
      </p:sp>
      <p:pic>
        <p:nvPicPr>
          <p:cNvPr id="12" name="Picture 11" descr="GP_GRAY_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7133" y="6602053"/>
            <a:ext cx="1075267" cy="130175"/>
          </a:xfrm>
          <a:prstGeom prst="rect">
            <a:avLst/>
          </a:prstGeom>
        </p:spPr>
      </p:pic>
    </p:spTree>
    <p:extLst>
      <p:ext uri="{BB962C8B-B14F-4D97-AF65-F5344CB8AC3E}">
        <p14:creationId xmlns:p14="http://schemas.microsoft.com/office/powerpoint/2010/main" val="13027948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4067" y="365127"/>
            <a:ext cx="11463868" cy="93789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63"/>
            <a:ext cx="2743200" cy="365125"/>
          </a:xfrm>
          <a:prstGeom prst="rect">
            <a:avLst/>
          </a:prstGeom>
        </p:spPr>
        <p:txBody>
          <a:bodyPr/>
          <a:lstStyle/>
          <a:p>
            <a:fld id="{C764DE79-268F-4C1A-8933-263129D2AF90}" type="datetimeFigureOut">
              <a:rPr lang="en-US" dirty="0">
                <a:solidFill>
                  <a:prstClr val="black"/>
                </a:solidFill>
              </a:rPr>
              <a:pPr/>
              <a:t>11/2/2020</a:t>
            </a:fld>
            <a:endParaRPr lang="en-US" dirty="0">
              <a:solidFill>
                <a:prstClr val="black"/>
              </a:solidFill>
            </a:endParaRPr>
          </a:p>
        </p:txBody>
      </p:sp>
      <p:sp>
        <p:nvSpPr>
          <p:cNvPr id="4" name="Footer Placeholder 3"/>
          <p:cNvSpPr>
            <a:spLocks noGrp="1"/>
          </p:cNvSpPr>
          <p:nvPr>
            <p:ph type="ftr" sz="quarter" idx="11"/>
          </p:nvPr>
        </p:nvSpPr>
        <p:spPr>
          <a:xfrm>
            <a:off x="4038600" y="6356363"/>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a:xfrm>
            <a:off x="8610600" y="6356363"/>
            <a:ext cx="2743200" cy="365125"/>
          </a:xfrm>
          <a:prstGeom prst="rect">
            <a:avLst/>
          </a:prstGeom>
        </p:spPr>
        <p:txBody>
          <a:bodyPr/>
          <a:lstStyle/>
          <a:p>
            <a:fld id="{48F63A3B-78C7-47BE-AE5E-E10140E04643}"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8353830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Only with Black header text">
    <p:spTree>
      <p:nvGrpSpPr>
        <p:cNvPr id="1" name=""/>
        <p:cNvGrpSpPr/>
        <p:nvPr/>
      </p:nvGrpSpPr>
      <p:grpSpPr>
        <a:xfrm>
          <a:off x="0" y="0"/>
          <a:ext cx="0" cy="0"/>
          <a:chOff x="0" y="0"/>
          <a:chExt cx="0" cy="0"/>
        </a:xfrm>
      </p:grpSpPr>
      <p:sp>
        <p:nvSpPr>
          <p:cNvPr id="5" name="Text Placeholder 10"/>
          <p:cNvSpPr>
            <a:spLocks noGrp="1"/>
          </p:cNvSpPr>
          <p:nvPr>
            <p:ph type="body" sz="quarter" idx="11" hasCustomPrompt="1"/>
          </p:nvPr>
        </p:nvSpPr>
        <p:spPr>
          <a:xfrm>
            <a:off x="257976" y="17527"/>
            <a:ext cx="8532632" cy="276999"/>
          </a:xfrm>
          <a:prstGeom prst="rect">
            <a:avLst/>
          </a:prstGeom>
          <a:noFill/>
        </p:spPr>
        <p:txBody>
          <a:bodyPr wrap="square" lIns="45720" rtlCol="0">
            <a:spAutoFit/>
          </a:bodyPr>
          <a:lstStyle>
            <a:lvl1pPr>
              <a:defRPr lang="en-US" sz="1200" kern="1200" dirty="0" smtClean="0">
                <a:solidFill>
                  <a:schemeClr val="bg1"/>
                </a:solidFill>
                <a:latin typeface="Arial" pitchFamily="34" charset="0"/>
                <a:ea typeface="+mn-ea"/>
                <a:cs typeface="Arial" pitchFamily="34" charset="0"/>
              </a:defRPr>
            </a:lvl1pPr>
            <a:lvl2pPr>
              <a:defRPr lang="en-US" dirty="0" smtClean="0">
                <a:solidFill>
                  <a:schemeClr val="tx1"/>
                </a:solidFill>
              </a:defRPr>
            </a:lvl2pPr>
            <a:lvl3pPr>
              <a:defRPr lang="en-US" sz="1800" dirty="0" smtClean="0">
                <a:solidFill>
                  <a:schemeClr val="tx1"/>
                </a:solidFill>
              </a:defRPr>
            </a:lvl3pPr>
            <a:lvl4pPr>
              <a:defRPr lang="en-US" sz="1800" dirty="0" smtClean="0">
                <a:solidFill>
                  <a:schemeClr val="tx1"/>
                </a:solidFill>
              </a:defRPr>
            </a:lvl4pPr>
            <a:lvl5pPr>
              <a:defRPr lang="en-US" sz="1800" dirty="0">
                <a:solidFill>
                  <a:schemeClr val="tx1"/>
                </a:solidFill>
              </a:defRPr>
            </a:lvl5pPr>
          </a:lstStyle>
          <a:p>
            <a:pPr lvl="0"/>
            <a:r>
              <a:rPr lang="en-US" dirty="0"/>
              <a:t>Click to edit Master text styles </a:t>
            </a:r>
            <a:r>
              <a:rPr lang="en-US" sz="900" dirty="0">
                <a:solidFill>
                  <a:schemeClr val="bg2"/>
                </a:solidFill>
              </a:rPr>
              <a:t> ►</a:t>
            </a:r>
            <a:endParaRPr lang="en-US" dirty="0"/>
          </a:p>
        </p:txBody>
      </p:sp>
      <p:sp>
        <p:nvSpPr>
          <p:cNvPr id="6" name="Title 1"/>
          <p:cNvSpPr>
            <a:spLocks noGrp="1"/>
          </p:cNvSpPr>
          <p:nvPr>
            <p:ph type="title"/>
          </p:nvPr>
        </p:nvSpPr>
        <p:spPr>
          <a:xfrm>
            <a:off x="293315" y="457200"/>
            <a:ext cx="11682232" cy="1047750"/>
          </a:xfrm>
          <a:prstGeom prst="rect">
            <a:avLst/>
          </a:prstGeom>
        </p:spPr>
        <p:txBody>
          <a:bodyPr anchor="t">
            <a:normAutofit/>
          </a:bodyPr>
          <a:lstStyle>
            <a:lvl1pPr>
              <a:defRPr sz="2400">
                <a:solidFill>
                  <a:schemeClr val="tx1">
                    <a:lumMod val="75000"/>
                    <a:lumOff val="25000"/>
                  </a:schemeClr>
                </a:solidFill>
              </a:defRPr>
            </a:lvl1pPr>
          </a:lstStyle>
          <a:p>
            <a:r>
              <a:rPr lang="en-US" dirty="0"/>
              <a:t>Click to edit Master title style</a:t>
            </a:r>
          </a:p>
        </p:txBody>
      </p:sp>
    </p:spTree>
    <p:extLst>
      <p:ext uri="{BB962C8B-B14F-4D97-AF65-F5344CB8AC3E}">
        <p14:creationId xmlns:p14="http://schemas.microsoft.com/office/powerpoint/2010/main" val="15752943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4067" y="365127"/>
            <a:ext cx="11463868" cy="937894"/>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64069" y="1600199"/>
            <a:ext cx="11463867" cy="45688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924951C9-AD9B-4DB0-83CA-7DCA43D33632}" type="datetimeFigureOut">
              <a:rPr lang="en-US" smtClean="0">
                <a:solidFill>
                  <a:prstClr val="black"/>
                </a:solidFill>
              </a:rPr>
              <a:pPr/>
              <a:t>11/2/2020</a:t>
            </a:fld>
            <a:endParaRPr lang="en-US" dirty="0">
              <a:solidFill>
                <a:prstClr val="black"/>
              </a:solidFill>
            </a:endParaRPr>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p>
            <a:fld id="{BE0C0D58-F28E-4CC7-9CCE-12156EC55E6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0541240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tif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49"/>
          <a:stretch>
            <a:fillRect/>
          </a:stretch>
        </p:blipFill>
        <p:spPr>
          <a:xfrm>
            <a:off x="10893034" y="6462131"/>
            <a:ext cx="839972" cy="309081"/>
          </a:xfrm>
          <a:prstGeom prst="rect">
            <a:avLst/>
          </a:prstGeom>
        </p:spPr>
      </p:pic>
      <p:sp>
        <p:nvSpPr>
          <p:cNvPr id="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 name="TextBox 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spTree>
  </p:cSld>
  <p:clrMap bg1="lt1" tx1="dk1" bg2="lt2" tx2="dk2" accent1="accent1" accent2="accent2" accent3="accent3" accent4="accent4" accent5="accent5" accent6="accent6" hlink="hlink" folHlink="folHlink"/>
  <p:sldLayoutIdLst>
    <p:sldLayoutId id="2147483762" r:id="rId1"/>
    <p:sldLayoutId id="2147483679" r:id="rId2"/>
    <p:sldLayoutId id="2147483680" r:id="rId3"/>
    <p:sldLayoutId id="2147483681" r:id="rId4"/>
    <p:sldLayoutId id="2147483682" r:id="rId5"/>
    <p:sldLayoutId id="2147483720" r:id="rId6"/>
    <p:sldLayoutId id="2147483684" r:id="rId7"/>
    <p:sldLayoutId id="2147483685" r:id="rId8"/>
    <p:sldLayoutId id="2147483661" r:id="rId9"/>
    <p:sldLayoutId id="2147483686" r:id="rId10"/>
    <p:sldLayoutId id="2147483726" r:id="rId11"/>
    <p:sldLayoutId id="2147483687" r:id="rId12"/>
    <p:sldLayoutId id="2147483668" r:id="rId13"/>
    <p:sldLayoutId id="2147483727" r:id="rId14"/>
    <p:sldLayoutId id="2147483662" r:id="rId15"/>
    <p:sldLayoutId id="2147483667" r:id="rId16"/>
    <p:sldLayoutId id="2147483702" r:id="rId17"/>
    <p:sldLayoutId id="2147483704" r:id="rId18"/>
    <p:sldLayoutId id="2147483705" r:id="rId19"/>
    <p:sldLayoutId id="2147483670" r:id="rId20"/>
    <p:sldLayoutId id="2147483708" r:id="rId21"/>
    <p:sldLayoutId id="2147483711" r:id="rId22"/>
    <p:sldLayoutId id="2147483774" r:id="rId23"/>
    <p:sldLayoutId id="2147483775" r:id="rId24"/>
    <p:sldLayoutId id="2147483776" r:id="rId25"/>
    <p:sldLayoutId id="2147483777" r:id="rId26"/>
    <p:sldLayoutId id="2147483764" r:id="rId27"/>
    <p:sldLayoutId id="2147483765" r:id="rId28"/>
    <p:sldLayoutId id="2147483763" r:id="rId29"/>
    <p:sldLayoutId id="2147483766" r:id="rId30"/>
    <p:sldLayoutId id="2147483768" r:id="rId31"/>
    <p:sldLayoutId id="2147483769" r:id="rId32"/>
    <p:sldLayoutId id="2147483767" r:id="rId33"/>
    <p:sldLayoutId id="2147483770" r:id="rId34"/>
    <p:sldLayoutId id="2147483771" r:id="rId35"/>
    <p:sldLayoutId id="2147483772" r:id="rId36"/>
    <p:sldLayoutId id="2147483773" r:id="rId37"/>
    <p:sldLayoutId id="2147483665" r:id="rId38"/>
    <p:sldLayoutId id="2147483713" r:id="rId39"/>
    <p:sldLayoutId id="2147483712" r:id="rId40"/>
    <p:sldLayoutId id="2147483787" r:id="rId41"/>
    <p:sldLayoutId id="2147483788" r:id="rId42"/>
    <p:sldLayoutId id="2147483789" r:id="rId43"/>
    <p:sldLayoutId id="2147483790" r:id="rId44"/>
    <p:sldLayoutId id="2147483791" r:id="rId45"/>
    <p:sldLayoutId id="2147483792" r:id="rId46"/>
    <p:sldLayoutId id="2147483793" r:id="rId47"/>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8.png"/><Relationship Id="rId2" Type="http://schemas.openxmlformats.org/officeDocument/2006/relationships/diagramData" Target="../diagrams/data1.xml"/><Relationship Id="rId1" Type="http://schemas.openxmlformats.org/officeDocument/2006/relationships/slideLayout" Target="../slideLayouts/slideLayout4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2.xml"/><Relationship Id="rId1" Type="http://schemas.openxmlformats.org/officeDocument/2006/relationships/vmlDrawing" Target="../drawings/vmlDrawing1.vml"/><Relationship Id="rId5" Type="http://schemas.openxmlformats.org/officeDocument/2006/relationships/image" Target="../media/image30.png"/><Relationship Id="rId4" Type="http://schemas.openxmlformats.org/officeDocument/2006/relationships/image" Target="../media/image29.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2.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image" Target="../media/image31.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3124200" y="1143000"/>
            <a:ext cx="8763000" cy="2667000"/>
          </a:xfrm>
        </p:spPr>
        <p:txBody>
          <a:bodyPr/>
          <a:lstStyle/>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4800" b="1" dirty="0">
                <a:effectLst>
                  <a:outerShdw blurRad="38100" dist="38100" dir="2700000" algn="tl">
                    <a:srgbClr val="000000">
                      <a:alpha val="43137"/>
                    </a:srgbClr>
                  </a:outerShdw>
                </a:effectLst>
                <a:latin typeface="Calibri" panose="020F0502020204030204" pitchFamily="34" charset="0"/>
              </a:rPr>
              <a:t>BPMS Live</a:t>
            </a:r>
          </a:p>
          <a:p>
            <a:endParaRPr lang="en-US" sz="48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4800" b="1" dirty="0">
                <a:effectLst>
                  <a:outerShdw blurRad="38100" dist="38100" dir="2700000" algn="tl">
                    <a:srgbClr val="000000">
                      <a:alpha val="43137"/>
                    </a:srgbClr>
                  </a:outerShdw>
                </a:effectLst>
                <a:latin typeface="Calibri" panose="020F0502020204030204" pitchFamily="34" charset="0"/>
              </a:rPr>
              <a:t>BPMS for LAM Research Projects</a:t>
            </a:r>
          </a:p>
          <a:p>
            <a:endParaRPr lang="en-US" sz="2800" b="1" dirty="0">
              <a:effectLst>
                <a:outerShdw blurRad="38100" dist="38100" dir="2700000" algn="tl">
                  <a:srgbClr val="000000">
                    <a:alpha val="43137"/>
                  </a:srgbClr>
                </a:outerShdw>
              </a:effectLst>
              <a:latin typeface="Calibri" panose="020F0502020204030204" pitchFamily="34" charset="0"/>
            </a:endParaRPr>
          </a:p>
          <a:p>
            <a:r>
              <a:rPr lang="en-US" sz="2800" b="1" dirty="0">
                <a:effectLst>
                  <a:outerShdw blurRad="38100" dist="38100" dir="2700000" algn="tl">
                    <a:srgbClr val="000000">
                      <a:alpha val="43137"/>
                    </a:srgbClr>
                  </a:outerShdw>
                </a:effectLst>
                <a:latin typeface="Calibri" panose="020F0502020204030204" pitchFamily="34" charset="0"/>
              </a:rPr>
              <a:t>(Referral Bonus)</a:t>
            </a:r>
          </a:p>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2800" dirty="0">
                <a:effectLst>
                  <a:outerShdw blurRad="38100" dist="38100" dir="2700000" algn="tl">
                    <a:srgbClr val="000000">
                      <a:alpha val="43137"/>
                    </a:srgbClr>
                  </a:outerShdw>
                </a:effectLst>
                <a:latin typeface="Calibri" panose="020F0502020204030204" pitchFamily="34" charset="0"/>
              </a:rPr>
              <a:t>ProGear Id - </a:t>
            </a:r>
            <a:r>
              <a:rPr lang="en-US" dirty="0"/>
              <a:t>GB_BPMS_LV-000888 </a:t>
            </a:r>
            <a:endParaRPr lang="en-US" sz="2800"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3600" b="1" dirty="0">
                <a:effectLst>
                  <a:outerShdw blurRad="38100" dist="38100" dir="2700000" algn="tl">
                    <a:srgbClr val="000000">
                      <a:alpha val="43137"/>
                    </a:srgbClr>
                  </a:outerShdw>
                </a:effectLst>
                <a:latin typeface="Calibri" panose="020F0502020204030204" pitchFamily="34" charset="0"/>
              </a:rPr>
              <a:t>Sep’2020</a:t>
            </a:r>
          </a:p>
          <a:p>
            <a:endParaRPr lang="en-US" sz="3600" b="1" dirty="0">
              <a:effectLst>
                <a:outerShdw blurRad="38100" dist="38100" dir="2700000" algn="tl">
                  <a:srgbClr val="000000">
                    <a:alpha val="43137"/>
                  </a:srgbClr>
                </a:outerShdw>
              </a:effectLst>
              <a:latin typeface="Calibri" panose="020F0502020204030204" pitchFamily="34" charset="0"/>
            </a:endParaRPr>
          </a:p>
          <a:p>
            <a:endParaRPr lang="en-US" sz="36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p:txBody>
      </p:sp>
      <p:sp>
        <p:nvSpPr>
          <p:cNvPr id="4" name="Text Placeholder 5"/>
          <p:cNvSpPr>
            <a:spLocks noGrp="1"/>
          </p:cNvSpPr>
          <p:nvPr>
            <p:ph type="body" sz="quarter" idx="4294967295"/>
          </p:nvPr>
        </p:nvSpPr>
        <p:spPr>
          <a:xfrm>
            <a:off x="3142143" y="4892004"/>
            <a:ext cx="5441161" cy="518196"/>
          </a:xfrm>
          <a:prstGeom prst="rect">
            <a:avLst/>
          </a:prstGeom>
        </p:spPr>
        <p:txBody>
          <a:bodyPr>
            <a:normAutofit/>
          </a:bodyPr>
          <a:lstStyle/>
          <a:p>
            <a:r>
              <a:rPr lang="en-US" dirty="0"/>
              <a:t>Vivek Singh(OHR: 703212151)</a:t>
            </a:r>
          </a:p>
        </p:txBody>
      </p:sp>
    </p:spTree>
    <p:extLst>
      <p:ext uri="{BB962C8B-B14F-4D97-AF65-F5344CB8AC3E}">
        <p14:creationId xmlns:p14="http://schemas.microsoft.com/office/powerpoint/2010/main" val="1604751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txBox="1">
            <a:spLocks/>
          </p:cNvSpPr>
          <p:nvPr/>
        </p:nvSpPr>
        <p:spPr bwMode="auto">
          <a:xfrm>
            <a:off x="406400" y="442297"/>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latin typeface="Trebuchet MS" pitchFamily="34" charset="0"/>
              </a:rPr>
              <a:t>BPMS Live </a:t>
            </a:r>
            <a:r>
              <a:rPr lang="en-US" sz="2000" dirty="0">
                <a:solidFill>
                  <a:srgbClr val="0070C0"/>
                </a:solidFill>
                <a:latin typeface="Trebuchet MS" pitchFamily="34" charset="0"/>
              </a:rPr>
              <a:t>-  The 7 Step Methodology</a:t>
            </a:r>
            <a:endParaRPr lang="en-IN" sz="2000" dirty="0">
              <a:solidFill>
                <a:srgbClr val="0070C0"/>
              </a:solidFill>
              <a:latin typeface="Trebuchet MS" pitchFamily="34" charset="0"/>
            </a:endParaRPr>
          </a:p>
        </p:txBody>
      </p:sp>
      <p:sp>
        <p:nvSpPr>
          <p:cNvPr id="6" name="Freeform 5"/>
          <p:cNvSpPr/>
          <p:nvPr/>
        </p:nvSpPr>
        <p:spPr>
          <a:xfrm>
            <a:off x="2899821" y="944743"/>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Building Process Framework</a:t>
            </a:r>
          </a:p>
        </p:txBody>
      </p:sp>
      <p:sp>
        <p:nvSpPr>
          <p:cNvPr id="8" name="Freeform 7"/>
          <p:cNvSpPr/>
          <p:nvPr/>
        </p:nvSpPr>
        <p:spPr>
          <a:xfrm>
            <a:off x="2899821" y="174670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Operational Excellence Risk Assessment</a:t>
            </a:r>
          </a:p>
        </p:txBody>
      </p:sp>
      <p:sp>
        <p:nvSpPr>
          <p:cNvPr id="10" name="Freeform 9"/>
          <p:cNvSpPr/>
          <p:nvPr/>
        </p:nvSpPr>
        <p:spPr>
          <a:xfrm>
            <a:off x="2899821" y="254866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Finalizing (Input, Process, Output) Metrics</a:t>
            </a:r>
          </a:p>
        </p:txBody>
      </p:sp>
      <p:sp>
        <p:nvSpPr>
          <p:cNvPr id="12" name="Freeform 11"/>
          <p:cNvSpPr/>
          <p:nvPr/>
        </p:nvSpPr>
        <p:spPr>
          <a:xfrm>
            <a:off x="2899821" y="3350623"/>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Set Up Measurement System</a:t>
            </a:r>
          </a:p>
        </p:txBody>
      </p:sp>
      <p:sp>
        <p:nvSpPr>
          <p:cNvPr id="16" name="Freeform 15"/>
          <p:cNvSpPr/>
          <p:nvPr/>
        </p:nvSpPr>
        <p:spPr>
          <a:xfrm>
            <a:off x="2899821" y="415258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Setting Up Reporting Structure</a:t>
            </a:r>
          </a:p>
        </p:txBody>
      </p:sp>
      <p:sp>
        <p:nvSpPr>
          <p:cNvPr id="23" name="Freeform 22"/>
          <p:cNvSpPr/>
          <p:nvPr/>
        </p:nvSpPr>
        <p:spPr>
          <a:xfrm>
            <a:off x="2899821" y="495454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Visual Management Standardization</a:t>
            </a:r>
          </a:p>
        </p:txBody>
      </p:sp>
      <p:sp>
        <p:nvSpPr>
          <p:cNvPr id="25" name="Freeform 24"/>
          <p:cNvSpPr/>
          <p:nvPr/>
        </p:nvSpPr>
        <p:spPr>
          <a:xfrm>
            <a:off x="2899821" y="575650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Continuous Improvement Roadmap</a:t>
            </a:r>
          </a:p>
        </p:txBody>
      </p:sp>
      <p:sp>
        <p:nvSpPr>
          <p:cNvPr id="49" name="Text Placeholder 2"/>
          <p:cNvSpPr txBox="1">
            <a:spLocks/>
          </p:cNvSpPr>
          <p:nvPr/>
        </p:nvSpPr>
        <p:spPr>
          <a:xfrm>
            <a:off x="204968" y="30775"/>
            <a:ext cx="8532632" cy="276999"/>
          </a:xfrm>
          <a:prstGeom prst="rect">
            <a:avLst/>
          </a:prstGeom>
        </p:spPr>
        <p:txBody>
          <a:bodyPr/>
          <a:lstStyle>
            <a:lvl1pPr marL="0" indent="0" algn="l" defTabSz="914400" rtl="0" eaLnBrk="1" latinLnBrk="0" hangingPunct="1">
              <a:lnSpc>
                <a:spcPct val="100000"/>
              </a:lnSpc>
              <a:spcBef>
                <a:spcPts val="1000"/>
              </a:spcBef>
              <a:spcAft>
                <a:spcPts val="400"/>
              </a:spcAft>
              <a:buFont typeface="Arial" panose="020B0604020202020204" pitchFamily="34" charset="0"/>
              <a:buNone/>
              <a:defRPr sz="1800" kern="1200">
                <a:solidFill>
                  <a:schemeClr val="tx1">
                    <a:lumMod val="75000"/>
                    <a:lumOff val="25000"/>
                  </a:schemeClr>
                </a:solidFill>
                <a:latin typeface="+mn-lt"/>
                <a:ea typeface="+mn-ea"/>
                <a:cs typeface="+mn-cs"/>
              </a:defRPr>
            </a:lvl1pPr>
            <a:lvl2pPr marL="169863" indent="-169863" algn="l" defTabSz="914400" rtl="0" eaLnBrk="1" latinLnBrk="0" hangingPunct="1">
              <a:lnSpc>
                <a:spcPct val="100000"/>
              </a:lnSpc>
              <a:spcBef>
                <a:spcPts val="500"/>
              </a:spcBef>
              <a:spcAft>
                <a:spcPts val="400"/>
              </a:spcAft>
              <a:buClr>
                <a:schemeClr val="bg2"/>
              </a:buClr>
              <a:buSzPct val="85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347663" indent="-177800" algn="l" defTabSz="914400" rtl="0" eaLnBrk="1" latinLnBrk="0" hangingPunct="1">
              <a:lnSpc>
                <a:spcPct val="100000"/>
              </a:lnSpc>
              <a:spcBef>
                <a:spcPts val="500"/>
              </a:spcBef>
              <a:spcAft>
                <a:spcPts val="400"/>
              </a:spcAft>
              <a:buClr>
                <a:schemeClr val="bg2"/>
              </a:buClr>
              <a:buSzPct val="50000"/>
              <a:buFont typeface="Arial" panose="020B0604020202020204" pitchFamily="34" charset="0"/>
              <a:buChar char="–"/>
              <a:tabLst/>
              <a:defRPr sz="1600" kern="1200">
                <a:solidFill>
                  <a:schemeClr val="tx1">
                    <a:lumMod val="75000"/>
                    <a:lumOff val="25000"/>
                  </a:schemeClr>
                </a:solidFill>
                <a:latin typeface="+mn-lt"/>
                <a:ea typeface="+mn-ea"/>
                <a:cs typeface="+mn-cs"/>
              </a:defRPr>
            </a:lvl3pPr>
            <a:lvl4pPr marL="515938" indent="-168275" algn="l" defTabSz="914400" rtl="0" eaLnBrk="1" latinLnBrk="0" hangingPunct="1">
              <a:lnSpc>
                <a:spcPct val="100000"/>
              </a:lnSpc>
              <a:spcBef>
                <a:spcPts val="500"/>
              </a:spcBef>
              <a:spcAft>
                <a:spcPts val="400"/>
              </a:spcAft>
              <a:buClr>
                <a:schemeClr val="bg2"/>
              </a:buClr>
              <a:buSzPct val="65000"/>
              <a:buFont typeface="Wingdings" panose="05000000000000000000" pitchFamily="2" charset="2"/>
              <a:buChar char="§"/>
              <a:defRPr sz="1400" kern="1200" baseline="0">
                <a:solidFill>
                  <a:schemeClr val="tx1">
                    <a:lumMod val="75000"/>
                    <a:lumOff val="25000"/>
                  </a:schemeClr>
                </a:solidFill>
                <a:latin typeface="+mn-lt"/>
                <a:ea typeface="+mn-ea"/>
                <a:cs typeface="+mn-cs"/>
              </a:defRPr>
            </a:lvl4pPr>
            <a:lvl5pPr marL="685800" indent="-169863" algn="l" defTabSz="914400" rtl="0" eaLnBrk="1" latinLnBrk="0" hangingPunct="1">
              <a:lnSpc>
                <a:spcPct val="90000"/>
              </a:lnSpc>
              <a:spcBef>
                <a:spcPts val="500"/>
              </a:spcBef>
              <a:buClr>
                <a:schemeClr val="bg2"/>
              </a:buClr>
              <a:buSzPct val="65000"/>
              <a:buFont typeface="Arial" panose="020B0604020202020204" pitchFamily="34" charset="0"/>
              <a:buChar char="–"/>
              <a:defRPr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dirty="0">
                <a:solidFill>
                  <a:prstClr val="white"/>
                </a:solidFill>
              </a:rPr>
              <a:t>BPMS Live ►  7 Step Methodology</a:t>
            </a:r>
          </a:p>
        </p:txBody>
      </p:sp>
      <p:pic>
        <p:nvPicPr>
          <p:cNvPr id="29"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838200"/>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1680280"/>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2464208"/>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Left Bracket 1"/>
          <p:cNvSpPr/>
          <p:nvPr/>
        </p:nvSpPr>
        <p:spPr>
          <a:xfrm>
            <a:off x="2455333" y="944744"/>
            <a:ext cx="287867" cy="2248217"/>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 name="Rectangle 2"/>
          <p:cNvSpPr/>
          <p:nvPr/>
        </p:nvSpPr>
        <p:spPr>
          <a:xfrm>
            <a:off x="631588" y="1723108"/>
            <a:ext cx="1828800" cy="5356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Define</a:t>
            </a:r>
          </a:p>
        </p:txBody>
      </p:sp>
      <p:sp>
        <p:nvSpPr>
          <p:cNvPr id="17" name="Left Bracket 16"/>
          <p:cNvSpPr/>
          <p:nvPr/>
        </p:nvSpPr>
        <p:spPr>
          <a:xfrm>
            <a:off x="2455333" y="3352800"/>
            <a:ext cx="287867" cy="2236690"/>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Rectangle 17"/>
          <p:cNvSpPr/>
          <p:nvPr/>
        </p:nvSpPr>
        <p:spPr>
          <a:xfrm>
            <a:off x="617155" y="4203325"/>
            <a:ext cx="1828800" cy="5356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Analyze</a:t>
            </a:r>
          </a:p>
        </p:txBody>
      </p:sp>
      <p:sp>
        <p:nvSpPr>
          <p:cNvPr id="19" name="Left Bracket 18"/>
          <p:cNvSpPr/>
          <p:nvPr/>
        </p:nvSpPr>
        <p:spPr>
          <a:xfrm>
            <a:off x="2479146" y="5791201"/>
            <a:ext cx="299745" cy="585509"/>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0" name="Rectangle 19"/>
          <p:cNvSpPr/>
          <p:nvPr/>
        </p:nvSpPr>
        <p:spPr>
          <a:xfrm>
            <a:off x="650345" y="5828184"/>
            <a:ext cx="1828800" cy="5356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Closure</a:t>
            </a:r>
          </a:p>
        </p:txBody>
      </p:sp>
      <p:pic>
        <p:nvPicPr>
          <p:cNvPr id="21"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437705" y="1558007"/>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a:xfrm flipH="1">
            <a:off x="8597733" y="899123"/>
            <a:ext cx="304800" cy="5498107"/>
            <a:chOff x="6553200" y="899123"/>
            <a:chExt cx="228600" cy="5498107"/>
          </a:xfrm>
        </p:grpSpPr>
        <p:sp>
          <p:nvSpPr>
            <p:cNvPr id="26" name="Right Brace 25"/>
            <p:cNvSpPr/>
            <p:nvPr/>
          </p:nvSpPr>
          <p:spPr>
            <a:xfrm>
              <a:off x="6553200" y="899123"/>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2" name="Right Brace 51"/>
            <p:cNvSpPr/>
            <p:nvPr/>
          </p:nvSpPr>
          <p:spPr>
            <a:xfrm>
              <a:off x="6553200" y="1703566"/>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3" name="Right Brace 52"/>
            <p:cNvSpPr/>
            <p:nvPr/>
          </p:nvSpPr>
          <p:spPr>
            <a:xfrm>
              <a:off x="6553200" y="2493205"/>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4" name="Right Brace 53"/>
            <p:cNvSpPr/>
            <p:nvPr/>
          </p:nvSpPr>
          <p:spPr>
            <a:xfrm>
              <a:off x="6553200" y="3329054"/>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5" name="Right Brace 54"/>
            <p:cNvSpPr/>
            <p:nvPr/>
          </p:nvSpPr>
          <p:spPr>
            <a:xfrm>
              <a:off x="6553200" y="4106320"/>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6" name="Right Brace 55"/>
            <p:cNvSpPr/>
            <p:nvPr/>
          </p:nvSpPr>
          <p:spPr>
            <a:xfrm>
              <a:off x="6553200" y="4932975"/>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7" name="Right Brace 56"/>
            <p:cNvSpPr/>
            <p:nvPr/>
          </p:nvSpPr>
          <p:spPr>
            <a:xfrm>
              <a:off x="6553200" y="5709796"/>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7" name="TextBox 26"/>
          <p:cNvSpPr txBox="1"/>
          <p:nvPr/>
        </p:nvSpPr>
        <p:spPr>
          <a:xfrm>
            <a:off x="8793059" y="838200"/>
            <a:ext cx="1745991" cy="861774"/>
          </a:xfrm>
          <a:prstGeom prst="rect">
            <a:avLst/>
          </a:prstGeom>
          <a:noFill/>
        </p:spPr>
        <p:txBody>
          <a:bodyPr wrap="none" rtlCol="0">
            <a:spAutoFit/>
          </a:bodyPr>
          <a:lstStyle/>
          <a:p>
            <a:pPr marL="171450" indent="-171450">
              <a:buFont typeface="Arial" panose="020B0604020202020204" pitchFamily="34" charset="0"/>
              <a:buChar char="•"/>
            </a:pPr>
            <a:r>
              <a:rPr lang="en-US" sz="1000" dirty="0"/>
              <a:t>Customer VOC</a:t>
            </a:r>
          </a:p>
          <a:p>
            <a:pPr marL="171450" indent="-171450">
              <a:buFont typeface="Arial" panose="020B0604020202020204" pitchFamily="34" charset="0"/>
              <a:buChar char="•"/>
            </a:pPr>
            <a:r>
              <a:rPr lang="en-US" sz="1000" dirty="0"/>
              <a:t>Defining Project Charter</a:t>
            </a:r>
          </a:p>
          <a:p>
            <a:pPr marL="171450" indent="-171450">
              <a:buFont typeface="Arial" panose="020B0604020202020204" pitchFamily="34" charset="0"/>
              <a:buChar char="•"/>
            </a:pPr>
            <a:r>
              <a:rPr lang="en-US" sz="1000" dirty="0"/>
              <a:t>ARMI</a:t>
            </a:r>
          </a:p>
          <a:p>
            <a:pPr marL="171450" indent="-171450">
              <a:buFont typeface="Arial" panose="020B0604020202020204" pitchFamily="34" charset="0"/>
              <a:buChar char="•"/>
            </a:pPr>
            <a:r>
              <a:rPr lang="en-US" sz="1000" dirty="0"/>
              <a:t>Project Schedule/Plan </a:t>
            </a:r>
          </a:p>
          <a:p>
            <a:pPr marL="171450" indent="-171450">
              <a:buFont typeface="Arial" panose="020B0604020202020204" pitchFamily="34" charset="0"/>
              <a:buChar char="•"/>
            </a:pPr>
            <a:r>
              <a:rPr lang="en-US" sz="1000" dirty="0"/>
              <a:t>COPIS</a:t>
            </a:r>
          </a:p>
        </p:txBody>
      </p:sp>
      <p:sp>
        <p:nvSpPr>
          <p:cNvPr id="58" name="TextBox 57"/>
          <p:cNvSpPr txBox="1"/>
          <p:nvPr/>
        </p:nvSpPr>
        <p:spPr>
          <a:xfrm>
            <a:off x="8763988" y="1861103"/>
            <a:ext cx="2322861" cy="253916"/>
          </a:xfrm>
          <a:prstGeom prst="rect">
            <a:avLst/>
          </a:prstGeom>
          <a:noFill/>
        </p:spPr>
        <p:txBody>
          <a:bodyPr wrap="square" rtlCol="0">
            <a:spAutoFit/>
          </a:bodyPr>
          <a:lstStyle/>
          <a:p>
            <a:pPr marL="171450" indent="-171450">
              <a:buFont typeface="Arial" panose="020B0604020202020204" pitchFamily="34" charset="0"/>
              <a:buChar char="•"/>
            </a:pPr>
            <a:r>
              <a:rPr lang="en-US" sz="1050" dirty="0"/>
              <a:t>Failure Mode and Effect Analysis</a:t>
            </a:r>
          </a:p>
        </p:txBody>
      </p:sp>
      <p:sp>
        <p:nvSpPr>
          <p:cNvPr id="59" name="TextBox 58"/>
          <p:cNvSpPr txBox="1"/>
          <p:nvPr/>
        </p:nvSpPr>
        <p:spPr>
          <a:xfrm>
            <a:off x="8800933" y="2488179"/>
            <a:ext cx="3391067" cy="577081"/>
          </a:xfrm>
          <a:prstGeom prst="rect">
            <a:avLst/>
          </a:prstGeom>
          <a:noFill/>
        </p:spPr>
        <p:txBody>
          <a:bodyPr wrap="square" rtlCol="0">
            <a:spAutoFit/>
          </a:bodyPr>
          <a:lstStyle/>
          <a:p>
            <a:pPr marL="171450" indent="-171450">
              <a:buFont typeface="Arial" panose="020B0604020202020204" pitchFamily="34" charset="0"/>
              <a:buChar char="•"/>
            </a:pPr>
            <a:r>
              <a:rPr lang="en-US" sz="1050" dirty="0"/>
              <a:t>Finalizing Metrics Framework</a:t>
            </a:r>
          </a:p>
          <a:p>
            <a:pPr marL="171450" indent="-171450">
              <a:buFont typeface="Arial" panose="020B0604020202020204" pitchFamily="34" charset="0"/>
              <a:buChar char="•"/>
            </a:pPr>
            <a:r>
              <a:rPr lang="en-US" sz="1050" dirty="0"/>
              <a:t>Define Operational definitions of metrics </a:t>
            </a:r>
          </a:p>
          <a:p>
            <a:pPr marL="171450" indent="-171450">
              <a:buFont typeface="Arial" panose="020B0604020202020204" pitchFamily="34" charset="0"/>
              <a:buChar char="•"/>
            </a:pPr>
            <a:r>
              <a:rPr lang="en-US" sz="1050" dirty="0"/>
              <a:t>Client sign off on metrics framework</a:t>
            </a:r>
          </a:p>
        </p:txBody>
      </p:sp>
      <p:sp>
        <p:nvSpPr>
          <p:cNvPr id="60" name="TextBox 59"/>
          <p:cNvSpPr txBox="1"/>
          <p:nvPr/>
        </p:nvSpPr>
        <p:spPr>
          <a:xfrm>
            <a:off x="8923556" y="3288850"/>
            <a:ext cx="3377601" cy="577081"/>
          </a:xfrm>
          <a:prstGeom prst="rect">
            <a:avLst/>
          </a:prstGeom>
          <a:noFill/>
        </p:spPr>
        <p:txBody>
          <a:bodyPr wrap="square" rtlCol="0">
            <a:spAutoFit/>
          </a:bodyPr>
          <a:lstStyle/>
          <a:p>
            <a:pPr marL="171450" indent="-171450">
              <a:buFont typeface="Arial" panose="020B0604020202020204" pitchFamily="34" charset="0"/>
              <a:buChar char="•"/>
            </a:pPr>
            <a:r>
              <a:rPr lang="en-US" sz="1050" dirty="0"/>
              <a:t>Data Collection Plan</a:t>
            </a:r>
          </a:p>
          <a:p>
            <a:pPr marL="171450" indent="-171450">
              <a:buFont typeface="Arial" panose="020B0604020202020204" pitchFamily="34" charset="0"/>
              <a:buChar char="•"/>
            </a:pPr>
            <a:r>
              <a:rPr lang="en-US" sz="1050" dirty="0"/>
              <a:t>Root Cause Analysis Calibration – Suggestions for Improvements</a:t>
            </a:r>
          </a:p>
        </p:txBody>
      </p:sp>
      <p:sp>
        <p:nvSpPr>
          <p:cNvPr id="61" name="TextBox 60"/>
          <p:cNvSpPr txBox="1"/>
          <p:nvPr/>
        </p:nvSpPr>
        <p:spPr>
          <a:xfrm>
            <a:off x="8838009" y="4086100"/>
            <a:ext cx="3505460" cy="415498"/>
          </a:xfrm>
          <a:prstGeom prst="rect">
            <a:avLst/>
          </a:prstGeom>
          <a:noFill/>
        </p:spPr>
        <p:txBody>
          <a:bodyPr wrap="square" rtlCol="0">
            <a:spAutoFit/>
          </a:bodyPr>
          <a:lstStyle/>
          <a:p>
            <a:pPr marL="171450" indent="-171450">
              <a:buFont typeface="Arial" panose="020B0604020202020204" pitchFamily="34" charset="0"/>
              <a:buChar char="•"/>
            </a:pPr>
            <a:r>
              <a:rPr lang="en-US" sz="1050" dirty="0"/>
              <a:t>Governance Structure – Genpact and Lam Research</a:t>
            </a:r>
          </a:p>
          <a:p>
            <a:pPr marL="171450" indent="-171450">
              <a:buFont typeface="Arial" panose="020B0604020202020204" pitchFamily="34" charset="0"/>
              <a:buChar char="•"/>
            </a:pPr>
            <a:r>
              <a:rPr lang="en-US" sz="1050" dirty="0"/>
              <a:t>Structure of Report</a:t>
            </a:r>
          </a:p>
        </p:txBody>
      </p:sp>
      <p:sp>
        <p:nvSpPr>
          <p:cNvPr id="62" name="TextBox 61"/>
          <p:cNvSpPr txBox="1"/>
          <p:nvPr/>
        </p:nvSpPr>
        <p:spPr>
          <a:xfrm>
            <a:off x="8839200" y="5149734"/>
            <a:ext cx="3251200" cy="253916"/>
          </a:xfrm>
          <a:prstGeom prst="rect">
            <a:avLst/>
          </a:prstGeom>
          <a:noFill/>
        </p:spPr>
        <p:txBody>
          <a:bodyPr wrap="square" rtlCol="0">
            <a:spAutoFit/>
          </a:bodyPr>
          <a:lstStyle/>
          <a:p>
            <a:pPr marL="171450" indent="-171450">
              <a:buFont typeface="Arial" panose="020B0604020202020204" pitchFamily="34" charset="0"/>
              <a:buChar char="•"/>
            </a:pPr>
            <a:r>
              <a:rPr lang="en-US" sz="1050" dirty="0"/>
              <a:t>Visual Management ( service now)</a:t>
            </a:r>
          </a:p>
        </p:txBody>
      </p:sp>
      <p:sp>
        <p:nvSpPr>
          <p:cNvPr id="63" name="TextBox 62"/>
          <p:cNvSpPr txBox="1"/>
          <p:nvPr/>
        </p:nvSpPr>
        <p:spPr>
          <a:xfrm>
            <a:off x="8841088" y="5784533"/>
            <a:ext cx="3542536" cy="738664"/>
          </a:xfrm>
          <a:prstGeom prst="rect">
            <a:avLst/>
          </a:prstGeom>
          <a:noFill/>
        </p:spPr>
        <p:txBody>
          <a:bodyPr wrap="square" rtlCol="0">
            <a:spAutoFit/>
          </a:bodyPr>
          <a:lstStyle/>
          <a:p>
            <a:pPr marL="171450" indent="-171450">
              <a:buFont typeface="Arial" panose="020B0604020202020204" pitchFamily="34" charset="0"/>
              <a:buChar char="•"/>
            </a:pPr>
            <a:r>
              <a:rPr lang="en-US" sz="1050" dirty="0"/>
              <a:t>Control Plan</a:t>
            </a:r>
          </a:p>
          <a:p>
            <a:pPr marL="171450" indent="-171450">
              <a:buFont typeface="Arial" panose="020B0604020202020204" pitchFamily="34" charset="0"/>
              <a:buChar char="•"/>
            </a:pPr>
            <a:r>
              <a:rPr lang="en-US" sz="1050" dirty="0"/>
              <a:t>Way Forward</a:t>
            </a:r>
          </a:p>
          <a:p>
            <a:pPr marL="171450" indent="-171450">
              <a:buFont typeface="Arial" panose="020B0604020202020204" pitchFamily="34" charset="0"/>
              <a:buChar char="•"/>
            </a:pPr>
            <a:r>
              <a:rPr lang="en-US" sz="1050" dirty="0"/>
              <a:t>Standardization of Review Process</a:t>
            </a:r>
          </a:p>
          <a:p>
            <a:pPr marL="171450" indent="-171450">
              <a:buFont typeface="Arial" panose="020B0604020202020204" pitchFamily="34" charset="0"/>
              <a:buChar char="•"/>
            </a:pPr>
            <a:endParaRPr lang="en-US" sz="1050" dirty="0"/>
          </a:p>
        </p:txBody>
      </p:sp>
      <p:pic>
        <p:nvPicPr>
          <p:cNvPr id="36"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4855192"/>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3288269"/>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4065783"/>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430212" y="4038224"/>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5663083"/>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437705" y="5663083"/>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719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87440324"/>
              </p:ext>
            </p:extLst>
          </p:nvPr>
        </p:nvGraphicFramePr>
        <p:xfrm>
          <a:off x="286869" y="802342"/>
          <a:ext cx="11905131" cy="5674659"/>
        </p:xfrm>
        <a:graphic>
          <a:graphicData uri="http://schemas.openxmlformats.org/drawingml/2006/table">
            <a:tbl>
              <a:tblPr firstRow="1" bandRow="1">
                <a:tableStyleId>{F5AB1C69-6EDB-4FF4-983F-18BD219EF322}</a:tableStyleId>
              </a:tblPr>
              <a:tblGrid>
                <a:gridCol w="2963436">
                  <a:extLst>
                    <a:ext uri="{9D8B030D-6E8A-4147-A177-3AD203B41FA5}">
                      <a16:colId xmlns:a16="http://schemas.microsoft.com/office/drawing/2014/main" val="20000"/>
                    </a:ext>
                  </a:extLst>
                </a:gridCol>
                <a:gridCol w="2744095">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tblGrid>
              <a:tr h="383277">
                <a:tc>
                  <a:txBody>
                    <a:bodyPr/>
                    <a:lstStyle/>
                    <a:p>
                      <a:pPr algn="ctr"/>
                      <a:r>
                        <a:rPr lang="en-US" dirty="0"/>
                        <a:t>Step Name</a:t>
                      </a:r>
                    </a:p>
                  </a:txBody>
                  <a:tcPr marL="121920" marR="121920"/>
                </a:tc>
                <a:tc>
                  <a:txBody>
                    <a:bodyPr/>
                    <a:lstStyle/>
                    <a:p>
                      <a:pPr algn="ctr"/>
                      <a:r>
                        <a:rPr lang="en-US" dirty="0"/>
                        <a:t>Objective</a:t>
                      </a:r>
                    </a:p>
                  </a:txBody>
                  <a:tcPr marL="121920" marR="121920"/>
                </a:tc>
                <a:tc>
                  <a:txBody>
                    <a:bodyPr/>
                    <a:lstStyle/>
                    <a:p>
                      <a:pPr algn="ctr"/>
                      <a:r>
                        <a:rPr lang="en-US" dirty="0"/>
                        <a:t>Acceptance Criteria</a:t>
                      </a:r>
                    </a:p>
                  </a:txBody>
                  <a:tcPr marL="121920" marR="121920"/>
                </a:tc>
                <a:tc>
                  <a:txBody>
                    <a:bodyPr/>
                    <a:lstStyle/>
                    <a:p>
                      <a:pPr algn="ctr"/>
                      <a:r>
                        <a:rPr lang="en-US" dirty="0"/>
                        <a:t>Tools</a:t>
                      </a:r>
                    </a:p>
                  </a:txBody>
                  <a:tcPr marL="121920" marR="121920"/>
                </a:tc>
                <a:extLst>
                  <a:ext uri="{0D108BD9-81ED-4DB2-BD59-A6C34878D82A}">
                    <a16:rowId xmlns:a16="http://schemas.microsoft.com/office/drawing/2014/main" val="10000"/>
                  </a:ext>
                </a:extLst>
              </a:tr>
              <a:tr h="879420">
                <a:tc>
                  <a:txBody>
                    <a:bodyPr/>
                    <a:lstStyle/>
                    <a:p>
                      <a:r>
                        <a:rPr lang="en-US" sz="1200" b="1" baseline="0" dirty="0"/>
                        <a:t>1. Building Process Framework</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Business</a:t>
                      </a:r>
                      <a:r>
                        <a:rPr lang="en-US" sz="1000" baseline="0" dirty="0"/>
                        <a:t> Case</a:t>
                      </a:r>
                    </a:p>
                    <a:p>
                      <a:pPr marL="285750" indent="-285750">
                        <a:buFont typeface="Wingdings" panose="05000000000000000000" pitchFamily="2" charset="2"/>
                        <a:buChar char="ü"/>
                      </a:pPr>
                      <a:r>
                        <a:rPr lang="en-US" sz="1000" baseline="0" dirty="0"/>
                        <a:t>Process Criticality and Project Schedules</a:t>
                      </a:r>
                    </a:p>
                  </a:txBody>
                  <a:tcPr marL="121920" marR="121920" anchor="ctr"/>
                </a:tc>
                <a:tc>
                  <a:txBody>
                    <a:bodyPr/>
                    <a:lstStyle/>
                    <a:p>
                      <a:pPr marL="285750" indent="-285750">
                        <a:buFont typeface="Arial" panose="020B0604020202020204" pitchFamily="34" charset="0"/>
                        <a:buChar char="•"/>
                      </a:pPr>
                      <a:r>
                        <a:rPr lang="en-US" sz="1000" dirty="0"/>
                        <a:t>Holistic</a:t>
                      </a:r>
                      <a:r>
                        <a:rPr lang="en-US" sz="1000" baseline="0" dirty="0"/>
                        <a:t> Business Case with clear framework outlined for the project</a:t>
                      </a:r>
                      <a:endParaRPr lang="en-US" sz="1000" dirty="0"/>
                    </a:p>
                    <a:p>
                      <a:pPr marL="285750" indent="-285750">
                        <a:buFont typeface="Arial" panose="020B0604020202020204" pitchFamily="34" charset="0"/>
                        <a:buChar char="•"/>
                      </a:pPr>
                      <a:r>
                        <a:rPr lang="en-US" sz="1000" baseline="0" dirty="0"/>
                        <a:t>Customer VOC to be shared</a:t>
                      </a:r>
                      <a:endParaRPr lang="en-US" sz="1000" dirty="0"/>
                    </a:p>
                  </a:txBody>
                  <a:tcPr marL="121920" marR="121920" anchor="ct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Customer VOC</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Project Charter,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ARMI</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Project Schedule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COPIS</a:t>
                      </a:r>
                      <a:endParaRPr kumimoji="0" lang="en-US" sz="1000" b="0" i="0" u="none" strike="noStrike" kern="1200" cap="none" spc="0" normalizeH="0" baseline="0" noProof="0" dirty="0">
                        <a:ln>
                          <a:noFill/>
                        </a:ln>
                        <a:solidFill>
                          <a:schemeClr val="tx1"/>
                        </a:solidFill>
                        <a:effectLst/>
                        <a:uLnTx/>
                        <a:uFillTx/>
                        <a:latin typeface="+mn-lt"/>
                        <a:cs typeface="Arial" pitchFamily="34" charset="0"/>
                      </a:endParaRPr>
                    </a:p>
                  </a:txBody>
                  <a:tcPr marL="121920" marR="121920" anchor="ctr"/>
                </a:tc>
                <a:extLst>
                  <a:ext uri="{0D108BD9-81ED-4DB2-BD59-A6C34878D82A}">
                    <a16:rowId xmlns:a16="http://schemas.microsoft.com/office/drawing/2014/main" val="10001"/>
                  </a:ext>
                </a:extLst>
              </a:tr>
              <a:tr h="471118">
                <a:tc>
                  <a:txBody>
                    <a:bodyPr/>
                    <a:lstStyle/>
                    <a:p>
                      <a:r>
                        <a:rPr lang="en-US" sz="1200" b="1" dirty="0"/>
                        <a:t>2. Operational</a:t>
                      </a:r>
                      <a:r>
                        <a:rPr lang="en-US" sz="1200" b="1" baseline="0" dirty="0"/>
                        <a:t> Excellence Risk Assessment</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Operational</a:t>
                      </a:r>
                      <a:r>
                        <a:rPr lang="en-US" sz="1000" baseline="0" dirty="0"/>
                        <a:t> FMEA</a:t>
                      </a:r>
                      <a:endParaRPr lang="en-US" sz="1000" dirty="0"/>
                    </a:p>
                  </a:txBody>
                  <a:tcPr marL="121920" marR="121920" anchor="ctr"/>
                </a:tc>
                <a:tc>
                  <a:txBody>
                    <a:bodyPr/>
                    <a:lstStyle/>
                    <a:p>
                      <a:pPr marL="285750" indent="-285750">
                        <a:buFont typeface="Arial" panose="020B0604020202020204" pitchFamily="34" charset="0"/>
                        <a:buChar char="•"/>
                      </a:pPr>
                      <a:r>
                        <a:rPr lang="en-US" sz="1000" baseline="0" dirty="0"/>
                        <a:t>Incorporation of Operational  FMEA</a:t>
                      </a:r>
                      <a:endParaRPr lang="en-US" sz="1000" dirty="0"/>
                    </a:p>
                  </a:txBody>
                  <a:tcPr marL="121920" marR="121920" anchor="ct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Operational FMEA model</a:t>
                      </a:r>
                      <a:endParaRPr kumimoji="0" lang="en-US" sz="1000" b="0" i="0" u="none" strike="noStrike" kern="1200" cap="none" spc="0" normalizeH="0" baseline="0" noProof="0" dirty="0">
                        <a:ln>
                          <a:noFill/>
                        </a:ln>
                        <a:solidFill>
                          <a:schemeClr val="tx1"/>
                        </a:solidFill>
                        <a:effectLst/>
                        <a:uLnTx/>
                        <a:uFillTx/>
                        <a:latin typeface="+mn-lt"/>
                        <a:cs typeface="Arial" pitchFamily="34" charset="0"/>
                      </a:endParaRPr>
                    </a:p>
                  </a:txBody>
                  <a:tcPr marL="121920" marR="121920" anchor="ctr"/>
                </a:tc>
                <a:extLst>
                  <a:ext uri="{0D108BD9-81ED-4DB2-BD59-A6C34878D82A}">
                    <a16:rowId xmlns:a16="http://schemas.microsoft.com/office/drawing/2014/main" val="10002"/>
                  </a:ext>
                </a:extLst>
              </a:tr>
              <a:tr h="831195">
                <a:tc>
                  <a:txBody>
                    <a:bodyPr/>
                    <a:lstStyle/>
                    <a:p>
                      <a:r>
                        <a:rPr lang="en-US" sz="1200" b="1" dirty="0"/>
                        <a:t>3. Finalizing</a:t>
                      </a:r>
                      <a:r>
                        <a:rPr lang="en-US" sz="1200" b="1" baseline="0" dirty="0"/>
                        <a:t> (input/process/output) Metrics</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Identify</a:t>
                      </a:r>
                      <a:r>
                        <a:rPr lang="en-US" sz="1000" baseline="0" dirty="0"/>
                        <a:t> Input-Process-Output measures</a:t>
                      </a:r>
                    </a:p>
                  </a:txBody>
                  <a:tcPr marL="121920" marR="121920" anchor="ctr"/>
                </a:tc>
                <a:tc>
                  <a:txBody>
                    <a:bodyPr/>
                    <a:lstStyle/>
                    <a:p>
                      <a:pPr marL="285750" indent="-285750">
                        <a:buFont typeface="Arial" panose="020B0604020202020204" pitchFamily="34" charset="0"/>
                        <a:buChar char="•"/>
                      </a:pPr>
                      <a:r>
                        <a:rPr lang="en-US" sz="1000" dirty="0"/>
                        <a:t>Finalizing Metrics Framework</a:t>
                      </a:r>
                    </a:p>
                    <a:p>
                      <a:pPr marL="285750" indent="-285750">
                        <a:buFont typeface="Arial" panose="020B0604020202020204" pitchFamily="34" charset="0"/>
                        <a:buChar char="•"/>
                      </a:pPr>
                      <a:r>
                        <a:rPr lang="en-US" sz="1000" dirty="0"/>
                        <a:t>Define Operational definitions of metrics </a:t>
                      </a:r>
                    </a:p>
                    <a:p>
                      <a:pPr marL="285750" indent="-285750">
                        <a:buFont typeface="Arial" panose="020B0604020202020204" pitchFamily="34" charset="0"/>
                        <a:buChar char="•"/>
                      </a:pPr>
                      <a:r>
                        <a:rPr lang="en-US" sz="1000" dirty="0"/>
                        <a:t>Client sign off on metrics framework</a:t>
                      </a:r>
                    </a:p>
                    <a:p>
                      <a:pPr marL="285750" indent="-285750">
                        <a:buFont typeface="Arial" panose="020B0604020202020204" pitchFamily="34" charset="0"/>
                        <a:buChar char="•"/>
                      </a:pPr>
                      <a:endParaRPr lang="en-US" sz="1000" dirty="0"/>
                    </a:p>
                  </a:txBody>
                  <a:tcPr marL="121920" marR="121920" anchor="ctr"/>
                </a:tc>
                <a:tc>
                  <a:txBody>
                    <a:bodyPr/>
                    <a:lstStyle/>
                    <a:p>
                      <a:pPr marL="225425" indent="-225425">
                        <a:buAutoNum type="arabicPeriod"/>
                      </a:pPr>
                      <a:r>
                        <a:rPr lang="en-US" sz="1000" baseline="0" dirty="0"/>
                        <a:t>Matrices Framework</a:t>
                      </a:r>
                    </a:p>
                    <a:p>
                      <a:pPr marL="225425" indent="-225425">
                        <a:buAutoNum type="arabicPeriod"/>
                      </a:pPr>
                      <a:r>
                        <a:rPr lang="en-US" sz="1000" baseline="0" dirty="0"/>
                        <a:t>Operational Definition </a:t>
                      </a:r>
                    </a:p>
                    <a:p>
                      <a:pPr marL="225425" indent="-225425">
                        <a:buAutoNum type="arabicPeriod"/>
                      </a:pPr>
                      <a:r>
                        <a:rPr lang="en-US" sz="1000" baseline="0" dirty="0"/>
                        <a:t>Client Signoff</a:t>
                      </a:r>
                    </a:p>
                    <a:p>
                      <a:pPr marL="342900" indent="-342900">
                        <a:buAutoNum type="arabicPeriod"/>
                      </a:pPr>
                      <a:endParaRPr lang="en-US" sz="1000" baseline="0" dirty="0"/>
                    </a:p>
                  </a:txBody>
                  <a:tcPr marL="121920" marR="121920" anchor="ctr"/>
                </a:tc>
                <a:extLst>
                  <a:ext uri="{0D108BD9-81ED-4DB2-BD59-A6C34878D82A}">
                    <a16:rowId xmlns:a16="http://schemas.microsoft.com/office/drawing/2014/main" val="10003"/>
                  </a:ext>
                </a:extLst>
              </a:tr>
              <a:tr h="722381">
                <a:tc>
                  <a:txBody>
                    <a:bodyPr/>
                    <a:lstStyle/>
                    <a:p>
                      <a:r>
                        <a:rPr lang="en-US" sz="1200" b="1" dirty="0"/>
                        <a:t>4. Set-up Measurement</a:t>
                      </a:r>
                      <a:r>
                        <a:rPr lang="en-US" sz="1200" b="1" baseline="0" dirty="0"/>
                        <a:t> System</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Create Data Collection</a:t>
                      </a:r>
                      <a:r>
                        <a:rPr lang="en-US" sz="1000" baseline="0" dirty="0"/>
                        <a:t> Plan</a:t>
                      </a:r>
                    </a:p>
                    <a:p>
                      <a:pPr marL="285750" indent="-285750">
                        <a:buFont typeface="Wingdings" panose="05000000000000000000" pitchFamily="2" charset="2"/>
                        <a:buChar char="ü"/>
                      </a:pPr>
                      <a:r>
                        <a:rPr lang="en-US" sz="1000" baseline="0" dirty="0"/>
                        <a:t>Perform Calibration</a:t>
                      </a:r>
                      <a:endParaRPr lang="en-US" sz="1000" dirty="0"/>
                    </a:p>
                  </a:txBody>
                  <a:tcPr marL="121920" marR="121920" anchor="ct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Set up</a:t>
                      </a:r>
                      <a:r>
                        <a:rPr lang="en-US" sz="1000" baseline="0" dirty="0"/>
                        <a:t> </a:t>
                      </a:r>
                      <a:r>
                        <a:rPr lang="en-US" sz="1000" dirty="0"/>
                        <a:t>Process for data collection</a:t>
                      </a:r>
                    </a:p>
                    <a:p>
                      <a:pPr marL="285750" indent="-285750">
                        <a:buFont typeface="Arial" panose="020B0604020202020204" pitchFamily="34" charset="0"/>
                        <a:buChar char="•"/>
                      </a:pPr>
                      <a:r>
                        <a:rPr lang="en-US" sz="1000" dirty="0"/>
                        <a:t>Check</a:t>
                      </a:r>
                      <a:r>
                        <a:rPr lang="en-US" sz="1000" baseline="0" dirty="0"/>
                        <a:t> for Operational and Calculation Definition of Metrics</a:t>
                      </a:r>
                    </a:p>
                    <a:p>
                      <a:pPr marL="285750" indent="-285750">
                        <a:buFont typeface="Arial" panose="020B0604020202020204" pitchFamily="34" charset="0"/>
                        <a:buChar char="•"/>
                      </a:pPr>
                      <a:r>
                        <a:rPr lang="en-US" sz="1000" baseline="0" dirty="0"/>
                        <a:t>Rigor on Measurement System Analysis and Calibration</a:t>
                      </a:r>
                    </a:p>
                  </a:txBody>
                  <a:tcPr marL="121920" marR="121920" anchor="ctr"/>
                </a:tc>
                <a:tc>
                  <a:txBody>
                    <a:bodyPr/>
                    <a:lstStyle/>
                    <a:p>
                      <a:pPr marL="228600" indent="-228600">
                        <a:buFont typeface="+mj-lt"/>
                        <a:buAutoNum type="arabicPeriod"/>
                      </a:pPr>
                      <a:r>
                        <a:rPr lang="en-US" sz="1000" dirty="0"/>
                        <a:t>Data Collection</a:t>
                      </a:r>
                      <a:r>
                        <a:rPr lang="en-US" sz="1000" baseline="0" dirty="0"/>
                        <a:t> Plan &amp; Templates</a:t>
                      </a:r>
                    </a:p>
                    <a:p>
                      <a:pPr marL="228600" indent="-228600">
                        <a:buFont typeface="+mj-lt"/>
                        <a:buAutoNum type="arabicPeriod"/>
                      </a:pPr>
                      <a:r>
                        <a:rPr lang="en-US" sz="1000" baseline="0" dirty="0"/>
                        <a:t>Calibration</a:t>
                      </a:r>
                    </a:p>
                  </a:txBody>
                  <a:tcPr marL="121920" marR="121920" anchor="ctr"/>
                </a:tc>
                <a:extLst>
                  <a:ext uri="{0D108BD9-81ED-4DB2-BD59-A6C34878D82A}">
                    <a16:rowId xmlns:a16="http://schemas.microsoft.com/office/drawing/2014/main" val="10004"/>
                  </a:ext>
                </a:extLst>
              </a:tr>
              <a:tr h="926530">
                <a:tc>
                  <a:txBody>
                    <a:bodyPr/>
                    <a:lstStyle/>
                    <a:p>
                      <a:r>
                        <a:rPr lang="en-US" sz="1200" b="1" baseline="0" dirty="0"/>
                        <a:t>5. Setting up Reporting Structure </a:t>
                      </a:r>
                      <a:endParaRPr lang="en-US" sz="1200" b="1" dirty="0"/>
                    </a:p>
                  </a:txBody>
                  <a:tcPr marL="121920" marR="121920" anchor="ctr"/>
                </a:tc>
                <a:tc>
                  <a:txBody>
                    <a:bodyPr/>
                    <a:lstStyle/>
                    <a:p>
                      <a:pPr marL="285750" indent="-285750">
                        <a:buFont typeface="Wingdings" panose="05000000000000000000" pitchFamily="2" charset="2"/>
                        <a:buChar char="ü"/>
                      </a:pPr>
                      <a:r>
                        <a:rPr lang="en-US" sz="1000" baseline="0" dirty="0"/>
                        <a:t>Analysis of Metrics</a:t>
                      </a:r>
                    </a:p>
                    <a:p>
                      <a:pPr marL="285750" indent="-285750">
                        <a:buFont typeface="Wingdings" panose="05000000000000000000" pitchFamily="2" charset="2"/>
                        <a:buChar char="ü"/>
                      </a:pPr>
                      <a:r>
                        <a:rPr lang="en-US" sz="1000" baseline="0" dirty="0"/>
                        <a:t>Governance Structure</a:t>
                      </a:r>
                    </a:p>
                    <a:p>
                      <a:pPr marL="285750" indent="-285750">
                        <a:buFont typeface="Wingdings" panose="05000000000000000000" pitchFamily="2" charset="2"/>
                        <a:buChar char="ü"/>
                      </a:pPr>
                      <a:r>
                        <a:rPr lang="en-US" sz="1000" baseline="0" dirty="0"/>
                        <a:t>Reporting  &amp; Dashboard automation</a:t>
                      </a:r>
                    </a:p>
                    <a:p>
                      <a:pPr marL="285750" indent="-285750">
                        <a:buFont typeface="Wingdings" panose="05000000000000000000" pitchFamily="2" charset="2"/>
                        <a:buChar char="ü"/>
                      </a:pPr>
                      <a:r>
                        <a:rPr lang="en-US" sz="1000" baseline="0" dirty="0"/>
                        <a:t>Implementation</a:t>
                      </a:r>
                      <a:endParaRPr lang="en-US" sz="1000" dirty="0"/>
                    </a:p>
                  </a:txBody>
                  <a:tcPr marL="121920" marR="121920" anchor="ctr"/>
                </a:tc>
                <a:tc>
                  <a:txBody>
                    <a:bodyPr/>
                    <a:lstStyle/>
                    <a:p>
                      <a:pPr marL="285750" indent="-285750">
                        <a:buFont typeface="Arial" panose="020B0604020202020204" pitchFamily="34" charset="0"/>
                        <a:buChar char="•"/>
                      </a:pPr>
                      <a:r>
                        <a:rPr lang="en-US" sz="1000" dirty="0"/>
                        <a:t>Baselining</a:t>
                      </a:r>
                      <a:r>
                        <a:rPr lang="en-US" sz="1000" baseline="0" dirty="0"/>
                        <a:t> and analysis of metrics</a:t>
                      </a:r>
                      <a:endParaRPr lang="en-US" sz="1000" dirty="0"/>
                    </a:p>
                    <a:p>
                      <a:pPr marL="285750" indent="-285750">
                        <a:buFont typeface="Arial" panose="020B0604020202020204" pitchFamily="34" charset="0"/>
                        <a:buChar char="•"/>
                      </a:pPr>
                      <a:r>
                        <a:rPr lang="en-US" sz="1000" dirty="0"/>
                        <a:t>Automating of reports</a:t>
                      </a:r>
                      <a:r>
                        <a:rPr lang="en-US" sz="1000" baseline="0" dirty="0"/>
                        <a:t> &amp; Dashboards</a:t>
                      </a:r>
                    </a:p>
                    <a:p>
                      <a:pPr marL="285750" indent="-285750">
                        <a:buFont typeface="Arial" panose="020B0604020202020204" pitchFamily="34" charset="0"/>
                        <a:buChar char="•"/>
                      </a:pPr>
                      <a:r>
                        <a:rPr lang="en-US" sz="1000" baseline="0" dirty="0"/>
                        <a:t>Pilot Implementation</a:t>
                      </a:r>
                    </a:p>
                    <a:p>
                      <a:pPr marL="285750" indent="-285750">
                        <a:buFont typeface="Arial" panose="020B0604020202020204" pitchFamily="34" charset="0"/>
                        <a:buChar char="•"/>
                      </a:pPr>
                      <a:r>
                        <a:rPr lang="en-US" sz="1000" baseline="0" dirty="0"/>
                        <a:t>Full scale implementation</a:t>
                      </a:r>
                    </a:p>
                  </a:txBody>
                  <a:tcPr marL="121920" marR="121920" anchor="ctr"/>
                </a:tc>
                <a:tc>
                  <a:txBody>
                    <a:bodyPr/>
                    <a:lstStyle/>
                    <a:p>
                      <a:pPr marL="225425" indent="-225425">
                        <a:buFont typeface="+mj-lt"/>
                        <a:buAutoNum type="arabicPeriod"/>
                      </a:pPr>
                      <a:r>
                        <a:rPr lang="en-US" sz="1000" dirty="0"/>
                        <a:t>Metrics Dashboard</a:t>
                      </a:r>
                    </a:p>
                    <a:p>
                      <a:pPr marL="225425" indent="-225425">
                        <a:buFont typeface="+mj-lt"/>
                        <a:buAutoNum type="arabicPeriod"/>
                      </a:pPr>
                      <a:r>
                        <a:rPr lang="en-US" sz="1000" dirty="0"/>
                        <a:t>Implementation Plan</a:t>
                      </a:r>
                    </a:p>
                  </a:txBody>
                  <a:tcPr marL="121920" marR="121920" anchor="ctr"/>
                </a:tc>
                <a:extLst>
                  <a:ext uri="{0D108BD9-81ED-4DB2-BD59-A6C34878D82A}">
                    <a16:rowId xmlns:a16="http://schemas.microsoft.com/office/drawing/2014/main" val="10005"/>
                  </a:ext>
                </a:extLst>
              </a:tr>
              <a:tr h="565341">
                <a:tc>
                  <a:txBody>
                    <a:bodyPr/>
                    <a:lstStyle/>
                    <a:p>
                      <a:r>
                        <a:rPr lang="en-US" sz="1200" b="1" dirty="0"/>
                        <a:t>6. Visual Management Standardization</a:t>
                      </a:r>
                    </a:p>
                  </a:txBody>
                  <a:tcPr marL="121920" marR="121920" anchor="ctr"/>
                </a:tc>
                <a:tc>
                  <a:txBody>
                    <a:bodyPr/>
                    <a:lstStyle/>
                    <a:p>
                      <a:pPr marL="285750" indent="-285750">
                        <a:buFont typeface="Wingdings" panose="05000000000000000000" pitchFamily="2" charset="2"/>
                        <a:buChar char="ü"/>
                      </a:pPr>
                      <a:r>
                        <a:rPr lang="en-US" sz="1000" dirty="0"/>
                        <a:t>Visual</a:t>
                      </a:r>
                      <a:r>
                        <a:rPr lang="en-US" sz="1000" baseline="0" dirty="0"/>
                        <a:t> Management to be implemented </a:t>
                      </a:r>
                    </a:p>
                    <a:p>
                      <a:pPr marL="285750" indent="-285750">
                        <a:buFont typeface="Wingdings" panose="05000000000000000000" pitchFamily="2" charset="2"/>
                        <a:buChar char="ü"/>
                      </a:pPr>
                      <a:r>
                        <a:rPr lang="en-US" sz="1000" baseline="0" dirty="0"/>
                        <a:t>Organizing GEMBA Walk</a:t>
                      </a:r>
                      <a:endParaRPr lang="en-US" sz="1000" dirty="0"/>
                    </a:p>
                  </a:txBody>
                  <a:tcPr marL="121920" marR="121920" anchor="ctr"/>
                </a:tc>
                <a:tc>
                  <a:txBody>
                    <a:bodyPr/>
                    <a:lstStyle/>
                    <a:p>
                      <a:pPr marL="285750" indent="-285750">
                        <a:buFont typeface="Arial" panose="020B0604020202020204" pitchFamily="34" charset="0"/>
                        <a:buChar char="•"/>
                      </a:pPr>
                      <a:r>
                        <a:rPr lang="en-US" sz="1000" dirty="0"/>
                        <a:t>Visual display of metrics on floor</a:t>
                      </a:r>
                    </a:p>
                  </a:txBody>
                  <a:tcPr marL="121920" marR="121920" anchor="ctr"/>
                </a:tc>
                <a:tc>
                  <a:txBody>
                    <a:bodyPr/>
                    <a:lstStyle/>
                    <a:p>
                      <a:pPr marL="225425" indent="-225425">
                        <a:buFont typeface="+mj-lt"/>
                        <a:buAutoNum type="arabicPeriod"/>
                      </a:pPr>
                      <a:r>
                        <a:rPr lang="en-US" sz="1000" baseline="0" dirty="0"/>
                        <a:t>VM Tools</a:t>
                      </a:r>
                    </a:p>
                    <a:p>
                      <a:pPr marL="225425" indent="-225425">
                        <a:buFont typeface="+mj-lt"/>
                        <a:buAutoNum type="arabicPeriod"/>
                      </a:pPr>
                      <a:r>
                        <a:rPr lang="en-US" sz="1000" baseline="0" dirty="0"/>
                        <a:t>GEMBA</a:t>
                      </a:r>
                      <a:endParaRPr lang="en-US" sz="1000" dirty="0"/>
                    </a:p>
                  </a:txBody>
                  <a:tcPr marL="121920" marR="121920" anchor="ctr"/>
                </a:tc>
                <a:extLst>
                  <a:ext uri="{0D108BD9-81ED-4DB2-BD59-A6C34878D82A}">
                    <a16:rowId xmlns:a16="http://schemas.microsoft.com/office/drawing/2014/main" val="10006"/>
                  </a:ext>
                </a:extLst>
              </a:tr>
              <a:tr h="764338">
                <a:tc>
                  <a:txBody>
                    <a:bodyPr/>
                    <a:lstStyle/>
                    <a:p>
                      <a:r>
                        <a:rPr lang="en-US" sz="1200" b="1" dirty="0"/>
                        <a:t>7. Continuous</a:t>
                      </a:r>
                      <a:r>
                        <a:rPr lang="en-US" sz="1200" b="1" baseline="0" dirty="0"/>
                        <a:t> Improvement Roadmap </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Create</a:t>
                      </a:r>
                      <a:r>
                        <a:rPr lang="en-US" sz="1000" baseline="0" dirty="0"/>
                        <a:t> a line of sight for Transformational initiatives and changes</a:t>
                      </a:r>
                    </a:p>
                    <a:p>
                      <a:pPr marL="285750" indent="-285750">
                        <a:buFont typeface="Wingdings" panose="05000000000000000000" pitchFamily="2" charset="2"/>
                        <a:buChar char="ü"/>
                      </a:pPr>
                      <a:endParaRPr lang="en-US" sz="1000" baseline="0" dirty="0"/>
                    </a:p>
                  </a:txBody>
                  <a:tcPr marL="121920" marR="121920" anchor="ctr"/>
                </a:tc>
                <a:tc>
                  <a:txBody>
                    <a:bodyPr/>
                    <a:lstStyle/>
                    <a:p>
                      <a:pPr marL="171450" indent="-171450">
                        <a:buFont typeface="Arial" panose="020B0604020202020204" pitchFamily="34" charset="0"/>
                        <a:buChar char="•"/>
                      </a:pPr>
                      <a:r>
                        <a:rPr lang="en-US" sz="1000" dirty="0"/>
                        <a:t>Identify Improvement opportunities</a:t>
                      </a:r>
                    </a:p>
                    <a:p>
                      <a:pPr marL="171450" indent="-171450">
                        <a:buFont typeface="Arial" panose="020B0604020202020204" pitchFamily="34" charset="0"/>
                        <a:buChar char="•"/>
                      </a:pPr>
                      <a:r>
                        <a:rPr lang="en-US" sz="1000" dirty="0"/>
                        <a:t>CI roadmap</a:t>
                      </a:r>
                    </a:p>
                    <a:p>
                      <a:pPr marL="171450" indent="-171450">
                        <a:buFont typeface="Arial" panose="020B0604020202020204" pitchFamily="34" charset="0"/>
                        <a:buChar char="•"/>
                      </a:pPr>
                      <a:r>
                        <a:rPr lang="en-US" sz="1000" dirty="0"/>
                        <a:t>Sign off and Closure</a:t>
                      </a:r>
                    </a:p>
                    <a:p>
                      <a:pPr marL="171450" indent="-171450">
                        <a:buFont typeface="Arial" panose="020B0604020202020204" pitchFamily="34" charset="0"/>
                        <a:buChar char="•"/>
                      </a:pPr>
                      <a:endParaRPr lang="en-US" sz="1000" dirty="0"/>
                    </a:p>
                  </a:txBody>
                  <a:tcPr marL="121920" marR="121920" anchor="ctr"/>
                </a:tc>
                <a:tc>
                  <a:txBody>
                    <a:bodyPr/>
                    <a:lstStyle/>
                    <a:p>
                      <a:pPr marL="228600" indent="-228600">
                        <a:buAutoNum type="arabicPeriod"/>
                      </a:pPr>
                      <a:r>
                        <a:rPr lang="en-US" sz="1000" baseline="0" dirty="0"/>
                        <a:t>Transformation Road Maps</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sz="1000" baseline="0" dirty="0"/>
                        <a:t>Client Signoff</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endParaRPr lang="en-US" sz="1000" baseline="0" dirty="0"/>
                    </a:p>
                  </a:txBody>
                  <a:tcPr marL="121920" marR="121920" anchor="ctr"/>
                </a:tc>
                <a:extLst>
                  <a:ext uri="{0D108BD9-81ED-4DB2-BD59-A6C34878D82A}">
                    <a16:rowId xmlns:a16="http://schemas.microsoft.com/office/drawing/2014/main" val="10007"/>
                  </a:ext>
                </a:extLst>
              </a:tr>
            </a:tbl>
          </a:graphicData>
        </a:graphic>
      </p:graphicFrame>
      <p:sp>
        <p:nvSpPr>
          <p:cNvPr id="6" name="Text Placeholder 2"/>
          <p:cNvSpPr txBox="1">
            <a:spLocks/>
          </p:cNvSpPr>
          <p:nvPr/>
        </p:nvSpPr>
        <p:spPr>
          <a:xfrm>
            <a:off x="243233" y="392876"/>
            <a:ext cx="8532632" cy="276999"/>
          </a:xfrm>
          <a:prstGeom prst="rect">
            <a:avLst/>
          </a:prstGeom>
        </p:spPr>
        <p:txBody>
          <a:bodyPr/>
          <a:lstStyle>
            <a:lvl1pPr marL="0" indent="0" algn="l" defTabSz="914400" rtl="0" eaLnBrk="1" latinLnBrk="0" hangingPunct="1">
              <a:lnSpc>
                <a:spcPct val="100000"/>
              </a:lnSpc>
              <a:spcBef>
                <a:spcPts val="384"/>
              </a:spcBef>
              <a:spcAft>
                <a:spcPts val="0"/>
              </a:spcAft>
              <a:buFont typeface="Arial" panose="020B0604020202020204" pitchFamily="34" charset="0"/>
              <a:buNone/>
              <a:defRPr sz="2200" b="0" i="0" kern="1200">
                <a:solidFill>
                  <a:schemeClr val="tx1">
                    <a:lumMod val="65000"/>
                    <a:lumOff val="35000"/>
                  </a:schemeClr>
                </a:solidFill>
                <a:latin typeface="+mn-lt"/>
                <a:ea typeface="+mn-ea"/>
                <a:cs typeface="+mn-cs"/>
              </a:defRPr>
            </a:lvl1pPr>
            <a:lvl2pPr marL="169863" indent="-169863" algn="l" defTabSz="914400" rtl="0" eaLnBrk="1" latinLnBrk="0" hangingPunct="1">
              <a:lnSpc>
                <a:spcPct val="100000"/>
              </a:lnSpc>
              <a:spcBef>
                <a:spcPts val="384"/>
              </a:spcBef>
              <a:spcAft>
                <a:spcPts val="0"/>
              </a:spcAft>
              <a:buClr>
                <a:schemeClr val="bg2"/>
              </a:buClr>
              <a:buSzPct val="85000"/>
              <a:buFont typeface="Wingdings" panose="05000000000000000000" pitchFamily="2" charset="2"/>
              <a:buChar char="§"/>
              <a:defRPr sz="2200" b="0" i="0" kern="1200">
                <a:solidFill>
                  <a:schemeClr val="tx1">
                    <a:lumMod val="65000"/>
                    <a:lumOff val="35000"/>
                  </a:schemeClr>
                </a:solidFill>
                <a:latin typeface="+mn-lt"/>
                <a:ea typeface="+mn-ea"/>
                <a:cs typeface="+mn-cs"/>
              </a:defRPr>
            </a:lvl2pPr>
            <a:lvl3pPr marL="347663" indent="-177800" algn="l" defTabSz="914400" rtl="0" eaLnBrk="1" latinLnBrk="0" hangingPunct="1">
              <a:lnSpc>
                <a:spcPct val="100000"/>
              </a:lnSpc>
              <a:spcBef>
                <a:spcPts val="384"/>
              </a:spcBef>
              <a:spcAft>
                <a:spcPts val="0"/>
              </a:spcAft>
              <a:buClr>
                <a:schemeClr val="bg2"/>
              </a:buClr>
              <a:buSzPct val="50000"/>
              <a:buFont typeface="Arial" panose="020B0604020202020204" pitchFamily="34" charset="0"/>
              <a:buChar char="–"/>
              <a:tabLst/>
              <a:defRPr sz="2200" b="0" i="0" kern="1200">
                <a:solidFill>
                  <a:schemeClr val="tx1">
                    <a:lumMod val="65000"/>
                    <a:lumOff val="35000"/>
                  </a:schemeClr>
                </a:solidFill>
                <a:latin typeface="+mn-lt"/>
                <a:ea typeface="+mn-ea"/>
                <a:cs typeface="+mn-cs"/>
              </a:defRPr>
            </a:lvl3pPr>
            <a:lvl4pPr marL="515938" indent="-168275" algn="l" defTabSz="914400" rtl="0" eaLnBrk="1" latinLnBrk="0" hangingPunct="1">
              <a:lnSpc>
                <a:spcPct val="100000"/>
              </a:lnSpc>
              <a:spcBef>
                <a:spcPts val="384"/>
              </a:spcBef>
              <a:spcAft>
                <a:spcPts val="0"/>
              </a:spcAft>
              <a:buClr>
                <a:schemeClr val="bg2"/>
              </a:buClr>
              <a:buSzPct val="65000"/>
              <a:buFont typeface="Wingdings" panose="05000000000000000000" pitchFamily="2" charset="2"/>
              <a:buChar char="§"/>
              <a:defRPr sz="2200" b="0" i="0" kern="1200" baseline="0">
                <a:solidFill>
                  <a:schemeClr val="tx1">
                    <a:lumMod val="65000"/>
                    <a:lumOff val="35000"/>
                  </a:schemeClr>
                </a:solidFill>
                <a:latin typeface="+mn-lt"/>
                <a:ea typeface="+mn-ea"/>
                <a:cs typeface="+mn-cs"/>
              </a:defRPr>
            </a:lvl4pPr>
            <a:lvl5pPr marL="685800" indent="-169863" algn="l" defTabSz="914400" rtl="0" eaLnBrk="1" latinLnBrk="0" hangingPunct="1">
              <a:lnSpc>
                <a:spcPct val="100000"/>
              </a:lnSpc>
              <a:spcBef>
                <a:spcPts val="384"/>
              </a:spcBef>
              <a:spcAft>
                <a:spcPts val="0"/>
              </a:spcAft>
              <a:buClr>
                <a:schemeClr val="bg2"/>
              </a:buClr>
              <a:buSzPct val="65000"/>
              <a:buFont typeface="Arial" panose="020B0604020202020204" pitchFamily="34" charset="0"/>
              <a:buChar char="–"/>
              <a:defRPr sz="22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solidFill>
                <a:latin typeface="Trebuchet MS" panose="020B0603020202020204" pitchFamily="34" charset="0"/>
              </a:rPr>
              <a:t>BPMS Live ►  7 Steps</a:t>
            </a:r>
          </a:p>
        </p:txBody>
      </p:sp>
      <p:sp>
        <p:nvSpPr>
          <p:cNvPr id="7" name="Rectangle 6"/>
          <p:cNvSpPr/>
          <p:nvPr/>
        </p:nvSpPr>
        <p:spPr>
          <a:xfrm>
            <a:off x="3251200" y="3151607"/>
            <a:ext cx="8940800" cy="1778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050" b="1" dirty="0">
                <a:solidFill>
                  <a:prstClr val="black"/>
                </a:solidFill>
              </a:rPr>
              <a:t>Corporate Panel Assessment – Mid Review for Initiation and Analyze</a:t>
            </a:r>
          </a:p>
        </p:txBody>
      </p:sp>
      <p:sp>
        <p:nvSpPr>
          <p:cNvPr id="8" name="Rectangle 7"/>
          <p:cNvSpPr/>
          <p:nvPr/>
        </p:nvSpPr>
        <p:spPr>
          <a:xfrm>
            <a:off x="3245224" y="6324600"/>
            <a:ext cx="8946776" cy="1524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050" b="1" dirty="0">
                <a:solidFill>
                  <a:prstClr val="white"/>
                </a:solidFill>
              </a:rPr>
              <a:t>Corporate Panel Assessment – Final Review for Closure</a:t>
            </a:r>
          </a:p>
        </p:txBody>
      </p:sp>
    </p:spTree>
    <p:extLst>
      <p:ext uri="{BB962C8B-B14F-4D97-AF65-F5344CB8AC3E}">
        <p14:creationId xmlns:p14="http://schemas.microsoft.com/office/powerpoint/2010/main" val="3863220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Step 1</a:t>
            </a:r>
            <a:br>
              <a:rPr lang="en-US" dirty="0"/>
            </a:br>
            <a:r>
              <a:rPr lang="en-US" dirty="0"/>
              <a:t>Build Process Framework</a:t>
            </a:r>
          </a:p>
        </p:txBody>
      </p:sp>
    </p:spTree>
    <p:extLst>
      <p:ext uri="{BB962C8B-B14F-4D97-AF65-F5344CB8AC3E}">
        <p14:creationId xmlns:p14="http://schemas.microsoft.com/office/powerpoint/2010/main" val="1341264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2"/>
          <p:cNvSpPr txBox="1">
            <a:spLocks/>
          </p:cNvSpPr>
          <p:nvPr/>
        </p:nvSpPr>
        <p:spPr>
          <a:xfrm>
            <a:off x="528587" y="978843"/>
            <a:ext cx="4653013" cy="381000"/>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2000" b="0" i="0" kern="1200" cap="all" baseline="0">
                <a:solidFill>
                  <a:schemeClr val="tx1">
                    <a:lumMod val="75000"/>
                    <a:lumOff val="25000"/>
                  </a:schemeClr>
                </a:solidFill>
                <a:latin typeface="Calibri Light"/>
                <a:ea typeface="+mj-ea"/>
                <a:cs typeface="+mj-cs"/>
              </a:defRPr>
            </a:lvl1pPr>
          </a:lstStyle>
          <a:p>
            <a:r>
              <a:rPr lang="en-US" sz="1600" dirty="0"/>
              <a:t>What we heard from you …</a:t>
            </a:r>
          </a:p>
        </p:txBody>
      </p:sp>
      <p:pic>
        <p:nvPicPr>
          <p:cNvPr id="19" name="Picture 2" descr="Image result for customer pics"/>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69481" y="2286000"/>
            <a:ext cx="3251200" cy="2438400"/>
          </a:xfrm>
          <a:prstGeom prst="rect">
            <a:avLst/>
          </a:prstGeom>
          <a:noFill/>
          <a:extLst>
            <a:ext uri="{909E8E84-426E-40DD-AFC4-6F175D3DCCD1}">
              <a14:hiddenFill xmlns:a14="http://schemas.microsoft.com/office/drawing/2010/main">
                <a:solidFill>
                  <a:srgbClr val="FFFFFF"/>
                </a:solidFill>
              </a14:hiddenFill>
            </a:ext>
          </a:extLst>
        </p:spPr>
      </p:pic>
      <p:sp>
        <p:nvSpPr>
          <p:cNvPr id="20" name="Rounded Rectangular Callout 19"/>
          <p:cNvSpPr/>
          <p:nvPr/>
        </p:nvSpPr>
        <p:spPr>
          <a:xfrm>
            <a:off x="522725" y="4457700"/>
            <a:ext cx="3759199" cy="2362200"/>
          </a:xfrm>
          <a:prstGeom prst="wedgeRoundRectCallout">
            <a:avLst>
              <a:gd name="adj1" fmla="val 62910"/>
              <a:gd name="adj2" fmla="val -112228"/>
              <a:gd name="adj3" fmla="val 16667"/>
            </a:avLst>
          </a:prstGeom>
          <a:solidFill>
            <a:srgbClr val="4C88C4"/>
          </a:solidFill>
          <a:ln>
            <a:solidFill>
              <a:srgbClr val="4C88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When an employee refers a candidate and the candidate is hired and completed 30 days of service then the employee who referred him should receive a bonus payout. We are doing this activity manually can we automate this.</a:t>
            </a:r>
          </a:p>
        </p:txBody>
      </p:sp>
      <p:sp>
        <p:nvSpPr>
          <p:cNvPr id="21" name="Rounded Rectangular Callout 20"/>
          <p:cNvSpPr/>
          <p:nvPr/>
        </p:nvSpPr>
        <p:spPr>
          <a:xfrm>
            <a:off x="4470400" y="884830"/>
            <a:ext cx="3860801" cy="914400"/>
          </a:xfrm>
          <a:prstGeom prst="wedgeRoundRectCallout">
            <a:avLst>
              <a:gd name="adj1" fmla="val 365"/>
              <a:gd name="adj2" fmla="val 85735"/>
              <a:gd name="adj3" fmla="val 16667"/>
            </a:avLst>
          </a:prstGeom>
          <a:solidFill>
            <a:srgbClr val="4C88C4"/>
          </a:solidFill>
          <a:ln>
            <a:solidFill>
              <a:srgbClr val="4C88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Set up Quality System for LAM research Projects</a:t>
            </a:r>
          </a:p>
        </p:txBody>
      </p:sp>
      <p:sp>
        <p:nvSpPr>
          <p:cNvPr id="22" name="Rounded Rectangular Callout 21"/>
          <p:cNvSpPr/>
          <p:nvPr/>
        </p:nvSpPr>
        <p:spPr>
          <a:xfrm>
            <a:off x="8153400" y="4998066"/>
            <a:ext cx="3759199" cy="914400"/>
          </a:xfrm>
          <a:prstGeom prst="wedgeRoundRectCallout">
            <a:avLst>
              <a:gd name="adj1" fmla="val -70180"/>
              <a:gd name="adj2" fmla="val -107952"/>
              <a:gd name="adj3" fmla="val 16667"/>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Develop Integration Process</a:t>
            </a:r>
          </a:p>
        </p:txBody>
      </p:sp>
      <p:sp>
        <p:nvSpPr>
          <p:cNvPr id="8" name="Rectangle 7"/>
          <p:cNvSpPr/>
          <p:nvPr/>
        </p:nvSpPr>
        <p:spPr>
          <a:xfrm>
            <a:off x="4461022" y="4796917"/>
            <a:ext cx="3439328" cy="5430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VOC: Nancy Alens</a:t>
            </a:r>
          </a:p>
          <a:p>
            <a:pPr algn="ctr"/>
            <a:r>
              <a:rPr lang="en-US" sz="1400" dirty="0">
                <a:latin typeface="Calibri" panose="020F0502020204030204" pitchFamily="34" charset="0"/>
              </a:rPr>
              <a:t>Director, HRIS, HR Operations LAM Research</a:t>
            </a:r>
          </a:p>
        </p:txBody>
      </p:sp>
      <p:sp>
        <p:nvSpPr>
          <p:cNvPr id="10" name="Title 1"/>
          <p:cNvSpPr txBox="1">
            <a:spLocks/>
          </p:cNvSpPr>
          <p:nvPr/>
        </p:nvSpPr>
        <p:spPr bwMode="auto">
          <a:xfrm>
            <a:off x="406400" y="463833"/>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6AB2"/>
                </a:solidFill>
                <a:latin typeface="Trebuchet MS" pitchFamily="34" charset="0"/>
              </a:rPr>
              <a:t>Voice Of Customer </a:t>
            </a:r>
            <a:endParaRPr lang="en-IN" sz="2000" dirty="0">
              <a:solidFill>
                <a:srgbClr val="006AB2"/>
              </a:solidFill>
              <a:latin typeface="Trebuchet MS" pitchFamily="34" charset="0"/>
            </a:endParaRPr>
          </a:p>
        </p:txBody>
      </p:sp>
      <p:sp>
        <p:nvSpPr>
          <p:cNvPr id="9" name="Rectangle 8"/>
          <p:cNvSpPr/>
          <p:nvPr/>
        </p:nvSpPr>
        <p:spPr>
          <a:xfrm>
            <a:off x="4461022" y="5455266"/>
            <a:ext cx="3439328" cy="6718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VOC: Sam Bhadra</a:t>
            </a:r>
          </a:p>
          <a:p>
            <a:pPr algn="ctr"/>
            <a:r>
              <a:rPr lang="en-US" sz="1400" dirty="0">
                <a:latin typeface="Calibri" panose="020F0502020204030204" pitchFamily="34" charset="0"/>
              </a:rPr>
              <a:t>Snr HRIS Program Manager, HR Operations LAM Research</a:t>
            </a:r>
          </a:p>
        </p:txBody>
      </p:sp>
      <p:sp>
        <p:nvSpPr>
          <p:cNvPr id="11" name="Rectangle 10"/>
          <p:cNvSpPr/>
          <p:nvPr/>
        </p:nvSpPr>
        <p:spPr>
          <a:xfrm>
            <a:off x="4472745" y="6242415"/>
            <a:ext cx="3447936" cy="5774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defRPr/>
            </a:pPr>
            <a:r>
              <a:rPr lang="en-US" sz="1400" dirty="0"/>
              <a:t>                     VOC: Sasikiran</a:t>
            </a:r>
          </a:p>
          <a:p>
            <a:pPr defTabSz="457200">
              <a:defRPr/>
            </a:pPr>
            <a:r>
              <a:rPr lang="en-US" sz="1400" dirty="0">
                <a:latin typeface="Calibri" panose="020F0502020204030204" pitchFamily="34" charset="0"/>
              </a:rPr>
              <a:t>Assistant</a:t>
            </a:r>
            <a:r>
              <a:rPr lang="en-US" sz="1400" b="1" kern="0" dirty="0">
                <a:solidFill>
                  <a:schemeClr val="tx1"/>
                </a:solidFill>
                <a:latin typeface="Calibri" panose="020F0502020204030204" pitchFamily="34" charset="0"/>
                <a:ea typeface="ＭＳ Ｐゴシック"/>
              </a:rPr>
              <a:t> </a:t>
            </a:r>
            <a:r>
              <a:rPr lang="en-US" sz="1400" dirty="0">
                <a:latin typeface="Calibri" panose="020F0502020204030204" pitchFamily="34" charset="0"/>
              </a:rPr>
              <a:t>Vice</a:t>
            </a:r>
            <a:r>
              <a:rPr lang="en-US" sz="1400" b="1" kern="0" dirty="0">
                <a:solidFill>
                  <a:schemeClr val="tx1"/>
                </a:solidFill>
                <a:latin typeface="Calibri" panose="020F0502020204030204" pitchFamily="34" charset="0"/>
                <a:ea typeface="ＭＳ Ｐゴシック"/>
              </a:rPr>
              <a:t> </a:t>
            </a:r>
            <a:r>
              <a:rPr lang="en-US" sz="1400" dirty="0">
                <a:latin typeface="Calibri" panose="020F0502020204030204" pitchFamily="34" charset="0"/>
              </a:rPr>
              <a:t>President</a:t>
            </a:r>
            <a:r>
              <a:rPr lang="en-US" sz="1400" b="1" kern="0" dirty="0">
                <a:solidFill>
                  <a:schemeClr val="tx1"/>
                </a:solidFill>
                <a:latin typeface="Calibri" panose="020F0502020204030204" pitchFamily="34" charset="0"/>
                <a:ea typeface="ＭＳ Ｐゴシック"/>
              </a:rPr>
              <a:t>, </a:t>
            </a:r>
            <a:r>
              <a:rPr lang="en-US" sz="1400" dirty="0">
                <a:latin typeface="Calibri" panose="020F0502020204030204" pitchFamily="34" charset="0"/>
              </a:rPr>
              <a:t>Operations Genpact</a:t>
            </a:r>
            <a:r>
              <a:rPr lang="en-US" sz="1400" b="1" kern="0" dirty="0">
                <a:solidFill>
                  <a:schemeClr val="tx1"/>
                </a:solidFill>
                <a:latin typeface="Calibri" panose="020F0502020204030204" pitchFamily="34" charset="0"/>
                <a:ea typeface="ＭＳ Ｐゴシック"/>
              </a:rPr>
              <a:t> </a:t>
            </a:r>
          </a:p>
        </p:txBody>
      </p:sp>
    </p:spTree>
    <p:extLst>
      <p:ext uri="{BB962C8B-B14F-4D97-AF65-F5344CB8AC3E}">
        <p14:creationId xmlns:p14="http://schemas.microsoft.com/office/powerpoint/2010/main" val="2905494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406400" y="457201"/>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Customer Information</a:t>
            </a:r>
            <a:endParaRPr lang="en-IN" sz="2000" dirty="0">
              <a:solidFill>
                <a:srgbClr val="0070C0"/>
              </a:solidFill>
              <a:latin typeface="Trebuchet MS"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535489461"/>
              </p:ext>
            </p:extLst>
          </p:nvPr>
        </p:nvGraphicFramePr>
        <p:xfrm>
          <a:off x="410634" y="876917"/>
          <a:ext cx="11578167" cy="5156602"/>
        </p:xfrm>
        <a:graphic>
          <a:graphicData uri="http://schemas.openxmlformats.org/drawingml/2006/table">
            <a:tbl>
              <a:tblPr firstRow="1" bandRow="1">
                <a:tableStyleId>{1FECB4D8-DB02-4DC6-A0A2-4F2EBAE1DC90}</a:tableStyleId>
              </a:tblPr>
              <a:tblGrid>
                <a:gridCol w="2898951">
                  <a:extLst>
                    <a:ext uri="{9D8B030D-6E8A-4147-A177-3AD203B41FA5}">
                      <a16:colId xmlns:a16="http://schemas.microsoft.com/office/drawing/2014/main" val="20000"/>
                    </a:ext>
                  </a:extLst>
                </a:gridCol>
                <a:gridCol w="8679216">
                  <a:extLst>
                    <a:ext uri="{9D8B030D-6E8A-4147-A177-3AD203B41FA5}">
                      <a16:colId xmlns:a16="http://schemas.microsoft.com/office/drawing/2014/main" val="20001"/>
                    </a:ext>
                  </a:extLst>
                </a:gridCol>
              </a:tblGrid>
              <a:tr h="292856">
                <a:tc>
                  <a:txBody>
                    <a:bodyPr/>
                    <a:lstStyle/>
                    <a:p>
                      <a:pPr algn="ctr"/>
                      <a:r>
                        <a:rPr lang="en-US" sz="1400" dirty="0"/>
                        <a:t>Customer Info</a:t>
                      </a:r>
                      <a:endParaRPr lang="en-US" sz="1400" dirty="0">
                        <a:latin typeface="Calibri" panose="020F0502020204030204" pitchFamily="34" charset="0"/>
                      </a:endParaRPr>
                    </a:p>
                  </a:txBody>
                  <a:tcPr marL="121920" marR="121920" anchor="ctr"/>
                </a:tc>
                <a:tc>
                  <a:txBody>
                    <a:bodyPr/>
                    <a:lstStyle/>
                    <a:p>
                      <a:pPr algn="ctr"/>
                      <a:r>
                        <a:rPr lang="en-US" sz="1400" dirty="0"/>
                        <a:t>Particulars</a:t>
                      </a:r>
                      <a:endParaRPr lang="en-US" sz="1400" dirty="0">
                        <a:latin typeface="Calibri" panose="020F0502020204030204" pitchFamily="34" charset="0"/>
                      </a:endParaRPr>
                    </a:p>
                  </a:txBody>
                  <a:tcPr marL="121920" marR="121920" anchor="ctr"/>
                </a:tc>
                <a:extLst>
                  <a:ext uri="{0D108BD9-81ED-4DB2-BD59-A6C34878D82A}">
                    <a16:rowId xmlns:a16="http://schemas.microsoft.com/office/drawing/2014/main" val="10000"/>
                  </a:ext>
                </a:extLst>
              </a:tr>
              <a:tr h="2856883">
                <a:tc>
                  <a:txBody>
                    <a:bodyPr/>
                    <a:lstStyle/>
                    <a:p>
                      <a:r>
                        <a:rPr lang="en-US" sz="1400" dirty="0"/>
                        <a:t>Brief Customer Description</a:t>
                      </a:r>
                      <a:endParaRPr lang="en-US" sz="1400" dirty="0">
                        <a:latin typeface="Calibri" panose="020F0502020204030204" pitchFamily="34" charset="0"/>
                      </a:endParaRPr>
                    </a:p>
                  </a:txBody>
                  <a:tcPr marL="121920" marR="121920" anchor="ctr"/>
                </a:tc>
                <a:tc>
                  <a:txBody>
                    <a:bodyPr/>
                    <a:lstStyle/>
                    <a:p>
                      <a:r>
                        <a:rPr lang="en-US" sz="1400" dirty="0">
                          <a:solidFill>
                            <a:schemeClr val="dk1"/>
                          </a:solidFill>
                          <a:latin typeface="+mn-lt"/>
                          <a:ea typeface="+mn-ea"/>
                          <a:cs typeface="+mn-cs"/>
                        </a:rPr>
                        <a:t>Lam Research Corporation is an American corporation that engages in the design, manufacture, marketing, and service of semiconductor processing equipment used in the fabrication of integrated circuits. Its products are used primarily in front-end wafer processing, which involves the steps that create the active components of semiconductor devices (transistors, capacitors) and their wiring (interconnects). The company also builds equipment for back-end wafer-level packaging (WLP), and for related manufacturing markets such as for microelectromechanical systems (MEMS).</a:t>
                      </a:r>
                    </a:p>
                  </a:txBody>
                  <a:tcPr marL="121920" marR="121920" anchor="ctr"/>
                </a:tc>
                <a:extLst>
                  <a:ext uri="{0D108BD9-81ED-4DB2-BD59-A6C34878D82A}">
                    <a16:rowId xmlns:a16="http://schemas.microsoft.com/office/drawing/2014/main" val="10001"/>
                  </a:ext>
                </a:extLst>
              </a:tr>
              <a:tr h="530647">
                <a:tc>
                  <a:txBody>
                    <a:bodyPr/>
                    <a:lstStyle/>
                    <a:p>
                      <a:r>
                        <a:rPr lang="en-US" sz="1400" dirty="0"/>
                        <a:t>Global</a:t>
                      </a:r>
                      <a:r>
                        <a:rPr lang="en-US" sz="1400" baseline="0" dirty="0"/>
                        <a:t> customer delivery centers and  Product lines</a:t>
                      </a:r>
                      <a:endParaRPr lang="en-US" sz="1400" dirty="0">
                        <a:latin typeface="Calibri" panose="020F0502020204030204" pitchFamily="34" charset="0"/>
                      </a:endParaRPr>
                    </a:p>
                  </a:txBody>
                  <a:tcPr marL="121920" marR="121920" anchor="ctr"/>
                </a:tc>
                <a:tc>
                  <a:txBody>
                    <a:bodyPr/>
                    <a:lstStyle/>
                    <a:p>
                      <a:r>
                        <a:rPr lang="en-US" sz="1400" dirty="0">
                          <a:solidFill>
                            <a:schemeClr val="dk1"/>
                          </a:solidFill>
                          <a:latin typeface="+mn-lt"/>
                          <a:ea typeface="+mn-ea"/>
                          <a:cs typeface="+mn-cs"/>
                        </a:rPr>
                        <a:t>Lam Research headquartered is in Fremont, California, in the Silicon Valley. As of 2018, it was the second largest manufacturer in the Bay Area, after Tesla.</a:t>
                      </a:r>
                    </a:p>
                  </a:txBody>
                  <a:tcPr marL="121920" marR="121920" anchor="ctr"/>
                </a:tc>
                <a:extLst>
                  <a:ext uri="{0D108BD9-81ED-4DB2-BD59-A6C34878D82A}">
                    <a16:rowId xmlns:a16="http://schemas.microsoft.com/office/drawing/2014/main" val="10002"/>
                  </a:ext>
                </a:extLst>
              </a:tr>
              <a:tr h="702855">
                <a:tc>
                  <a:txBody>
                    <a:bodyPr/>
                    <a:lstStyle/>
                    <a:p>
                      <a:r>
                        <a:rPr lang="en-US" sz="1400" dirty="0"/>
                        <a:t>Association with Genpact in terms</a:t>
                      </a:r>
                      <a:r>
                        <a:rPr lang="en-US" sz="1400" baseline="0" dirty="0"/>
                        <a:t> of verticals and business</a:t>
                      </a:r>
                      <a:endParaRPr lang="en-US" sz="1400" baseline="0" dirty="0">
                        <a:latin typeface="Calibri" panose="020F0502020204030204" pitchFamily="34" charset="0"/>
                      </a:endParaRPr>
                    </a:p>
                  </a:txBody>
                  <a:tcPr marL="121920" marR="121920" anchor="ctr"/>
                </a:tc>
                <a:tc>
                  <a:txBody>
                    <a:bodyPr/>
                    <a:lstStyle/>
                    <a:p>
                      <a:pPr algn="l"/>
                      <a:r>
                        <a:rPr lang="en-US" sz="1400" dirty="0"/>
                        <a:t>Lam</a:t>
                      </a:r>
                      <a:r>
                        <a:rPr lang="en-US" sz="1400" baseline="0" dirty="0"/>
                        <a:t> Research </a:t>
                      </a:r>
                      <a:r>
                        <a:rPr lang="en-US" sz="1400" dirty="0"/>
                        <a:t>engagement is aligned to </a:t>
                      </a:r>
                      <a:r>
                        <a:rPr lang="en-US" sz="1400" dirty="0">
                          <a:solidFill>
                            <a:schemeClr val="dk1"/>
                          </a:solidFill>
                          <a:latin typeface="+mn-lt"/>
                          <a:ea typeface="+mn-ea"/>
                          <a:cs typeface="+mn-cs"/>
                        </a:rPr>
                        <a:t>HMS GC </a:t>
                      </a:r>
                      <a:r>
                        <a:rPr lang="en-US" sz="1400" dirty="0"/>
                        <a:t>vertical and is operated by Platforms service line</a:t>
                      </a:r>
                      <a:endParaRPr lang="en-US" sz="1400" dirty="0">
                        <a:latin typeface="Calibri" panose="020F0502020204030204" pitchFamily="34" charset="0"/>
                      </a:endParaRPr>
                    </a:p>
                  </a:txBody>
                  <a:tcPr marL="121920" marR="121920" anchor="ctr"/>
                </a:tc>
                <a:extLst>
                  <a:ext uri="{0D108BD9-81ED-4DB2-BD59-A6C34878D82A}">
                    <a16:rowId xmlns:a16="http://schemas.microsoft.com/office/drawing/2014/main" val="10003"/>
                  </a:ext>
                </a:extLst>
              </a:tr>
              <a:tr h="761417">
                <a:tc>
                  <a:txBody>
                    <a:bodyPr/>
                    <a:lstStyle/>
                    <a:p>
                      <a:r>
                        <a:rPr lang="en-US" sz="1400" dirty="0"/>
                        <a:t>Customer</a:t>
                      </a:r>
                      <a:r>
                        <a:rPr lang="en-US" sz="1400" baseline="0" dirty="0"/>
                        <a:t> Logo</a:t>
                      </a:r>
                      <a:endParaRPr lang="en-US" sz="1400" dirty="0">
                        <a:latin typeface="Calibri" panose="020F0502020204030204" pitchFamily="34" charset="0"/>
                      </a:endParaRPr>
                    </a:p>
                  </a:txBody>
                  <a:tcPr marL="121920" marR="121920" anchor="ctr"/>
                </a:tc>
                <a:tc>
                  <a:txBody>
                    <a:bodyPr/>
                    <a:lstStyle/>
                    <a:p>
                      <a:pPr algn="l"/>
                      <a:endParaRPr lang="en-US" sz="1400" dirty="0">
                        <a:latin typeface="Calibri" panose="020F0502020204030204" pitchFamily="34" charset="0"/>
                      </a:endParaRPr>
                    </a:p>
                  </a:txBody>
                  <a:tcPr marL="121920" marR="121920" anchor="ctr"/>
                </a:tc>
                <a:extLst>
                  <a:ext uri="{0D108BD9-81ED-4DB2-BD59-A6C34878D82A}">
                    <a16:rowId xmlns:a16="http://schemas.microsoft.com/office/drawing/2014/main" val="10004"/>
                  </a:ext>
                </a:extLst>
              </a:tr>
            </a:tbl>
          </a:graphicData>
        </a:graphic>
      </p:graphicFrame>
      <p:sp>
        <p:nvSpPr>
          <p:cNvPr id="2" name="AutoShape 2" descr="Image result for fenergo logo"/>
          <p:cNvSpPr>
            <a:spLocks noChangeAspect="1" noChangeArrowheads="1"/>
          </p:cNvSpPr>
          <p:nvPr/>
        </p:nvSpPr>
        <p:spPr bwMode="auto">
          <a:xfrm>
            <a:off x="207433" y="-144463"/>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3276600" y="5334000"/>
            <a:ext cx="2000250" cy="614391"/>
          </a:xfrm>
          <a:prstGeom prst="rect">
            <a:avLst/>
          </a:prstGeom>
        </p:spPr>
      </p:pic>
    </p:spTree>
    <p:extLst>
      <p:ext uri="{BB962C8B-B14F-4D97-AF65-F5344CB8AC3E}">
        <p14:creationId xmlns:p14="http://schemas.microsoft.com/office/powerpoint/2010/main" val="3086368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AutoShape 25"/>
          <p:cNvSpPr>
            <a:spLocks noChangeArrowheads="1"/>
          </p:cNvSpPr>
          <p:nvPr/>
        </p:nvSpPr>
        <p:spPr bwMode="auto">
          <a:xfrm>
            <a:off x="406705" y="5573940"/>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85" name="AutoShape 25"/>
          <p:cNvSpPr>
            <a:spLocks noChangeArrowheads="1"/>
          </p:cNvSpPr>
          <p:nvPr/>
        </p:nvSpPr>
        <p:spPr bwMode="auto">
          <a:xfrm>
            <a:off x="406705" y="4673394"/>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84" name="AutoShape 25"/>
          <p:cNvSpPr>
            <a:spLocks noChangeArrowheads="1"/>
          </p:cNvSpPr>
          <p:nvPr/>
        </p:nvSpPr>
        <p:spPr bwMode="auto">
          <a:xfrm>
            <a:off x="406705" y="3723369"/>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83" name="AutoShape 25"/>
          <p:cNvSpPr>
            <a:spLocks noChangeArrowheads="1"/>
          </p:cNvSpPr>
          <p:nvPr/>
        </p:nvSpPr>
        <p:spPr bwMode="auto">
          <a:xfrm>
            <a:off x="399708" y="2797094"/>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42" name="AutoShape 25"/>
          <p:cNvSpPr>
            <a:spLocks noChangeArrowheads="1"/>
          </p:cNvSpPr>
          <p:nvPr/>
        </p:nvSpPr>
        <p:spPr bwMode="auto">
          <a:xfrm>
            <a:off x="399708" y="925525"/>
            <a:ext cx="1712384" cy="1741474"/>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44" name="Rectangle 104"/>
          <p:cNvSpPr>
            <a:spLocks noChangeArrowheads="1"/>
          </p:cNvSpPr>
          <p:nvPr/>
        </p:nvSpPr>
        <p:spPr bwMode="auto">
          <a:xfrm>
            <a:off x="553814" y="1442851"/>
            <a:ext cx="1418167" cy="492443"/>
          </a:xfrm>
          <a:prstGeom prst="rect">
            <a:avLst/>
          </a:prstGeom>
          <a:noFill/>
          <a:ln w="9525">
            <a:noFill/>
            <a:miter lim="800000"/>
            <a:headEnd/>
            <a:tailEnd/>
          </a:ln>
        </p:spPr>
        <p:txBody>
          <a:bodyPr lIns="0" tIns="0" rIns="0" bIns="0">
            <a:spAutoFit/>
          </a:bodyPr>
          <a:lstStyle/>
          <a:p>
            <a:pPr algn="ctr" eaLnBrk="0" hangingPunct="0">
              <a:defRPr/>
            </a:pPr>
            <a:r>
              <a:rPr lang="en-US" sz="1600" b="1" dirty="0">
                <a:solidFill>
                  <a:schemeClr val="bg1"/>
                </a:solidFill>
                <a:latin typeface="+mn-lt"/>
                <a:ea typeface="ＭＳ Ｐゴシック" charset="-128"/>
              </a:rPr>
              <a:t>Business Case</a:t>
            </a:r>
          </a:p>
        </p:txBody>
      </p:sp>
      <p:sp>
        <p:nvSpPr>
          <p:cNvPr id="45" name="Rectangle 104"/>
          <p:cNvSpPr>
            <a:spLocks noChangeArrowheads="1"/>
          </p:cNvSpPr>
          <p:nvPr/>
        </p:nvSpPr>
        <p:spPr bwMode="auto">
          <a:xfrm>
            <a:off x="406705" y="4956786"/>
            <a:ext cx="1625600" cy="246221"/>
          </a:xfrm>
          <a:prstGeom prst="rect">
            <a:avLst/>
          </a:prstGeom>
          <a:noFill/>
          <a:ln w="9525">
            <a:noFill/>
            <a:miter lim="800000"/>
            <a:headEnd/>
            <a:tailEnd/>
          </a:ln>
        </p:spPr>
        <p:txBody>
          <a:bodyPr lIns="0" tIns="0" rIns="0" bIns="0">
            <a:spAutoFit/>
          </a:bodyPr>
          <a:lstStyle/>
          <a:p>
            <a:pPr algn="ctr" eaLnBrk="0" hangingPunct="0">
              <a:defRPr/>
            </a:pPr>
            <a:r>
              <a:rPr lang="en-US" sz="1600" b="1" dirty="0">
                <a:solidFill>
                  <a:schemeClr val="bg1"/>
                </a:solidFill>
                <a:latin typeface="+mn-lt"/>
                <a:ea typeface="ＭＳ Ｐゴシック" charset="-128"/>
              </a:rPr>
              <a:t>Boundaries</a:t>
            </a:r>
          </a:p>
        </p:txBody>
      </p:sp>
      <p:sp>
        <p:nvSpPr>
          <p:cNvPr id="57" name="AutoShape 25"/>
          <p:cNvSpPr>
            <a:spLocks noChangeArrowheads="1"/>
          </p:cNvSpPr>
          <p:nvPr/>
        </p:nvSpPr>
        <p:spPr bwMode="auto">
          <a:xfrm>
            <a:off x="2255968" y="925525"/>
            <a:ext cx="9705261" cy="1741475"/>
          </a:xfrm>
          <a:prstGeom prst="roundRect">
            <a:avLst>
              <a:gd name="adj" fmla="val 8815"/>
            </a:avLst>
          </a:prstGeom>
          <a:noFill/>
          <a:ln w="9525">
            <a:solidFill>
              <a:schemeClr val="bg2"/>
            </a:solidFill>
            <a:round/>
            <a:headEnd/>
            <a:tailEnd/>
          </a:ln>
          <a:effectLst/>
        </p:spPr>
        <p:txBody>
          <a:bodyPr lIns="45720" rIns="45720"/>
          <a:lstStyle/>
          <a:p>
            <a:pPr>
              <a:spcBef>
                <a:spcPts val="1800"/>
              </a:spcBef>
              <a:buClr>
                <a:srgbClr val="414141"/>
              </a:buClr>
              <a:buSzPct val="93000"/>
            </a:pPr>
            <a:endParaRPr lang="en-US" sz="1200" dirty="0">
              <a:solidFill>
                <a:srgbClr val="414141"/>
              </a:solidFill>
            </a:endParaRPr>
          </a:p>
        </p:txBody>
      </p:sp>
      <p:sp>
        <p:nvSpPr>
          <p:cNvPr id="62" name="AutoShape 25"/>
          <p:cNvSpPr>
            <a:spLocks noChangeArrowheads="1"/>
          </p:cNvSpPr>
          <p:nvPr/>
        </p:nvSpPr>
        <p:spPr bwMode="auto">
          <a:xfrm>
            <a:off x="2272959" y="4673394"/>
            <a:ext cx="9715843" cy="813007"/>
          </a:xfrm>
          <a:prstGeom prst="roundRect">
            <a:avLst>
              <a:gd name="adj" fmla="val 8815"/>
            </a:avLst>
          </a:prstGeom>
          <a:noFill/>
          <a:ln w="9525">
            <a:solidFill>
              <a:schemeClr val="bg2"/>
            </a:solidFill>
            <a:round/>
            <a:headEnd/>
            <a:tailEnd/>
          </a:ln>
        </p:spPr>
        <p:txBody>
          <a:bodyPr lIns="45720" rIns="45720"/>
          <a:lstStyle/>
          <a:p>
            <a:pPr marL="171450" indent="-171450" fontAlgn="base">
              <a:spcBef>
                <a:spcPct val="0"/>
              </a:spcBef>
              <a:spcAft>
                <a:spcPct val="0"/>
              </a:spcAft>
              <a:buFont typeface="Arial" pitchFamily="34" charset="0"/>
              <a:buChar char="•"/>
              <a:defRPr/>
            </a:pPr>
            <a:endParaRPr lang="en-US" sz="1300" kern="0" dirty="0">
              <a:solidFill>
                <a:srgbClr val="414141"/>
              </a:solidFill>
              <a:latin typeface="Calibri" panose="020F0502020204030204" pitchFamily="34" charset="0"/>
              <a:ea typeface="ＭＳ Ｐゴシック"/>
              <a:cs typeface="Calibri" pitchFamily="34" charset="0"/>
            </a:endParaRPr>
          </a:p>
          <a:p>
            <a:pPr marL="171450" indent="-171450" fontAlgn="base">
              <a:spcBef>
                <a:spcPct val="0"/>
              </a:spcBef>
              <a:spcAft>
                <a:spcPct val="0"/>
              </a:spcAft>
              <a:buFont typeface="Arial" pitchFamily="34" charset="0"/>
              <a:buChar char="•"/>
              <a:defRPr/>
            </a:pPr>
            <a:r>
              <a:rPr lang="en-US" sz="1300" kern="0" dirty="0">
                <a:solidFill>
                  <a:srgbClr val="414141"/>
                </a:solidFill>
                <a:latin typeface="Calibri" panose="020F0502020204030204" pitchFamily="34" charset="0"/>
                <a:ea typeface="ＭＳ Ｐゴシック"/>
                <a:cs typeface="Calibri" pitchFamily="34" charset="0"/>
              </a:rPr>
              <a:t>In scope:  SAP </a:t>
            </a:r>
            <a:r>
              <a:rPr lang="en-US" sz="1300" kern="0" dirty="0" err="1">
                <a:solidFill>
                  <a:srgbClr val="414141"/>
                </a:solidFill>
                <a:latin typeface="Calibri" panose="020F0502020204030204" pitchFamily="34" charset="0"/>
                <a:ea typeface="ＭＳ Ｐゴシック"/>
                <a:cs typeface="Calibri" pitchFamily="34" charset="0"/>
              </a:rPr>
              <a:t>Succesfactors</a:t>
            </a:r>
            <a:r>
              <a:rPr lang="en-US" sz="1300" kern="0" dirty="0">
                <a:solidFill>
                  <a:srgbClr val="414141"/>
                </a:solidFill>
                <a:latin typeface="Calibri" panose="020F0502020204030204" pitchFamily="34" charset="0"/>
                <a:ea typeface="ＭＳ Ｐゴシック"/>
                <a:cs typeface="Calibri" pitchFamily="34" charset="0"/>
              </a:rPr>
              <a:t> Referral Bonus process under Lam Research.</a:t>
            </a:r>
          </a:p>
          <a:p>
            <a:pPr marL="171450" indent="-171450" fontAlgn="base">
              <a:spcBef>
                <a:spcPct val="0"/>
              </a:spcBef>
              <a:spcAft>
                <a:spcPct val="0"/>
              </a:spcAft>
              <a:buFont typeface="Arial" pitchFamily="34" charset="0"/>
              <a:buChar char="•"/>
              <a:defRPr/>
            </a:pPr>
            <a:r>
              <a:rPr lang="en-US" sz="1300" kern="0" dirty="0">
                <a:solidFill>
                  <a:srgbClr val="414141"/>
                </a:solidFill>
                <a:latin typeface="Calibri" panose="020F0502020204030204" pitchFamily="34" charset="0"/>
                <a:ea typeface="ＭＳ Ｐゴシック"/>
                <a:cs typeface="Calibri" pitchFamily="34" charset="0"/>
              </a:rPr>
              <a:t>Out of Scope: Non US employees are OUT of Scope in Automated process.</a:t>
            </a:r>
          </a:p>
        </p:txBody>
      </p:sp>
      <p:sp>
        <p:nvSpPr>
          <p:cNvPr id="63" name="Title 1"/>
          <p:cNvSpPr txBox="1">
            <a:spLocks/>
          </p:cNvSpPr>
          <p:nvPr/>
        </p:nvSpPr>
        <p:spPr bwMode="auto">
          <a:xfrm>
            <a:off x="406400" y="454224"/>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Process Charter</a:t>
            </a:r>
            <a:endParaRPr lang="en-IN" sz="2000" dirty="0">
              <a:solidFill>
                <a:srgbClr val="0070C0"/>
              </a:solidFill>
              <a:latin typeface="Trebuchet MS" pitchFamily="34" charset="0"/>
            </a:endParaRPr>
          </a:p>
        </p:txBody>
      </p:sp>
      <p:sp>
        <p:nvSpPr>
          <p:cNvPr id="65" name="AutoShape 25"/>
          <p:cNvSpPr>
            <a:spLocks noChangeArrowheads="1"/>
          </p:cNvSpPr>
          <p:nvPr/>
        </p:nvSpPr>
        <p:spPr bwMode="auto">
          <a:xfrm>
            <a:off x="2272958" y="3723368"/>
            <a:ext cx="9715844" cy="813007"/>
          </a:xfrm>
          <a:prstGeom prst="roundRect">
            <a:avLst>
              <a:gd name="adj" fmla="val 8815"/>
            </a:avLst>
          </a:prstGeom>
          <a:noFill/>
          <a:ln w="9525">
            <a:solidFill>
              <a:schemeClr val="bg2"/>
            </a:solidFill>
            <a:round/>
            <a:headEnd/>
            <a:tailEnd/>
          </a:ln>
        </p:spPr>
        <p:txBody>
          <a:bodyPr lIns="45720" rIns="45720"/>
          <a:lstStyle/>
          <a:p>
            <a:pPr marL="171450" indent="-171450">
              <a:spcBef>
                <a:spcPct val="20000"/>
              </a:spcBef>
              <a:buClr>
                <a:schemeClr val="tx1"/>
              </a:buClr>
              <a:buSzPct val="90000"/>
              <a:buFont typeface="Arial" panose="020B0604020202020204" pitchFamily="34" charset="0"/>
              <a:buChar char="•"/>
            </a:pPr>
            <a:endParaRPr lang="en-US" sz="1200" dirty="0">
              <a:sym typeface="Wingdings" pitchFamily="2" charset="2"/>
            </a:endParaRPr>
          </a:p>
        </p:txBody>
      </p:sp>
      <p:sp>
        <p:nvSpPr>
          <p:cNvPr id="69" name="Rectangle 104"/>
          <p:cNvSpPr>
            <a:spLocks noChangeArrowheads="1"/>
          </p:cNvSpPr>
          <p:nvPr/>
        </p:nvSpPr>
        <p:spPr bwMode="auto">
          <a:xfrm>
            <a:off x="422990" y="3851959"/>
            <a:ext cx="1665817" cy="492443"/>
          </a:xfrm>
          <a:prstGeom prst="rect">
            <a:avLst/>
          </a:prstGeom>
          <a:solidFill>
            <a:srgbClr val="0070C0"/>
          </a:solidFill>
          <a:ln w="9525">
            <a:noFill/>
            <a:miter lim="800000"/>
            <a:headEnd/>
            <a:tailEnd/>
          </a:ln>
        </p:spPr>
        <p:txBody>
          <a:bodyPr wrap="square" lIns="0" tIns="0" rIns="0" bIns="0">
            <a:spAutoFit/>
          </a:bodyPr>
          <a:lstStyle/>
          <a:p>
            <a:pPr algn="ctr" eaLnBrk="0" hangingPunct="0">
              <a:defRPr/>
            </a:pPr>
            <a:r>
              <a:rPr lang="en-US" sz="1600" b="1" dirty="0">
                <a:solidFill>
                  <a:schemeClr val="bg1"/>
                </a:solidFill>
                <a:ea typeface="ＭＳ Ｐゴシック" charset="-128"/>
              </a:rPr>
              <a:t>Key Project Deliverables</a:t>
            </a:r>
          </a:p>
        </p:txBody>
      </p:sp>
      <p:sp>
        <p:nvSpPr>
          <p:cNvPr id="73" name="Rectangle 104"/>
          <p:cNvSpPr>
            <a:spLocks noChangeArrowheads="1"/>
          </p:cNvSpPr>
          <p:nvPr/>
        </p:nvSpPr>
        <p:spPr bwMode="auto">
          <a:xfrm>
            <a:off x="546817" y="2957373"/>
            <a:ext cx="1418167" cy="492443"/>
          </a:xfrm>
          <a:prstGeom prst="rect">
            <a:avLst/>
          </a:prstGeom>
          <a:noFill/>
          <a:ln w="9525">
            <a:noFill/>
            <a:miter lim="800000"/>
            <a:headEnd/>
            <a:tailEnd/>
          </a:ln>
        </p:spPr>
        <p:txBody>
          <a:bodyPr lIns="0" tIns="0" rIns="0" bIns="0">
            <a:spAutoFit/>
          </a:bodyPr>
          <a:lstStyle/>
          <a:p>
            <a:pPr algn="ctr" eaLnBrk="0" hangingPunct="0">
              <a:defRPr/>
            </a:pPr>
            <a:r>
              <a:rPr lang="en-US" sz="1600" b="1" dirty="0">
                <a:solidFill>
                  <a:schemeClr val="bg1"/>
                </a:solidFill>
                <a:latin typeface="+mn-lt"/>
                <a:ea typeface="ＭＳ Ｐゴシック" charset="-128"/>
              </a:rPr>
              <a:t>Process </a:t>
            </a:r>
            <a:r>
              <a:rPr lang="en-US" sz="1600" b="1" dirty="0">
                <a:solidFill>
                  <a:schemeClr val="bg1"/>
                </a:solidFill>
                <a:ea typeface="ＭＳ Ｐゴシック" charset="-128"/>
              </a:rPr>
              <a:t>Criticality </a:t>
            </a:r>
          </a:p>
        </p:txBody>
      </p:sp>
      <p:sp>
        <p:nvSpPr>
          <p:cNvPr id="74" name="AutoShape 25"/>
          <p:cNvSpPr>
            <a:spLocks noChangeArrowheads="1"/>
          </p:cNvSpPr>
          <p:nvPr/>
        </p:nvSpPr>
        <p:spPr bwMode="auto">
          <a:xfrm>
            <a:off x="2228398" y="2797093"/>
            <a:ext cx="9760404" cy="813007"/>
          </a:xfrm>
          <a:prstGeom prst="roundRect">
            <a:avLst>
              <a:gd name="adj" fmla="val 8815"/>
            </a:avLst>
          </a:prstGeom>
          <a:noFill/>
          <a:ln w="9525">
            <a:solidFill>
              <a:schemeClr val="bg2"/>
            </a:solidFill>
            <a:round/>
            <a:headEnd/>
            <a:tailEnd/>
          </a:ln>
        </p:spPr>
        <p:txBody>
          <a:bodyPr lIns="45720" rIns="45720"/>
          <a:lstStyle/>
          <a:p>
            <a:pPr>
              <a:spcBef>
                <a:spcPct val="25000"/>
              </a:spcBef>
              <a:buClr>
                <a:srgbClr val="0093D1"/>
              </a:buClr>
            </a:pPr>
            <a:endParaRPr lang="en-US" sz="1200" dirty="0"/>
          </a:p>
        </p:txBody>
      </p:sp>
      <p:sp>
        <p:nvSpPr>
          <p:cNvPr id="76" name="AutoShape 25"/>
          <p:cNvSpPr>
            <a:spLocks noChangeArrowheads="1"/>
          </p:cNvSpPr>
          <p:nvPr/>
        </p:nvSpPr>
        <p:spPr bwMode="auto">
          <a:xfrm>
            <a:off x="2272958" y="5612906"/>
            <a:ext cx="9715845" cy="774041"/>
          </a:xfrm>
          <a:prstGeom prst="roundRect">
            <a:avLst>
              <a:gd name="adj" fmla="val 8815"/>
            </a:avLst>
          </a:prstGeom>
          <a:noFill/>
          <a:ln w="9525">
            <a:solidFill>
              <a:schemeClr val="bg2"/>
            </a:solidFill>
            <a:round/>
            <a:headEnd/>
            <a:tailEnd/>
          </a:ln>
        </p:spPr>
        <p:txBody>
          <a:bodyPr lIns="45720" rIns="45720"/>
          <a:lstStyle/>
          <a:p>
            <a:pPr marL="171450" indent="-171450" fontAlgn="base">
              <a:spcBef>
                <a:spcPct val="0"/>
              </a:spcBef>
              <a:spcAft>
                <a:spcPct val="0"/>
              </a:spcAft>
              <a:buClr>
                <a:schemeClr val="tx1"/>
              </a:buClr>
              <a:buSzPct val="90000"/>
              <a:buFont typeface="Arial" pitchFamily="34" charset="0"/>
              <a:buChar char="•"/>
              <a:defRPr/>
            </a:pPr>
            <a:endParaRPr lang="en-US" sz="1300" kern="0" dirty="0">
              <a:solidFill>
                <a:srgbClr val="414141"/>
              </a:solidFill>
              <a:latin typeface="Calibri" panose="020F0502020204030204" pitchFamily="34" charset="0"/>
              <a:ea typeface="ＭＳ Ｐゴシック"/>
              <a:cs typeface="Calibri" pitchFamily="34" charset="0"/>
              <a:sym typeface="Wingdings" pitchFamily="2" charset="2"/>
            </a:endParaRPr>
          </a:p>
        </p:txBody>
      </p:sp>
      <p:sp>
        <p:nvSpPr>
          <p:cNvPr id="77" name="Rectangle 104"/>
          <p:cNvSpPr>
            <a:spLocks noChangeArrowheads="1"/>
          </p:cNvSpPr>
          <p:nvPr/>
        </p:nvSpPr>
        <p:spPr bwMode="auto">
          <a:xfrm>
            <a:off x="493489" y="5734221"/>
            <a:ext cx="1625600" cy="246221"/>
          </a:xfrm>
          <a:prstGeom prst="rect">
            <a:avLst/>
          </a:prstGeom>
          <a:solidFill>
            <a:srgbClr val="0070C0"/>
          </a:solidFill>
          <a:ln w="9525">
            <a:noFill/>
            <a:miter lim="800000"/>
            <a:headEnd/>
            <a:tailEnd/>
          </a:ln>
        </p:spPr>
        <p:txBody>
          <a:bodyPr lIns="0" tIns="0" rIns="0" bIns="0">
            <a:spAutoFit/>
          </a:bodyPr>
          <a:lstStyle/>
          <a:p>
            <a:pPr algn="ctr" eaLnBrk="0" hangingPunct="0">
              <a:defRPr/>
            </a:pPr>
            <a:r>
              <a:rPr lang="en-US" sz="1600" b="1" dirty="0">
                <a:solidFill>
                  <a:schemeClr val="bg1"/>
                </a:solidFill>
                <a:ea typeface="ＭＳ Ｐゴシック" charset="-128"/>
              </a:rPr>
              <a:t>Project Team</a:t>
            </a:r>
          </a:p>
        </p:txBody>
      </p:sp>
      <p:sp>
        <p:nvSpPr>
          <p:cNvPr id="78" name="Rectangle 77"/>
          <p:cNvSpPr/>
          <p:nvPr/>
        </p:nvSpPr>
        <p:spPr>
          <a:xfrm>
            <a:off x="2230793" y="958306"/>
            <a:ext cx="9694676" cy="1378839"/>
          </a:xfrm>
          <a:prstGeom prst="rect">
            <a:avLst/>
          </a:prstGeom>
        </p:spPr>
        <p:txBody>
          <a:bodyPr wrap="square">
            <a:spAutoFit/>
          </a:bodyPr>
          <a:lstStyle/>
          <a:p>
            <a:pPr marL="171450" indent="-171450" algn="just" fontAlgn="base">
              <a:spcBef>
                <a:spcPct val="20000"/>
              </a:spcBef>
              <a:spcAft>
                <a:spcPct val="0"/>
              </a:spcAft>
              <a:buFont typeface="Arial" pitchFamily="34" charset="0"/>
              <a:buChar char="•"/>
              <a:defRPr/>
            </a:pPr>
            <a:r>
              <a:rPr lang="en-US" sz="1300" kern="0" dirty="0">
                <a:solidFill>
                  <a:srgbClr val="414141"/>
                </a:solidFill>
                <a:latin typeface="Calibri" panose="020F0502020204030204" pitchFamily="34" charset="0"/>
                <a:ea typeface="ＭＳ Ｐゴシック"/>
                <a:cs typeface="Calibri" pitchFamily="34" charset="0"/>
              </a:rPr>
              <a:t>The referral bonus for an employee is updated in EC manually based upon the criteria that the referred employee have completed 30 days in the organization. This is a time-consuming task and it takes some man hours to update the referral bonus and date calculations (Employees who have completed 30 days in the organization).</a:t>
            </a:r>
            <a:r>
              <a:rPr lang="en-US" sz="1400" dirty="0"/>
              <a:t> </a:t>
            </a:r>
            <a:r>
              <a:rPr lang="en-US" sz="1300" kern="0" dirty="0">
                <a:solidFill>
                  <a:srgbClr val="414141"/>
                </a:solidFill>
                <a:latin typeface="Calibri" panose="020F0502020204030204" pitchFamily="34" charset="0"/>
                <a:ea typeface="ＭＳ Ｐゴシック"/>
                <a:cs typeface="Calibri" pitchFamily="34" charset="0"/>
              </a:rPr>
              <a:t>An automation solution is proposed through integration. The solution checks for the employees who has completed exactly 30 days in the LAM and automatically inserts the referral amount to person who refer the employee in the Compensation portlet rather than manually inputting the amount </a:t>
            </a:r>
          </a:p>
          <a:p>
            <a:pPr marL="171450" indent="-171450" algn="just" fontAlgn="base">
              <a:spcBef>
                <a:spcPct val="20000"/>
              </a:spcBef>
              <a:spcAft>
                <a:spcPct val="0"/>
              </a:spcAft>
              <a:buFont typeface="Arial" pitchFamily="34" charset="0"/>
              <a:buChar char="•"/>
              <a:defRPr/>
            </a:pPr>
            <a:endParaRPr lang="en-US" sz="1300" kern="0" dirty="0">
              <a:solidFill>
                <a:srgbClr val="414141"/>
              </a:solidFill>
              <a:latin typeface="Calibri" panose="020F0502020204030204" pitchFamily="34" charset="0"/>
              <a:ea typeface="ＭＳ Ｐゴシック"/>
              <a:cs typeface="Calibri" pitchFamily="34" charset="0"/>
            </a:endParaRPr>
          </a:p>
        </p:txBody>
      </p:sp>
      <p:sp>
        <p:nvSpPr>
          <p:cNvPr id="79" name="Rectangle 78"/>
          <p:cNvSpPr/>
          <p:nvPr/>
        </p:nvSpPr>
        <p:spPr>
          <a:xfrm>
            <a:off x="2219299" y="2857347"/>
            <a:ext cx="9769503" cy="507831"/>
          </a:xfrm>
          <a:prstGeom prst="rect">
            <a:avLst/>
          </a:prstGeom>
        </p:spPr>
        <p:txBody>
          <a:bodyPr wrap="square">
            <a:spAutoFit/>
          </a:bodyPr>
          <a:lstStyle/>
          <a:p>
            <a:pPr marL="171450" indent="-171450" algn="just" fontAlgn="base">
              <a:spcBef>
                <a:spcPct val="20000"/>
              </a:spcBef>
              <a:spcAft>
                <a:spcPct val="0"/>
              </a:spcAft>
              <a:buFont typeface="Arial" pitchFamily="34" charset="0"/>
              <a:buChar char="•"/>
              <a:defRPr/>
            </a:pPr>
            <a:r>
              <a:rPr lang="en-US" sz="1300" kern="0" dirty="0">
                <a:solidFill>
                  <a:srgbClr val="414141"/>
                </a:solidFill>
                <a:latin typeface="Calibri" panose="020F0502020204030204" pitchFamily="34" charset="0"/>
                <a:ea typeface="ＭＳ Ｐゴシック"/>
                <a:cs typeface="Calibri" pitchFamily="34" charset="0"/>
              </a:rPr>
              <a:t>This is a new engagement deployment at Genpact and we are in process of implementing the automated process through integration.</a:t>
            </a:r>
            <a:r>
              <a:rPr lang="en-US" altLang="en-US" sz="1400" dirty="0"/>
              <a:t> </a:t>
            </a:r>
            <a:r>
              <a:rPr lang="en-US" altLang="en-US" sz="1300" kern="0" dirty="0">
                <a:solidFill>
                  <a:srgbClr val="414141"/>
                </a:solidFill>
                <a:latin typeface="Calibri" panose="020F0502020204030204" pitchFamily="34" charset="0"/>
                <a:ea typeface="ＭＳ Ｐゴシック"/>
                <a:cs typeface="Calibri" pitchFamily="34" charset="0"/>
              </a:rPr>
              <a:t>It helps in reduction of </a:t>
            </a:r>
            <a:r>
              <a:rPr lang="en-US" sz="1300" kern="0" dirty="0">
                <a:solidFill>
                  <a:srgbClr val="414141"/>
                </a:solidFill>
                <a:latin typeface="Calibri" panose="020F0502020204030204" pitchFamily="34" charset="0"/>
                <a:ea typeface="ＭＳ Ｐゴシック"/>
                <a:cs typeface="Calibri" pitchFamily="34" charset="0"/>
              </a:rPr>
              <a:t>human errors in updating the referral amount.</a:t>
            </a:r>
          </a:p>
        </p:txBody>
      </p:sp>
      <p:graphicFrame>
        <p:nvGraphicFramePr>
          <p:cNvPr id="28" name="Table 27"/>
          <p:cNvGraphicFramePr>
            <a:graphicFrameLocks noGrp="1"/>
          </p:cNvGraphicFramePr>
          <p:nvPr>
            <p:extLst>
              <p:ext uri="{D42A27DB-BD31-4B8C-83A1-F6EECF244321}">
                <p14:modId xmlns:p14="http://schemas.microsoft.com/office/powerpoint/2010/main" val="346883084"/>
              </p:ext>
            </p:extLst>
          </p:nvPr>
        </p:nvGraphicFramePr>
        <p:xfrm>
          <a:off x="2301671" y="5695125"/>
          <a:ext cx="9483927" cy="609600"/>
        </p:xfrm>
        <a:graphic>
          <a:graphicData uri="http://schemas.openxmlformats.org/drawingml/2006/table">
            <a:tbl>
              <a:tblPr firstRow="1" bandRow="1">
                <a:tableStyleId>{3B4B98B0-60AC-42C2-AFA5-B58CD77FA1E5}</a:tableStyleId>
              </a:tblPr>
              <a:tblGrid>
                <a:gridCol w="2846761">
                  <a:extLst>
                    <a:ext uri="{9D8B030D-6E8A-4147-A177-3AD203B41FA5}">
                      <a16:colId xmlns:a16="http://schemas.microsoft.com/office/drawing/2014/main" val="20000"/>
                    </a:ext>
                  </a:extLst>
                </a:gridCol>
                <a:gridCol w="3825949">
                  <a:extLst>
                    <a:ext uri="{9D8B030D-6E8A-4147-A177-3AD203B41FA5}">
                      <a16:colId xmlns:a16="http://schemas.microsoft.com/office/drawing/2014/main" val="20001"/>
                    </a:ext>
                  </a:extLst>
                </a:gridCol>
                <a:gridCol w="2811217">
                  <a:extLst>
                    <a:ext uri="{9D8B030D-6E8A-4147-A177-3AD203B41FA5}">
                      <a16:colId xmlns:a16="http://schemas.microsoft.com/office/drawing/2014/main" val="20002"/>
                    </a:ext>
                  </a:extLst>
                </a:gridCol>
              </a:tblGrid>
              <a:tr h="2277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dirty="0">
                          <a:solidFill>
                            <a:schemeClr val="tx1"/>
                          </a:solidFill>
                        </a:rPr>
                        <a:t>Lead</a:t>
                      </a:r>
                    </a:p>
                  </a:txBody>
                  <a:tcPr marL="121920" marR="121920"/>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dirty="0">
                          <a:solidFill>
                            <a:schemeClr val="tx1"/>
                          </a:solidFill>
                        </a:rPr>
                        <a:t>Mentor &amp; Master Coach</a:t>
                      </a:r>
                    </a:p>
                  </a:txBody>
                  <a:tcPr marL="121920" marR="121920"/>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dirty="0">
                          <a:solidFill>
                            <a:schemeClr val="tx1"/>
                          </a:solidFill>
                        </a:rPr>
                        <a:t>QL</a:t>
                      </a:r>
                    </a:p>
                  </a:txBody>
                  <a:tcPr marL="121920" marR="121920"/>
                </a:tc>
                <a:extLst>
                  <a:ext uri="{0D108BD9-81ED-4DB2-BD59-A6C34878D82A}">
                    <a16:rowId xmlns:a16="http://schemas.microsoft.com/office/drawing/2014/main" val="10000"/>
                  </a:ext>
                </a:extLst>
              </a:tr>
              <a:tr h="28222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400" dirty="0"/>
                        <a:t>Vivek Singh</a:t>
                      </a:r>
                      <a:endParaRPr lang="en-US" sz="1400" dirty="0">
                        <a:solidFill>
                          <a:srgbClr val="0070C0"/>
                        </a:solidFill>
                      </a:endParaRPr>
                    </a:p>
                  </a:txBody>
                  <a:tcPr marL="121920" marR="12192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Shalini Akunur</a:t>
                      </a:r>
                      <a:endParaRPr lang="en-US" sz="1400" dirty="0">
                        <a:solidFill>
                          <a:srgbClr val="0070C0"/>
                        </a:solidFill>
                      </a:endParaRPr>
                    </a:p>
                  </a:txBody>
                  <a:tcPr marL="121920" marR="12192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400" dirty="0"/>
                        <a:t>Deepak Chopra</a:t>
                      </a:r>
                      <a:endParaRPr lang="en-US" sz="1400" dirty="0">
                        <a:solidFill>
                          <a:srgbClr val="0070C0"/>
                        </a:solidFill>
                      </a:endParaRPr>
                    </a:p>
                  </a:txBody>
                  <a:tcPr marL="121920" marR="121920"/>
                </a:tc>
                <a:extLst>
                  <a:ext uri="{0D108BD9-81ED-4DB2-BD59-A6C34878D82A}">
                    <a16:rowId xmlns:a16="http://schemas.microsoft.com/office/drawing/2014/main" val="10001"/>
                  </a:ext>
                </a:extLst>
              </a:tr>
            </a:tbl>
          </a:graphicData>
        </a:graphic>
      </p:graphicFrame>
      <p:sp>
        <p:nvSpPr>
          <p:cNvPr id="23" name="Rectangle 22"/>
          <p:cNvSpPr/>
          <p:nvPr/>
        </p:nvSpPr>
        <p:spPr>
          <a:xfrm>
            <a:off x="2272959" y="3751930"/>
            <a:ext cx="9769503" cy="772519"/>
          </a:xfrm>
          <a:prstGeom prst="rect">
            <a:avLst/>
          </a:prstGeom>
        </p:spPr>
        <p:txBody>
          <a:bodyPr wrap="square">
            <a:spAutoFit/>
          </a:bodyPr>
          <a:lstStyle/>
          <a:p>
            <a:pPr marL="171450" lvl="0" indent="-171450" algn="just" fontAlgn="base">
              <a:spcBef>
                <a:spcPct val="20000"/>
              </a:spcBef>
              <a:spcAft>
                <a:spcPct val="0"/>
              </a:spcAft>
              <a:buFont typeface="Arial" pitchFamily="34" charset="0"/>
              <a:buChar char="•"/>
              <a:defRPr/>
            </a:pPr>
            <a:r>
              <a:rPr lang="en-US" sz="1300" kern="0" dirty="0">
                <a:solidFill>
                  <a:srgbClr val="414141"/>
                </a:solidFill>
                <a:latin typeface="Calibri" panose="020F0502020204030204" pitchFamily="34" charset="0"/>
                <a:ea typeface="ＭＳ Ｐゴシック"/>
                <a:cs typeface="Calibri" pitchFamily="34" charset="0"/>
              </a:rPr>
              <a:t>Robust Process for Referral Bonus. </a:t>
            </a:r>
          </a:p>
          <a:p>
            <a:pPr marL="171450" lvl="0" indent="-171450" algn="just" fontAlgn="base">
              <a:spcBef>
                <a:spcPct val="20000"/>
              </a:spcBef>
              <a:spcAft>
                <a:spcPct val="0"/>
              </a:spcAft>
              <a:buFont typeface="Arial" pitchFamily="34" charset="0"/>
              <a:buChar char="•"/>
              <a:defRPr/>
            </a:pPr>
            <a:r>
              <a:rPr lang="en-US" sz="1300" kern="0" dirty="0">
                <a:solidFill>
                  <a:srgbClr val="414141"/>
                </a:solidFill>
                <a:latin typeface="Calibri" panose="020F0502020204030204" pitchFamily="34" charset="0"/>
                <a:ea typeface="ＭＳ Ｐゴシック"/>
                <a:cs typeface="Calibri" pitchFamily="34" charset="0"/>
              </a:rPr>
              <a:t>Integration Process.</a:t>
            </a:r>
          </a:p>
          <a:p>
            <a:pPr marL="171450" lvl="0" indent="-171450" algn="just" fontAlgn="base">
              <a:spcBef>
                <a:spcPct val="20000"/>
              </a:spcBef>
              <a:spcAft>
                <a:spcPct val="0"/>
              </a:spcAft>
              <a:buFont typeface="Arial" pitchFamily="34" charset="0"/>
              <a:buChar char="•"/>
              <a:defRPr/>
            </a:pPr>
            <a:r>
              <a:rPr lang="en-US" sz="1300" kern="0" dirty="0">
                <a:solidFill>
                  <a:srgbClr val="414141"/>
                </a:solidFill>
                <a:latin typeface="Calibri" panose="020F0502020204030204" pitchFamily="34" charset="0"/>
                <a:ea typeface="ＭＳ Ｐゴシック"/>
                <a:cs typeface="Calibri" pitchFamily="34" charset="0"/>
              </a:rPr>
              <a:t>Process TDD.</a:t>
            </a:r>
          </a:p>
        </p:txBody>
      </p:sp>
    </p:spTree>
    <p:extLst>
      <p:ext uri="{BB962C8B-B14F-4D97-AF65-F5344CB8AC3E}">
        <p14:creationId xmlns:p14="http://schemas.microsoft.com/office/powerpoint/2010/main" val="2360957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393625"/>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6AB2"/>
                </a:solidFill>
                <a:latin typeface="Trebuchet MS" pitchFamily="34" charset="0"/>
              </a:rPr>
              <a:t>ARMI </a:t>
            </a:r>
            <a:endParaRPr lang="en-IN" sz="2000" dirty="0">
              <a:solidFill>
                <a:srgbClr val="006AB2"/>
              </a:solidFill>
              <a:latin typeface="Trebuchet MS" pitchFamily="34" charset="0"/>
            </a:endParaRPr>
          </a:p>
        </p:txBody>
      </p:sp>
      <p:sp>
        <p:nvSpPr>
          <p:cNvPr id="4" name="Rectangle 89"/>
          <p:cNvSpPr>
            <a:spLocks noChangeArrowheads="1"/>
          </p:cNvSpPr>
          <p:nvPr/>
        </p:nvSpPr>
        <p:spPr bwMode="auto">
          <a:xfrm>
            <a:off x="101601" y="5322939"/>
            <a:ext cx="11988800" cy="1084787"/>
          </a:xfrm>
          <a:prstGeom prst="rect">
            <a:avLst/>
          </a:prstGeom>
          <a:noFill/>
          <a:ln w="9525">
            <a:noFill/>
            <a:miter lim="800000"/>
            <a:headEnd/>
            <a:tailEnd/>
          </a:ln>
        </p:spPr>
        <p:txBody>
          <a:bodyPr/>
          <a:lstStyle/>
          <a:p>
            <a:pPr marL="457200" indent="-225425" defTabSz="973138">
              <a:buFont typeface="Wingdings" pitchFamily="2" charset="2"/>
              <a:buChar char="§"/>
              <a:tabLst>
                <a:tab pos="1374775" algn="l"/>
              </a:tabLst>
            </a:pPr>
            <a:r>
              <a:rPr lang="en-US" sz="1400" dirty="0">
                <a:solidFill>
                  <a:srgbClr val="C00000"/>
                </a:solidFill>
                <a:latin typeface="Calibri" panose="020F0502020204030204" pitchFamily="34" charset="0"/>
              </a:rPr>
              <a:t>A</a:t>
            </a:r>
            <a:r>
              <a:rPr lang="en-US" sz="1400" b="0" dirty="0">
                <a:latin typeface="Calibri" panose="020F0502020204030204" pitchFamily="34" charset="0"/>
              </a:rPr>
              <a:t>pproval of team decisions outside their charter authorities, i.e., sponsor, business leader</a:t>
            </a:r>
          </a:p>
          <a:p>
            <a:pPr marL="457200" indent="-225425" defTabSz="973138">
              <a:buFont typeface="Wingdings" pitchFamily="2" charset="2"/>
              <a:buChar char="§"/>
              <a:tabLst>
                <a:tab pos="1374775" algn="l"/>
              </a:tabLst>
            </a:pPr>
            <a:r>
              <a:rPr lang="en-US" sz="1400" dirty="0">
                <a:solidFill>
                  <a:srgbClr val="C00000"/>
                </a:solidFill>
                <a:latin typeface="Calibri" panose="020F0502020204030204" pitchFamily="34" charset="0"/>
              </a:rPr>
              <a:t>R</a:t>
            </a:r>
            <a:r>
              <a:rPr lang="en-US" sz="1400" b="0" dirty="0">
                <a:latin typeface="Calibri" panose="020F0502020204030204" pitchFamily="34" charset="0"/>
              </a:rPr>
              <a:t>esource to the team, one whose expertise, skills, or clout may be needed on an ad-hoc basis</a:t>
            </a:r>
          </a:p>
          <a:p>
            <a:pPr marL="457200" indent="-225425" defTabSz="973138">
              <a:buFont typeface="Wingdings" pitchFamily="2" charset="2"/>
              <a:buChar char="§"/>
              <a:tabLst>
                <a:tab pos="1374775" algn="l"/>
              </a:tabLst>
            </a:pPr>
            <a:r>
              <a:rPr lang="en-US" sz="1400" dirty="0">
                <a:solidFill>
                  <a:srgbClr val="C00000"/>
                </a:solidFill>
                <a:latin typeface="Calibri" panose="020F0502020204030204" pitchFamily="34" charset="0"/>
              </a:rPr>
              <a:t>M</a:t>
            </a:r>
            <a:r>
              <a:rPr lang="en-US" sz="1400" b="0" dirty="0">
                <a:latin typeface="Calibri" panose="020F0502020204030204" pitchFamily="34" charset="0"/>
              </a:rPr>
              <a:t>ember of team, with the authorities and boundaries of the charter</a:t>
            </a:r>
          </a:p>
          <a:p>
            <a:pPr marL="457200" indent="-225425" defTabSz="973138">
              <a:buFont typeface="Wingdings" pitchFamily="2" charset="2"/>
              <a:buChar char="§"/>
              <a:tabLst>
                <a:tab pos="1374775" algn="l"/>
              </a:tabLst>
            </a:pPr>
            <a:r>
              <a:rPr lang="en-US" sz="1400" dirty="0">
                <a:solidFill>
                  <a:srgbClr val="C00000"/>
                </a:solidFill>
                <a:latin typeface="Calibri" panose="020F0502020204030204" pitchFamily="34" charset="0"/>
              </a:rPr>
              <a:t>I</a:t>
            </a:r>
            <a:r>
              <a:rPr lang="en-US" sz="1400" b="0" dirty="0">
                <a:latin typeface="Calibri" panose="020F0502020204030204" pitchFamily="34" charset="0"/>
              </a:rPr>
              <a:t>nterested party, one who will need to be kept informed on direction, findings, if later support is to be forthcoming</a:t>
            </a:r>
          </a:p>
        </p:txBody>
      </p:sp>
      <p:graphicFrame>
        <p:nvGraphicFramePr>
          <p:cNvPr id="6" name="Table 5"/>
          <p:cNvGraphicFramePr>
            <a:graphicFrameLocks noGrp="1"/>
          </p:cNvGraphicFramePr>
          <p:nvPr>
            <p:extLst>
              <p:ext uri="{D42A27DB-BD31-4B8C-83A1-F6EECF244321}">
                <p14:modId xmlns:p14="http://schemas.microsoft.com/office/powerpoint/2010/main" val="2837323497"/>
              </p:ext>
            </p:extLst>
          </p:nvPr>
        </p:nvGraphicFramePr>
        <p:xfrm>
          <a:off x="466125" y="914400"/>
          <a:ext cx="11421076" cy="3429000"/>
        </p:xfrm>
        <a:graphic>
          <a:graphicData uri="http://schemas.openxmlformats.org/drawingml/2006/table">
            <a:tbl>
              <a:tblPr firstRow="1" bandRow="1">
                <a:tableStyleId>{793D81CF-94F2-401A-BA57-92F5A7B2D0C5}</a:tableStyleId>
              </a:tblPr>
              <a:tblGrid>
                <a:gridCol w="5528276">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81000">
                <a:tc>
                  <a:txBody>
                    <a:bodyPr/>
                    <a:lstStyle/>
                    <a:p>
                      <a:pPr algn="ctr"/>
                      <a:r>
                        <a:rPr lang="en-US" sz="1400" dirty="0">
                          <a:latin typeface="Calibri" panose="020F0502020204030204" pitchFamily="34" charset="0"/>
                        </a:rPr>
                        <a:t>Stakeholder</a:t>
                      </a:r>
                    </a:p>
                  </a:txBody>
                  <a:tcPr marL="121920" marR="121920" anchor="ctr"/>
                </a:tc>
                <a:tc>
                  <a:txBody>
                    <a:bodyPr/>
                    <a:lstStyle/>
                    <a:p>
                      <a:pPr algn="ctr"/>
                      <a:r>
                        <a:rPr lang="en-US" sz="1400" dirty="0">
                          <a:latin typeface="Calibri" panose="020F0502020204030204" pitchFamily="34" charset="0"/>
                        </a:rPr>
                        <a:t>Role</a:t>
                      </a:r>
                    </a:p>
                  </a:txBody>
                  <a:tcPr marL="121920" marR="121920" anchor="ctr"/>
                </a:tc>
                <a:tc>
                  <a:txBody>
                    <a:bodyPr/>
                    <a:lstStyle/>
                    <a:p>
                      <a:pPr algn="ctr"/>
                      <a:r>
                        <a:rPr lang="en-US" sz="1400" dirty="0">
                          <a:latin typeface="Calibri" panose="020F0502020204030204" pitchFamily="34" charset="0"/>
                        </a:rPr>
                        <a:t>Responsibility</a:t>
                      </a:r>
                    </a:p>
                  </a:txBody>
                  <a:tcPr marL="121920" marR="121920" anchor="ctr"/>
                </a:tc>
                <a:extLst>
                  <a:ext uri="{0D108BD9-81ED-4DB2-BD59-A6C34878D82A}">
                    <a16:rowId xmlns:a16="http://schemas.microsoft.com/office/drawing/2014/main" val="10000"/>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Nancy Alens</a:t>
                      </a:r>
                    </a:p>
                  </a:txBody>
                  <a:tcPr marL="121920" marR="121920" anchor="ctr"/>
                </a:tc>
                <a:tc>
                  <a:txBody>
                    <a:bodyPr/>
                    <a:lstStyle/>
                    <a:p>
                      <a:pPr algn="l"/>
                      <a:r>
                        <a:rPr lang="en-US" sz="1400" dirty="0">
                          <a:latin typeface="Calibri" panose="020F0502020204030204" pitchFamily="34" charset="0"/>
                        </a:rPr>
                        <a:t>Director, HRIS, HR Operations  - LAM Research</a:t>
                      </a:r>
                    </a:p>
                  </a:txBody>
                  <a:tcPr marL="121920" marR="121920" anchor="ctr"/>
                </a:tc>
                <a:tc>
                  <a:txBody>
                    <a:bodyPr/>
                    <a:lstStyle/>
                    <a:p>
                      <a:pPr algn="ctr"/>
                      <a:r>
                        <a:rPr lang="en-US" sz="1400" dirty="0">
                          <a:latin typeface="Calibri" panose="020F0502020204030204" pitchFamily="34" charset="0"/>
                        </a:rPr>
                        <a:t>A,I</a:t>
                      </a:r>
                    </a:p>
                  </a:txBody>
                  <a:tcPr marL="121920" marR="121920" anchor="ctr"/>
                </a:tc>
                <a:extLst>
                  <a:ext uri="{0D108BD9-81ED-4DB2-BD59-A6C34878D82A}">
                    <a16:rowId xmlns:a16="http://schemas.microsoft.com/office/drawing/2014/main" val="2039416226"/>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Sasikiran</a:t>
                      </a:r>
                    </a:p>
                  </a:txBody>
                  <a:tcPr marL="121920" marR="121920" anchor="ctr"/>
                </a:tc>
                <a:tc>
                  <a:txBody>
                    <a:bodyPr/>
                    <a:lstStyle/>
                    <a:p>
                      <a:pPr algn="l"/>
                      <a:r>
                        <a:rPr lang="en-US" sz="1400" dirty="0">
                          <a:latin typeface="Calibri" panose="020F0502020204030204" pitchFamily="34" charset="0"/>
                        </a:rPr>
                        <a:t>Sponsor- Genpact</a:t>
                      </a:r>
                    </a:p>
                  </a:txBody>
                  <a:tcPr marL="121920" marR="121920" anchor="ctr"/>
                </a:tc>
                <a:tc>
                  <a:txBody>
                    <a:bodyPr/>
                    <a:lstStyle/>
                    <a:p>
                      <a:pPr algn="ctr"/>
                      <a:r>
                        <a:rPr lang="en-US" sz="1400" dirty="0">
                          <a:latin typeface="Calibri" panose="020F0502020204030204" pitchFamily="34" charset="0"/>
                        </a:rPr>
                        <a:t>A,</a:t>
                      </a:r>
                      <a:r>
                        <a:rPr lang="en-US" sz="1400" baseline="0" dirty="0">
                          <a:latin typeface="Calibri" panose="020F0502020204030204" pitchFamily="34" charset="0"/>
                        </a:rPr>
                        <a:t> I</a:t>
                      </a:r>
                      <a:endParaRPr lang="en-US" sz="1400" dirty="0">
                        <a:latin typeface="Calibri" panose="020F0502020204030204" pitchFamily="34" charset="0"/>
                      </a:endParaRPr>
                    </a:p>
                  </a:txBody>
                  <a:tcPr marL="121920" marR="121920" anchor="ctr"/>
                </a:tc>
                <a:extLst>
                  <a:ext uri="{0D108BD9-81ED-4DB2-BD59-A6C34878D82A}">
                    <a16:rowId xmlns:a16="http://schemas.microsoft.com/office/drawing/2014/main" val="10002"/>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Piush  Goyal</a:t>
                      </a:r>
                    </a:p>
                  </a:txBody>
                  <a:tcPr marL="121920" marR="121920" anchor="ctr"/>
                </a:tc>
                <a:tc>
                  <a:txBody>
                    <a:bodyPr/>
                    <a:lstStyle/>
                    <a:p>
                      <a:pPr algn="l"/>
                      <a:r>
                        <a:rPr lang="en-US" sz="1400" dirty="0">
                          <a:latin typeface="Calibri" panose="020F0502020204030204" pitchFamily="34" charset="0"/>
                        </a:rPr>
                        <a:t>VP, Capital Markets Platforms - Genpact</a:t>
                      </a:r>
                    </a:p>
                  </a:txBody>
                  <a:tcPr marL="121920" marR="121920" anchor="ctr"/>
                </a:tc>
                <a:tc>
                  <a:txBody>
                    <a:bodyPr/>
                    <a:lstStyle/>
                    <a:p>
                      <a:pPr algn="ctr"/>
                      <a:r>
                        <a:rPr lang="en-US" sz="1400" dirty="0">
                          <a:latin typeface="Calibri" panose="020F0502020204030204" pitchFamily="34" charset="0"/>
                        </a:rPr>
                        <a:t>I</a:t>
                      </a:r>
                    </a:p>
                  </a:txBody>
                  <a:tcPr marL="121920" marR="121920" anchor="ctr"/>
                </a:tc>
                <a:extLst>
                  <a:ext uri="{0D108BD9-81ED-4DB2-BD59-A6C34878D82A}">
                    <a16:rowId xmlns:a16="http://schemas.microsoft.com/office/drawing/2014/main" val="10003"/>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Deepak Chopra</a:t>
                      </a:r>
                    </a:p>
                  </a:txBody>
                  <a:tcPr marL="121920" marR="121920" anchor="ctr"/>
                </a:tc>
                <a:tc>
                  <a:txBody>
                    <a:bodyPr/>
                    <a:lstStyle/>
                    <a:p>
                      <a:pPr algn="l"/>
                      <a:r>
                        <a:rPr lang="en-US" sz="1400" dirty="0">
                          <a:latin typeface="Calibri" panose="020F0502020204030204" pitchFamily="34" charset="0"/>
                        </a:rPr>
                        <a:t>Quality Leader</a:t>
                      </a:r>
                    </a:p>
                  </a:txBody>
                  <a:tcPr marL="121920" marR="121920" anchor="ctr"/>
                </a:tc>
                <a:tc>
                  <a:txBody>
                    <a:bodyPr/>
                    <a:lstStyle/>
                    <a:p>
                      <a:pPr algn="ctr"/>
                      <a:r>
                        <a:rPr lang="en-US" sz="1400" dirty="0">
                          <a:latin typeface="Calibri" panose="020F0502020204030204" pitchFamily="34" charset="0"/>
                        </a:rPr>
                        <a:t>A</a:t>
                      </a:r>
                    </a:p>
                  </a:txBody>
                  <a:tcPr marL="121920" marR="121920" anchor="ctr"/>
                </a:tc>
                <a:extLst>
                  <a:ext uri="{0D108BD9-81ED-4DB2-BD59-A6C34878D82A}">
                    <a16:rowId xmlns:a16="http://schemas.microsoft.com/office/drawing/2014/main" val="10005"/>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Shalini Akunur</a:t>
                      </a:r>
                    </a:p>
                  </a:txBody>
                  <a:tcPr marL="121920" marR="121920" anchor="ctr"/>
                </a:tc>
                <a:tc>
                  <a:txBody>
                    <a:bodyPr/>
                    <a:lstStyle/>
                    <a:p>
                      <a:pPr algn="l"/>
                      <a:r>
                        <a:rPr lang="en-US" sz="1400" dirty="0">
                          <a:latin typeface="Calibri" panose="020F0502020204030204" pitchFamily="34" charset="0"/>
                        </a:rPr>
                        <a:t>Mentor &amp; Master</a:t>
                      </a:r>
                      <a:r>
                        <a:rPr lang="en-US" sz="1400" baseline="0" dirty="0">
                          <a:latin typeface="Calibri" panose="020F0502020204030204" pitchFamily="34" charset="0"/>
                        </a:rPr>
                        <a:t> Coach</a:t>
                      </a:r>
                      <a:endParaRPr lang="en-US" sz="1400" dirty="0">
                        <a:latin typeface="Calibri" panose="020F0502020204030204" pitchFamily="34" charset="0"/>
                      </a:endParaRPr>
                    </a:p>
                  </a:txBody>
                  <a:tcPr marL="121920" marR="121920" anchor="ctr"/>
                </a:tc>
                <a:tc>
                  <a:txBody>
                    <a:bodyPr/>
                    <a:lstStyle/>
                    <a:p>
                      <a:pPr algn="ctr"/>
                      <a:r>
                        <a:rPr lang="en-US" sz="1400" dirty="0">
                          <a:latin typeface="Calibri" panose="020F0502020204030204" pitchFamily="34" charset="0"/>
                        </a:rPr>
                        <a:t>A</a:t>
                      </a:r>
                    </a:p>
                  </a:txBody>
                  <a:tcPr marL="121920" marR="121920" anchor="ctr"/>
                </a:tc>
                <a:extLst>
                  <a:ext uri="{0D108BD9-81ED-4DB2-BD59-A6C34878D82A}">
                    <a16:rowId xmlns:a16="http://schemas.microsoft.com/office/drawing/2014/main" val="10006"/>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err="1">
                          <a:latin typeface="Calibri" panose="020F0502020204030204" pitchFamily="34" charset="0"/>
                        </a:rPr>
                        <a:t>Mathur</a:t>
                      </a:r>
                      <a:r>
                        <a:rPr lang="en-US" sz="1400" baseline="0" dirty="0">
                          <a:latin typeface="Calibri" panose="020F0502020204030204" pitchFamily="34" charset="0"/>
                        </a:rPr>
                        <a:t> Dheeraj</a:t>
                      </a:r>
                      <a:endParaRPr lang="en-US" sz="1400" dirty="0">
                        <a:latin typeface="Calibri" panose="020F0502020204030204" pitchFamily="34" charset="0"/>
                      </a:endParaRPr>
                    </a:p>
                  </a:txBody>
                  <a:tcPr marL="121920" marR="12192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Mast</a:t>
                      </a:r>
                      <a:r>
                        <a:rPr lang="en-US" sz="1400" baseline="0" dirty="0">
                          <a:latin typeface="Calibri" panose="020F0502020204030204" pitchFamily="34" charset="0"/>
                        </a:rPr>
                        <a:t>er Black Belt</a:t>
                      </a:r>
                      <a:endParaRPr lang="en-US" sz="1400" dirty="0">
                        <a:latin typeface="Calibri" panose="020F0502020204030204" pitchFamily="34" charset="0"/>
                      </a:endParaRPr>
                    </a:p>
                  </a:txBody>
                  <a:tcPr marL="121920" marR="121920" anchor="ctr"/>
                </a:tc>
                <a:tc>
                  <a:txBody>
                    <a:bodyPr/>
                    <a:lstStyle/>
                    <a:p>
                      <a:pPr algn="ctr" fontAlgn="ctr"/>
                      <a:r>
                        <a:rPr lang="en-US" sz="1400" b="0" i="0" u="none" strike="noStrike" dirty="0">
                          <a:solidFill>
                            <a:schemeClr val="dk1"/>
                          </a:solidFill>
                          <a:latin typeface="Calibri" panose="020F0502020204030204" pitchFamily="34" charset="0"/>
                        </a:rPr>
                        <a:t>R,</a:t>
                      </a:r>
                      <a:r>
                        <a:rPr lang="en-US" sz="1400" b="0" i="0" u="none" strike="noStrike" baseline="0" dirty="0">
                          <a:solidFill>
                            <a:schemeClr val="dk1"/>
                          </a:solidFill>
                          <a:latin typeface="Calibri" panose="020F0502020204030204" pitchFamily="34" charset="0"/>
                        </a:rPr>
                        <a:t> </a:t>
                      </a:r>
                      <a:r>
                        <a:rPr lang="en-US" sz="1400" b="0" i="0" u="none" strike="noStrike" dirty="0">
                          <a:solidFill>
                            <a:schemeClr val="dk1"/>
                          </a:solidFill>
                          <a:latin typeface="Calibri" panose="020F0502020204030204" pitchFamily="34" charset="0"/>
                        </a:rPr>
                        <a:t>A</a:t>
                      </a:r>
                      <a:endParaRPr lang="en-US" sz="1400" b="0" i="0" u="none" strike="noStrike" dirty="0">
                        <a:solidFill>
                          <a:srgbClr val="000000"/>
                        </a:solidFill>
                        <a:latin typeface="Calibri" panose="020F0502020204030204" pitchFamily="34" charset="0"/>
                      </a:endParaRPr>
                    </a:p>
                  </a:txBody>
                  <a:tcPr marL="12701" marR="12701" marT="9523" marB="0" anchor="ctr"/>
                </a:tc>
                <a:extLst>
                  <a:ext uri="{0D108BD9-81ED-4DB2-BD59-A6C34878D82A}">
                    <a16:rowId xmlns:a16="http://schemas.microsoft.com/office/drawing/2014/main" val="10012"/>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Vivek Singh</a:t>
                      </a:r>
                    </a:p>
                  </a:txBody>
                  <a:tcPr marL="121920" marR="121920" anchor="ctr"/>
                </a:tc>
                <a:tc>
                  <a:txBody>
                    <a:bodyPr/>
                    <a:lstStyle/>
                    <a:p>
                      <a:pPr algn="l"/>
                      <a:r>
                        <a:rPr lang="en-US" sz="1400" dirty="0">
                          <a:latin typeface="Calibri" panose="020F0502020204030204" pitchFamily="34" charset="0"/>
                        </a:rPr>
                        <a:t>Project Lead</a:t>
                      </a:r>
                    </a:p>
                  </a:txBody>
                  <a:tcPr marL="121920" marR="121920" anchor="ctr"/>
                </a:tc>
                <a:tc>
                  <a:txBody>
                    <a:bodyPr/>
                    <a:lstStyle/>
                    <a:p>
                      <a:pPr algn="ctr"/>
                      <a:r>
                        <a:rPr lang="en-US" sz="1400" dirty="0">
                          <a:latin typeface="Calibri" panose="020F0502020204030204" pitchFamily="34" charset="0"/>
                        </a:rPr>
                        <a:t>M</a:t>
                      </a:r>
                    </a:p>
                  </a:txBody>
                  <a:tcPr marL="121920" marR="121920" anchor="ctr"/>
                </a:tc>
                <a:extLst>
                  <a:ext uri="{0D108BD9-81ED-4DB2-BD59-A6C34878D82A}">
                    <a16:rowId xmlns:a16="http://schemas.microsoft.com/office/drawing/2014/main" val="10013"/>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Akshay Jain, Satya Gunuru,</a:t>
                      </a:r>
                      <a:r>
                        <a:rPr lang="en-US" sz="1400" baseline="0" dirty="0">
                          <a:latin typeface="Calibri" panose="020F0502020204030204" pitchFamily="34" charset="0"/>
                        </a:rPr>
                        <a:t> Baradwaja Angeerasam, Sam Bhadra</a:t>
                      </a:r>
                      <a:endParaRPr lang="en-US" sz="1400" dirty="0">
                        <a:latin typeface="Calibri" panose="020F0502020204030204" pitchFamily="34" charset="0"/>
                      </a:endParaRPr>
                    </a:p>
                  </a:txBody>
                  <a:tcPr marL="121920" marR="121920" anchor="ctr"/>
                </a:tc>
                <a:tc>
                  <a:txBody>
                    <a:bodyPr/>
                    <a:lstStyle/>
                    <a:p>
                      <a:pPr algn="l"/>
                      <a:r>
                        <a:rPr lang="en-US" sz="1400" dirty="0">
                          <a:latin typeface="Calibri" panose="020F0502020204030204" pitchFamily="34" charset="0"/>
                        </a:rPr>
                        <a:t>Project Team</a:t>
                      </a:r>
                    </a:p>
                  </a:txBody>
                  <a:tcPr marL="121920" marR="121920" anchor="ctr"/>
                </a:tc>
                <a:tc>
                  <a:txBody>
                    <a:bodyPr/>
                    <a:lstStyle/>
                    <a:p>
                      <a:pPr algn="ctr"/>
                      <a:r>
                        <a:rPr lang="en-US" sz="1400" dirty="0">
                          <a:latin typeface="Calibri" panose="020F0502020204030204" pitchFamily="34" charset="0"/>
                        </a:rPr>
                        <a:t>M</a:t>
                      </a:r>
                    </a:p>
                  </a:txBody>
                  <a:tcPr marL="121920" marR="121920" anchor="ct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864362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p:cNvGraphicFramePr>
            <a:graphicFrameLocks noGrp="1"/>
          </p:cNvGraphicFramePr>
          <p:nvPr>
            <p:extLst>
              <p:ext uri="{D42A27DB-BD31-4B8C-83A1-F6EECF244321}">
                <p14:modId xmlns:p14="http://schemas.microsoft.com/office/powerpoint/2010/main" val="1563604418"/>
              </p:ext>
            </p:extLst>
          </p:nvPr>
        </p:nvGraphicFramePr>
        <p:xfrm>
          <a:off x="339743" y="821948"/>
          <a:ext cx="11826857" cy="3140453"/>
        </p:xfrm>
        <a:graphic>
          <a:graphicData uri="http://schemas.openxmlformats.org/drawingml/2006/table">
            <a:tbl>
              <a:tblPr firstRow="1" bandRow="1">
                <a:tableStyleId>{5940675A-B579-460E-94D1-54222C63F5DA}</a:tableStyleId>
              </a:tblPr>
              <a:tblGrid>
                <a:gridCol w="1689551">
                  <a:extLst>
                    <a:ext uri="{9D8B030D-6E8A-4147-A177-3AD203B41FA5}">
                      <a16:colId xmlns:a16="http://schemas.microsoft.com/office/drawing/2014/main" val="20000"/>
                    </a:ext>
                  </a:extLst>
                </a:gridCol>
                <a:gridCol w="1689551">
                  <a:extLst>
                    <a:ext uri="{9D8B030D-6E8A-4147-A177-3AD203B41FA5}">
                      <a16:colId xmlns:a16="http://schemas.microsoft.com/office/drawing/2014/main" val="20001"/>
                    </a:ext>
                  </a:extLst>
                </a:gridCol>
                <a:gridCol w="1689551">
                  <a:extLst>
                    <a:ext uri="{9D8B030D-6E8A-4147-A177-3AD203B41FA5}">
                      <a16:colId xmlns:a16="http://schemas.microsoft.com/office/drawing/2014/main" val="20002"/>
                    </a:ext>
                  </a:extLst>
                </a:gridCol>
                <a:gridCol w="1689551">
                  <a:extLst>
                    <a:ext uri="{9D8B030D-6E8A-4147-A177-3AD203B41FA5}">
                      <a16:colId xmlns:a16="http://schemas.microsoft.com/office/drawing/2014/main" val="20003"/>
                    </a:ext>
                  </a:extLst>
                </a:gridCol>
                <a:gridCol w="1689551">
                  <a:extLst>
                    <a:ext uri="{9D8B030D-6E8A-4147-A177-3AD203B41FA5}">
                      <a16:colId xmlns:a16="http://schemas.microsoft.com/office/drawing/2014/main" val="20004"/>
                    </a:ext>
                  </a:extLst>
                </a:gridCol>
                <a:gridCol w="1689551">
                  <a:extLst>
                    <a:ext uri="{9D8B030D-6E8A-4147-A177-3AD203B41FA5}">
                      <a16:colId xmlns:a16="http://schemas.microsoft.com/office/drawing/2014/main" val="20005"/>
                    </a:ext>
                  </a:extLst>
                </a:gridCol>
                <a:gridCol w="1689551">
                  <a:extLst>
                    <a:ext uri="{9D8B030D-6E8A-4147-A177-3AD203B41FA5}">
                      <a16:colId xmlns:a16="http://schemas.microsoft.com/office/drawing/2014/main" val="20006"/>
                    </a:ext>
                  </a:extLst>
                </a:gridCol>
              </a:tblGrid>
              <a:tr h="290378">
                <a:tc>
                  <a:txBody>
                    <a:bodyPr/>
                    <a:lstStyle/>
                    <a:p>
                      <a:pPr algn="ctr"/>
                      <a:r>
                        <a:rPr lang="en-US" sz="1400" b="1" dirty="0"/>
                        <a:t>Jan’</a:t>
                      </a:r>
                      <a:r>
                        <a:rPr lang="en-US" sz="1400" b="1" baseline="0" dirty="0"/>
                        <a:t> 2020</a:t>
                      </a:r>
                      <a:endParaRPr lang="en-US" sz="1400" b="1" dirty="0"/>
                    </a:p>
                  </a:txBody>
                  <a:tcPr marL="121920" marR="121920" anchor="ctr"/>
                </a:tc>
                <a:tc>
                  <a:txBody>
                    <a:bodyPr/>
                    <a:lstStyle/>
                    <a:p>
                      <a:pPr algn="ctr"/>
                      <a:r>
                        <a:rPr lang="en-US" sz="1400" b="1" dirty="0"/>
                        <a:t>Feb’2020</a:t>
                      </a:r>
                    </a:p>
                  </a:txBody>
                  <a:tcPr marL="121920" marR="121920" anchor="ctr"/>
                </a:tc>
                <a:tc>
                  <a:txBody>
                    <a:bodyPr/>
                    <a:lstStyle/>
                    <a:p>
                      <a:pPr algn="ctr"/>
                      <a:r>
                        <a:rPr lang="en-US" sz="1400" b="1" dirty="0"/>
                        <a:t>Mar’2020</a:t>
                      </a:r>
                    </a:p>
                  </a:txBody>
                  <a:tcPr marL="121920" marR="121920" anchor="ctr"/>
                </a:tc>
                <a:tc>
                  <a:txBody>
                    <a:bodyPr/>
                    <a:lstStyle/>
                    <a:p>
                      <a:pPr algn="ctr"/>
                      <a:r>
                        <a:rPr lang="en-US" sz="1400" b="1" dirty="0"/>
                        <a:t>Apr’2020</a:t>
                      </a:r>
                    </a:p>
                  </a:txBody>
                  <a:tcPr marL="121920" marR="121920" anchor="ctr"/>
                </a:tc>
                <a:tc>
                  <a:txBody>
                    <a:bodyPr/>
                    <a:lstStyle/>
                    <a:p>
                      <a:pPr algn="ctr"/>
                      <a:r>
                        <a:rPr lang="en-US" sz="1400" b="1" dirty="0"/>
                        <a:t>May’2020</a:t>
                      </a:r>
                    </a:p>
                  </a:txBody>
                  <a:tcPr marL="121920" marR="121920" anchor="ctr"/>
                </a:tc>
                <a:tc>
                  <a:txBody>
                    <a:bodyPr/>
                    <a:lstStyle/>
                    <a:p>
                      <a:pPr algn="ctr"/>
                      <a:r>
                        <a:rPr lang="en-US" sz="1400" b="1" dirty="0"/>
                        <a:t>Sep’2020</a:t>
                      </a:r>
                    </a:p>
                  </a:txBody>
                  <a:tcPr marL="121920" marR="121920" anchor="ctr"/>
                </a:tc>
                <a:tc>
                  <a:txBody>
                    <a:bodyPr/>
                    <a:lstStyle/>
                    <a:p>
                      <a:pPr algn="ctr"/>
                      <a:r>
                        <a:rPr lang="en-US" sz="1400" b="1" dirty="0"/>
                        <a:t>Oct’2020</a:t>
                      </a:r>
                    </a:p>
                  </a:txBody>
                  <a:tcPr marL="121920" marR="121920" anchor="ctr"/>
                </a:tc>
                <a:extLst>
                  <a:ext uri="{0D108BD9-81ED-4DB2-BD59-A6C34878D82A}">
                    <a16:rowId xmlns:a16="http://schemas.microsoft.com/office/drawing/2014/main" val="10000"/>
                  </a:ext>
                </a:extLst>
              </a:tr>
              <a:tr h="2835653">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extLst>
                  <a:ext uri="{0D108BD9-81ED-4DB2-BD59-A6C34878D82A}">
                    <a16:rowId xmlns:a16="http://schemas.microsoft.com/office/drawing/2014/main" val="10001"/>
                  </a:ext>
                </a:extLst>
              </a:tr>
            </a:tbl>
          </a:graphicData>
        </a:graphic>
      </p:graphicFrame>
      <p:sp>
        <p:nvSpPr>
          <p:cNvPr id="6" name="Notched Right Arrow 5"/>
          <p:cNvSpPr/>
          <p:nvPr/>
        </p:nvSpPr>
        <p:spPr>
          <a:xfrm>
            <a:off x="339742" y="1143000"/>
            <a:ext cx="1641458" cy="869400"/>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39" name="Title 1"/>
          <p:cNvSpPr txBox="1">
            <a:spLocks/>
          </p:cNvSpPr>
          <p:nvPr/>
        </p:nvSpPr>
        <p:spPr bwMode="auto">
          <a:xfrm>
            <a:off x="365146" y="39524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anose="020B0603020202020204" pitchFamily="34" charset="0"/>
              </a:rPr>
              <a:t>Project Schedule</a:t>
            </a:r>
            <a:endParaRPr lang="en-IN" sz="2000" dirty="0">
              <a:solidFill>
                <a:srgbClr val="006AB2"/>
              </a:solidFill>
              <a:latin typeface="Trebuchet MS" pitchFamily="34" charset="0"/>
            </a:endParaRPr>
          </a:p>
        </p:txBody>
      </p:sp>
      <p:sp>
        <p:nvSpPr>
          <p:cNvPr id="51" name="Oval 50"/>
          <p:cNvSpPr/>
          <p:nvPr/>
        </p:nvSpPr>
        <p:spPr>
          <a:xfrm>
            <a:off x="6147181" y="571008"/>
            <a:ext cx="266569" cy="18288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2" name="TextBox 51"/>
          <p:cNvSpPr txBox="1"/>
          <p:nvPr/>
        </p:nvSpPr>
        <p:spPr>
          <a:xfrm>
            <a:off x="6386916" y="532897"/>
            <a:ext cx="744114" cy="276999"/>
          </a:xfrm>
          <a:prstGeom prst="rect">
            <a:avLst/>
          </a:prstGeom>
          <a:noFill/>
        </p:spPr>
        <p:txBody>
          <a:bodyPr wrap="none" rtlCol="0">
            <a:spAutoFit/>
          </a:bodyPr>
          <a:lstStyle/>
          <a:p>
            <a:r>
              <a:rPr lang="en-US" sz="1200" dirty="0"/>
              <a:t>Planned</a:t>
            </a:r>
          </a:p>
        </p:txBody>
      </p:sp>
      <p:sp>
        <p:nvSpPr>
          <p:cNvPr id="53" name="Oval 52"/>
          <p:cNvSpPr/>
          <p:nvPr/>
        </p:nvSpPr>
        <p:spPr>
          <a:xfrm>
            <a:off x="8093098" y="571008"/>
            <a:ext cx="266569" cy="182880"/>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4" name="TextBox 53"/>
          <p:cNvSpPr txBox="1"/>
          <p:nvPr/>
        </p:nvSpPr>
        <p:spPr>
          <a:xfrm>
            <a:off x="8359667" y="523949"/>
            <a:ext cx="958917" cy="276999"/>
          </a:xfrm>
          <a:prstGeom prst="rect">
            <a:avLst/>
          </a:prstGeom>
          <a:noFill/>
        </p:spPr>
        <p:txBody>
          <a:bodyPr wrap="none" rtlCol="0">
            <a:spAutoFit/>
          </a:bodyPr>
          <a:lstStyle/>
          <a:p>
            <a:r>
              <a:rPr lang="en-US" sz="1200" dirty="0"/>
              <a:t>In Progress</a:t>
            </a:r>
          </a:p>
        </p:txBody>
      </p:sp>
      <p:sp>
        <p:nvSpPr>
          <p:cNvPr id="55" name="Oval 54"/>
          <p:cNvSpPr/>
          <p:nvPr/>
        </p:nvSpPr>
        <p:spPr>
          <a:xfrm>
            <a:off x="10302205" y="579955"/>
            <a:ext cx="266569" cy="182880"/>
          </a:xfrm>
          <a:prstGeom prst="ellipse">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00B050"/>
              </a:solidFill>
            </a:endParaRPr>
          </a:p>
        </p:txBody>
      </p:sp>
      <p:sp>
        <p:nvSpPr>
          <p:cNvPr id="56" name="TextBox 55"/>
          <p:cNvSpPr txBox="1"/>
          <p:nvPr/>
        </p:nvSpPr>
        <p:spPr>
          <a:xfrm>
            <a:off x="10568774" y="523949"/>
            <a:ext cx="923651" cy="276999"/>
          </a:xfrm>
          <a:prstGeom prst="rect">
            <a:avLst/>
          </a:prstGeom>
          <a:noFill/>
        </p:spPr>
        <p:txBody>
          <a:bodyPr wrap="none" rtlCol="0">
            <a:spAutoFit/>
          </a:bodyPr>
          <a:lstStyle/>
          <a:p>
            <a:r>
              <a:rPr lang="en-US" sz="1200" dirty="0"/>
              <a:t>Completed</a:t>
            </a:r>
          </a:p>
        </p:txBody>
      </p:sp>
      <p:sp>
        <p:nvSpPr>
          <p:cNvPr id="20" name="Rectangle 19"/>
          <p:cNvSpPr/>
          <p:nvPr/>
        </p:nvSpPr>
        <p:spPr>
          <a:xfrm>
            <a:off x="380386" y="1266848"/>
            <a:ext cx="1296014" cy="646331"/>
          </a:xfrm>
          <a:prstGeom prst="rect">
            <a:avLst/>
          </a:prstGeom>
        </p:spPr>
        <p:txBody>
          <a:bodyPr wrap="square">
            <a:spAutoFit/>
          </a:bodyPr>
          <a:lstStyle/>
          <a:p>
            <a:pPr lvl="0" algn="ctr"/>
            <a:r>
              <a:rPr lang="en-US" altLang="en-US" sz="900" b="1" dirty="0">
                <a:solidFill>
                  <a:srgbClr val="000000"/>
                </a:solidFill>
                <a:latin typeface="Arial" panose="020B0604020202020204" pitchFamily="34" charset="0"/>
                <a:ea typeface="Roboto"/>
                <a:cs typeface="Roboto"/>
              </a:rPr>
              <a:t>Share requirements for Automation to EC and RCM Modules</a:t>
            </a:r>
            <a:endParaRPr lang="en-US" sz="900" dirty="0">
              <a:solidFill>
                <a:schemeClr val="accent5">
                  <a:lumMod val="50000"/>
                </a:schemeClr>
              </a:solidFill>
            </a:endParaRPr>
          </a:p>
        </p:txBody>
      </p:sp>
      <p:sp>
        <p:nvSpPr>
          <p:cNvPr id="42" name="Notched Right Arrow 41"/>
          <p:cNvSpPr/>
          <p:nvPr/>
        </p:nvSpPr>
        <p:spPr>
          <a:xfrm>
            <a:off x="1953535" y="1675878"/>
            <a:ext cx="1704066" cy="474602"/>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18" name="Rectangle 17"/>
          <p:cNvSpPr/>
          <p:nvPr/>
        </p:nvSpPr>
        <p:spPr>
          <a:xfrm>
            <a:off x="2039487" y="1797763"/>
            <a:ext cx="1555505" cy="230832"/>
          </a:xfrm>
          <a:prstGeom prst="rect">
            <a:avLst/>
          </a:prstGeom>
        </p:spPr>
        <p:txBody>
          <a:bodyPr wrap="square">
            <a:spAutoFit/>
          </a:bodyPr>
          <a:lstStyle/>
          <a:p>
            <a:r>
              <a:rPr lang="en-US" altLang="en-US" sz="900" b="1" dirty="0">
                <a:solidFill>
                  <a:srgbClr val="000000"/>
                </a:solidFill>
                <a:latin typeface="Arial" panose="020B0604020202020204" pitchFamily="34" charset="0"/>
                <a:ea typeface="Roboto"/>
                <a:cs typeface="Roboto"/>
              </a:rPr>
              <a:t>Complete all the analysis</a:t>
            </a:r>
            <a:endParaRPr lang="en-US" altLang="en-US" sz="900" dirty="0">
              <a:solidFill>
                <a:srgbClr val="000000"/>
              </a:solidFill>
              <a:latin typeface="Arial" panose="020B0604020202020204" pitchFamily="34" charset="0"/>
              <a:ea typeface="Roboto"/>
              <a:cs typeface="Roboto"/>
            </a:endParaRPr>
          </a:p>
        </p:txBody>
      </p:sp>
      <p:sp>
        <p:nvSpPr>
          <p:cNvPr id="44" name="Notched Right Arrow 43"/>
          <p:cNvSpPr/>
          <p:nvPr/>
        </p:nvSpPr>
        <p:spPr>
          <a:xfrm>
            <a:off x="3643596" y="2102092"/>
            <a:ext cx="2768982" cy="474602"/>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25" name="Rectangle 24"/>
          <p:cNvSpPr/>
          <p:nvPr/>
        </p:nvSpPr>
        <p:spPr>
          <a:xfrm>
            <a:off x="3811961" y="2238989"/>
            <a:ext cx="2542594" cy="230832"/>
          </a:xfrm>
          <a:prstGeom prst="rect">
            <a:avLst/>
          </a:prstGeom>
        </p:spPr>
        <p:txBody>
          <a:bodyPr wrap="square">
            <a:spAutoFit/>
          </a:bodyPr>
          <a:lstStyle/>
          <a:p>
            <a:pPr>
              <a:defRPr/>
            </a:pPr>
            <a:r>
              <a:rPr lang="en-US" sz="900" b="1" dirty="0">
                <a:solidFill>
                  <a:schemeClr val="tx1">
                    <a:lumMod val="50000"/>
                  </a:schemeClr>
                </a:solidFill>
                <a:latin typeface="Arial" panose="020B0604020202020204" pitchFamily="34" charset="0"/>
                <a:cs typeface="Arial" panose="020B0604020202020204" pitchFamily="34" charset="0"/>
              </a:rPr>
              <a:t>Complete the </a:t>
            </a:r>
            <a:r>
              <a:rPr lang="en-US" sz="900" b="1" dirty="0" err="1">
                <a:solidFill>
                  <a:schemeClr val="tx1">
                    <a:lumMod val="50000"/>
                  </a:schemeClr>
                </a:solidFill>
                <a:latin typeface="Arial" panose="020B0604020202020204" pitchFamily="34" charset="0"/>
                <a:cs typeface="Arial" panose="020B0604020202020204" pitchFamily="34" charset="0"/>
              </a:rPr>
              <a:t>Boomi</a:t>
            </a:r>
            <a:r>
              <a:rPr lang="en-US" sz="900" b="1" dirty="0">
                <a:solidFill>
                  <a:schemeClr val="tx1">
                    <a:lumMod val="50000"/>
                  </a:schemeClr>
                </a:solidFill>
                <a:latin typeface="Arial" panose="020B0604020202020204" pitchFamily="34" charset="0"/>
                <a:cs typeface="Arial" panose="020B0604020202020204" pitchFamily="34" charset="0"/>
              </a:rPr>
              <a:t> Development</a:t>
            </a:r>
            <a:endParaRPr lang="en-US" sz="900" dirty="0">
              <a:solidFill>
                <a:schemeClr val="tx1">
                  <a:lumMod val="50000"/>
                </a:schemeClr>
              </a:solidFill>
              <a:latin typeface="Arial" panose="020B0604020202020204" pitchFamily="34" charset="0"/>
              <a:cs typeface="Arial" panose="020B0604020202020204" pitchFamily="34" charset="0"/>
            </a:endParaRPr>
          </a:p>
        </p:txBody>
      </p:sp>
      <p:sp>
        <p:nvSpPr>
          <p:cNvPr id="45" name="Notched Right Arrow 44"/>
          <p:cNvSpPr/>
          <p:nvPr/>
        </p:nvSpPr>
        <p:spPr>
          <a:xfrm>
            <a:off x="6354555" y="2530719"/>
            <a:ext cx="1570245" cy="550778"/>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27" name="Rectangle 26"/>
          <p:cNvSpPr/>
          <p:nvPr/>
        </p:nvSpPr>
        <p:spPr>
          <a:xfrm>
            <a:off x="6432507" y="2631853"/>
            <a:ext cx="1492293" cy="369332"/>
          </a:xfrm>
          <a:prstGeom prst="rect">
            <a:avLst/>
          </a:prstGeom>
        </p:spPr>
        <p:txBody>
          <a:bodyPr wrap="square">
            <a:spAutoFit/>
          </a:bodyPr>
          <a:lstStyle/>
          <a:p>
            <a:r>
              <a:rPr lang="en-US" altLang="en-US" sz="900" b="1" dirty="0">
                <a:solidFill>
                  <a:srgbClr val="000000"/>
                </a:solidFill>
                <a:latin typeface="Arial" panose="020B0604020202020204" pitchFamily="34" charset="0"/>
                <a:ea typeface="Roboto"/>
                <a:cs typeface="Roboto"/>
              </a:rPr>
              <a:t>Complete all the testing and reviews</a:t>
            </a:r>
          </a:p>
        </p:txBody>
      </p:sp>
      <p:sp>
        <p:nvSpPr>
          <p:cNvPr id="46" name="Notched Right Arrow 45"/>
          <p:cNvSpPr/>
          <p:nvPr/>
        </p:nvSpPr>
        <p:spPr>
          <a:xfrm>
            <a:off x="7902752" y="2827811"/>
            <a:ext cx="2536648" cy="628365"/>
          </a:xfrm>
          <a:prstGeom prst="notchedRightArrow">
            <a:avLst>
              <a:gd name="adj1" fmla="val 60376"/>
              <a:gd name="adj2" fmla="val 48845"/>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B050"/>
              </a:solidFill>
              <a:highlight>
                <a:srgbClr val="FFFFFF"/>
              </a:highlight>
            </a:endParaRPr>
          </a:p>
        </p:txBody>
      </p:sp>
      <p:sp>
        <p:nvSpPr>
          <p:cNvPr id="29" name="Rectangle 28"/>
          <p:cNvSpPr/>
          <p:nvPr/>
        </p:nvSpPr>
        <p:spPr>
          <a:xfrm>
            <a:off x="8010920" y="2955306"/>
            <a:ext cx="2428480" cy="369332"/>
          </a:xfrm>
          <a:prstGeom prst="rect">
            <a:avLst/>
          </a:prstGeom>
        </p:spPr>
        <p:txBody>
          <a:bodyPr wrap="square">
            <a:spAutoFit/>
          </a:bodyPr>
          <a:lstStyle/>
          <a:p>
            <a:r>
              <a:rPr lang="en-US" altLang="en-US" sz="900" b="1" dirty="0">
                <a:solidFill>
                  <a:srgbClr val="000000"/>
                </a:solidFill>
                <a:latin typeface="Arial" panose="020B0604020202020204" pitchFamily="34" charset="0"/>
                <a:ea typeface="Roboto"/>
                <a:cs typeface="Roboto"/>
              </a:rPr>
              <a:t>Send for production deployment  Approval</a:t>
            </a:r>
          </a:p>
        </p:txBody>
      </p:sp>
      <p:sp>
        <p:nvSpPr>
          <p:cNvPr id="48" name="Notched Right Arrow 47"/>
          <p:cNvSpPr/>
          <p:nvPr/>
        </p:nvSpPr>
        <p:spPr>
          <a:xfrm>
            <a:off x="10413215" y="3452133"/>
            <a:ext cx="1652711" cy="474602"/>
          </a:xfrm>
          <a:prstGeom prst="notchedRightArrow">
            <a:avLst>
              <a:gd name="adj1" fmla="val 60376"/>
              <a:gd name="adj2" fmla="val 48845"/>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50" name="Rectangle 49"/>
          <p:cNvSpPr/>
          <p:nvPr/>
        </p:nvSpPr>
        <p:spPr>
          <a:xfrm>
            <a:off x="10568774" y="3574018"/>
            <a:ext cx="1332416" cy="230832"/>
          </a:xfrm>
          <a:prstGeom prst="rect">
            <a:avLst/>
          </a:prstGeom>
        </p:spPr>
        <p:txBody>
          <a:bodyPr wrap="none">
            <a:spAutoFit/>
          </a:bodyPr>
          <a:lstStyle/>
          <a:p>
            <a:r>
              <a:rPr lang="en-US" altLang="en-US" sz="900" b="1" dirty="0">
                <a:latin typeface="Arial" panose="020B0604020202020204" pitchFamily="34" charset="0"/>
              </a:rPr>
              <a:t>Parallel run / Go Live</a:t>
            </a:r>
            <a:endParaRPr lang="en-US" altLang="en-US" sz="900" dirty="0">
              <a:latin typeface="Arial" panose="020B0604020202020204" pitchFamily="34" charset="0"/>
            </a:endParaRPr>
          </a:p>
        </p:txBody>
      </p:sp>
      <p:graphicFrame>
        <p:nvGraphicFramePr>
          <p:cNvPr id="24" name="Table 23"/>
          <p:cNvGraphicFramePr>
            <a:graphicFrameLocks noGrp="1"/>
          </p:cNvGraphicFramePr>
          <p:nvPr>
            <p:extLst>
              <p:ext uri="{D42A27DB-BD31-4B8C-83A1-F6EECF244321}">
                <p14:modId xmlns:p14="http://schemas.microsoft.com/office/powerpoint/2010/main" val="2447144323"/>
              </p:ext>
            </p:extLst>
          </p:nvPr>
        </p:nvGraphicFramePr>
        <p:xfrm>
          <a:off x="711201" y="4038600"/>
          <a:ext cx="11131489" cy="2167890"/>
        </p:xfrm>
        <a:graphic>
          <a:graphicData uri="http://schemas.openxmlformats.org/drawingml/2006/table">
            <a:tbl>
              <a:tblPr firstRow="1" bandRow="1">
                <a:tableStyleId>{793D81CF-94F2-401A-BA57-92F5A7B2D0C5}</a:tableStyleId>
              </a:tblPr>
              <a:tblGrid>
                <a:gridCol w="736599">
                  <a:extLst>
                    <a:ext uri="{9D8B030D-6E8A-4147-A177-3AD203B41FA5}">
                      <a16:colId xmlns:a16="http://schemas.microsoft.com/office/drawing/2014/main" val="20000"/>
                    </a:ext>
                  </a:extLst>
                </a:gridCol>
                <a:gridCol w="3962400">
                  <a:extLst>
                    <a:ext uri="{9D8B030D-6E8A-4147-A177-3AD203B41FA5}">
                      <a16:colId xmlns:a16="http://schemas.microsoft.com/office/drawing/2014/main" val="20005"/>
                    </a:ext>
                  </a:extLst>
                </a:gridCol>
                <a:gridCol w="145409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295275">
                <a:tc>
                  <a:txBody>
                    <a:bodyPr/>
                    <a:lstStyle/>
                    <a:p>
                      <a:r>
                        <a:rPr lang="en-US" sz="1000" dirty="0"/>
                        <a:t>Phase</a:t>
                      </a:r>
                      <a:endParaRPr lang="en-US" sz="1000" dirty="0">
                        <a:latin typeface="+mn-lt"/>
                      </a:endParaRPr>
                    </a:p>
                  </a:txBody>
                  <a:tcPr marL="121920" marR="121920" anchor="ctr"/>
                </a:tc>
                <a:tc>
                  <a:txBody>
                    <a:bodyPr/>
                    <a:lstStyle/>
                    <a:p>
                      <a:endParaRPr lang="en-US" sz="1000" dirty="0">
                        <a:latin typeface="+mn-lt"/>
                      </a:endParaRPr>
                    </a:p>
                  </a:txBody>
                  <a:tcPr marL="121920" marR="121920" anchor="ctr"/>
                </a:tc>
                <a:tc>
                  <a:txBody>
                    <a:bodyPr/>
                    <a:lstStyle/>
                    <a:p>
                      <a:r>
                        <a:rPr lang="en-US" sz="1000" dirty="0"/>
                        <a:t>Planned Start Date</a:t>
                      </a:r>
                      <a:endParaRPr lang="en-US" sz="1000" dirty="0">
                        <a:latin typeface="+mn-lt"/>
                      </a:endParaRPr>
                    </a:p>
                  </a:txBody>
                  <a:tcPr marL="121920" marR="121920" anchor="ctr"/>
                </a:tc>
                <a:tc>
                  <a:txBody>
                    <a:bodyPr/>
                    <a:lstStyle/>
                    <a:p>
                      <a:r>
                        <a:rPr lang="en-US" sz="1000" dirty="0"/>
                        <a:t>Planned End Date</a:t>
                      </a:r>
                      <a:endParaRPr lang="en-US" sz="1000" dirty="0">
                        <a:latin typeface="+mn-lt"/>
                      </a:endParaRPr>
                    </a:p>
                  </a:txBody>
                  <a:tcPr marL="121920" marR="121920" anchor="ctr"/>
                </a:tc>
                <a:tc>
                  <a:txBody>
                    <a:bodyPr/>
                    <a:lstStyle/>
                    <a:p>
                      <a:r>
                        <a:rPr lang="en-US" sz="1000" dirty="0"/>
                        <a:t>Actual Start Date</a:t>
                      </a:r>
                      <a:endParaRPr lang="en-US" sz="1000" dirty="0">
                        <a:latin typeface="+mn-lt"/>
                      </a:endParaRPr>
                    </a:p>
                  </a:txBody>
                  <a:tcPr marL="121920" marR="121920" anchor="ctr"/>
                </a:tc>
                <a:tc>
                  <a:txBody>
                    <a:bodyPr/>
                    <a:lstStyle/>
                    <a:p>
                      <a:r>
                        <a:rPr lang="en-US" sz="1000" dirty="0"/>
                        <a:t>Actual End Date</a:t>
                      </a:r>
                      <a:endParaRPr lang="en-US" sz="1000" dirty="0">
                        <a:latin typeface="+mn-lt"/>
                      </a:endParaRPr>
                    </a:p>
                  </a:txBody>
                  <a:tcPr marL="121920" marR="121920" anchor="ctr"/>
                </a:tc>
                <a:extLst>
                  <a:ext uri="{0D108BD9-81ED-4DB2-BD59-A6C34878D82A}">
                    <a16:rowId xmlns:a16="http://schemas.microsoft.com/office/drawing/2014/main" val="10000"/>
                  </a:ext>
                </a:extLst>
              </a:tr>
              <a:tr h="295275">
                <a:tc rowSpan="3">
                  <a:txBody>
                    <a:bodyPr/>
                    <a:lstStyle/>
                    <a:p>
                      <a:pPr algn="ctr"/>
                      <a:r>
                        <a:rPr lang="en-US" sz="1000" dirty="0"/>
                        <a:t>Define</a:t>
                      </a:r>
                      <a:endParaRPr lang="en-US" sz="1000" dirty="0">
                        <a:latin typeface="+mn-lt"/>
                      </a:endParaRPr>
                    </a:p>
                  </a:txBody>
                  <a:tcPr marL="121920" marR="121920" anchor="ctr"/>
                </a:tc>
                <a:tc>
                  <a:txBody>
                    <a:bodyPr/>
                    <a:lstStyle/>
                    <a:p>
                      <a:pPr lvl="0" algn="ctr"/>
                      <a:r>
                        <a:rPr lang="en-US" altLang="en-US" sz="1000" baseline="0" dirty="0">
                          <a:solidFill>
                            <a:schemeClr val="dk1"/>
                          </a:solidFill>
                          <a:latin typeface="+mn-lt"/>
                          <a:ea typeface="+mn-ea"/>
                          <a:cs typeface="+mn-cs"/>
                        </a:rPr>
                        <a:t>Share requirements for Automation to EC and RCM Modules</a:t>
                      </a:r>
                      <a:endParaRPr lang="en-US" sz="1000" baseline="0" dirty="0">
                        <a:solidFill>
                          <a:schemeClr val="dk1"/>
                        </a:solidFill>
                        <a:latin typeface="+mn-lt"/>
                        <a:ea typeface="+mn-ea"/>
                        <a:cs typeface="+mn-cs"/>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aseline="0" dirty="0"/>
                        <a:t>01-Jan-2020</a:t>
                      </a:r>
                      <a:endParaRPr lang="en-US" sz="1000" b="1"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28-Jan-2020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0" baseline="0" dirty="0"/>
                        <a:t>01-Jan-2020</a:t>
                      </a:r>
                      <a:endParaRPr lang="en-US" sz="1000" b="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28-Jan-2020</a:t>
                      </a:r>
                      <a:endParaRPr lang="en-US" sz="1000" dirty="0">
                        <a:latin typeface="+mn-lt"/>
                      </a:endParaRPr>
                    </a:p>
                  </a:txBody>
                  <a:tcPr marL="121920" marR="121920" anchor="ctr"/>
                </a:tc>
                <a:extLst>
                  <a:ext uri="{0D108BD9-81ED-4DB2-BD59-A6C34878D82A}">
                    <a16:rowId xmlns:a16="http://schemas.microsoft.com/office/drawing/2014/main" val="10001"/>
                  </a:ext>
                </a:extLst>
              </a:tr>
              <a:tr h="295275">
                <a:tc vMerge="1">
                  <a:txBody>
                    <a:bodyPr/>
                    <a:lstStyle/>
                    <a:p>
                      <a:pPr algn="ctr"/>
                      <a:endParaRPr lang="en-US" sz="1000" dirty="0">
                        <a:latin typeface="+mn-lt"/>
                      </a:endParaRPr>
                    </a:p>
                  </a:txBody>
                  <a:tcPr anchor="ctr"/>
                </a:tc>
                <a:tc>
                  <a:txBody>
                    <a:bodyPr/>
                    <a:lstStyle/>
                    <a:p>
                      <a:pPr marL="0">
                        <a:defRPr/>
                      </a:pPr>
                      <a:r>
                        <a:rPr lang="en-US" altLang="en-US" sz="1000" dirty="0">
                          <a:solidFill>
                            <a:schemeClr val="dk1"/>
                          </a:solidFill>
                          <a:latin typeface="+mn-lt"/>
                          <a:ea typeface="+mn-ea"/>
                          <a:cs typeface="+mn-cs"/>
                        </a:rPr>
                        <a:t>Complete all the analysis</a:t>
                      </a:r>
                    </a:p>
                  </a:txBody>
                  <a:tcPr marL="121920" marR="121920" anchor="ctr"/>
                </a:tc>
                <a:tc>
                  <a:txBody>
                    <a:bodyPr/>
                    <a:lstStyle/>
                    <a:p>
                      <a:pPr algn="ctr"/>
                      <a:r>
                        <a:rPr lang="en-US" sz="1000" dirty="0"/>
                        <a:t>29-Jan-2020</a:t>
                      </a:r>
                      <a:endParaRPr lang="en-US" sz="1000" dirty="0">
                        <a:latin typeface="+mn-lt"/>
                      </a:endParaRPr>
                    </a:p>
                  </a:txBody>
                  <a:tcPr marL="121920" marR="121920" anchor="ctr"/>
                </a:tc>
                <a:tc>
                  <a:txBody>
                    <a:bodyPr/>
                    <a:lstStyle/>
                    <a:p>
                      <a:pPr algn="ctr"/>
                      <a:r>
                        <a:rPr lang="en-US" sz="1000" dirty="0"/>
                        <a:t>28-Feb-2020</a:t>
                      </a:r>
                      <a:endParaRPr lang="en-US" sz="1000" dirty="0">
                        <a:latin typeface="+mn-lt"/>
                      </a:endParaRPr>
                    </a:p>
                  </a:txBody>
                  <a:tcPr marL="121920" marR="121920" anchor="ctr"/>
                </a:tc>
                <a:tc>
                  <a:txBody>
                    <a:bodyPr/>
                    <a:lstStyle/>
                    <a:p>
                      <a:pPr algn="ctr"/>
                      <a:r>
                        <a:rPr lang="en-US" sz="1000" dirty="0"/>
                        <a:t>29-Jan-2020</a:t>
                      </a:r>
                      <a:endParaRPr lang="en-US" sz="1000" dirty="0">
                        <a:latin typeface="+mn-lt"/>
                      </a:endParaRPr>
                    </a:p>
                  </a:txBody>
                  <a:tcPr marL="121920" marR="121920" anchor="ctr"/>
                </a:tc>
                <a:tc>
                  <a:txBody>
                    <a:bodyPr/>
                    <a:lstStyle/>
                    <a:p>
                      <a:pPr algn="ctr"/>
                      <a:r>
                        <a:rPr lang="en-US" sz="1000" dirty="0"/>
                        <a:t>28-Feb-2020</a:t>
                      </a:r>
                      <a:endParaRPr lang="en-US" sz="1000" dirty="0">
                        <a:latin typeface="+mn-lt"/>
                      </a:endParaRPr>
                    </a:p>
                  </a:txBody>
                  <a:tcPr marL="121920" marR="121920" anchor="ctr"/>
                </a:tc>
                <a:extLst>
                  <a:ext uri="{0D108BD9-81ED-4DB2-BD59-A6C34878D82A}">
                    <a16:rowId xmlns:a16="http://schemas.microsoft.com/office/drawing/2014/main" val="10002"/>
                  </a:ext>
                </a:extLst>
              </a:tr>
              <a:tr h="295275">
                <a:tc vMerge="1">
                  <a:txBody>
                    <a:bodyPr/>
                    <a:lstStyle/>
                    <a:p>
                      <a:pPr algn="ctr"/>
                      <a:endParaRPr lang="en-US" sz="1000" dirty="0">
                        <a:latin typeface="+mn-lt"/>
                      </a:endParaRPr>
                    </a:p>
                  </a:txBody>
                  <a:tcPr anchor="ctr"/>
                </a:tc>
                <a:tc>
                  <a:txBody>
                    <a:bodyPr/>
                    <a:lstStyle/>
                    <a:p>
                      <a:pPr>
                        <a:defRPr/>
                      </a:pPr>
                      <a:r>
                        <a:rPr lang="en-US" sz="1000" dirty="0">
                          <a:solidFill>
                            <a:schemeClr val="dk1"/>
                          </a:solidFill>
                          <a:latin typeface="+mn-lt"/>
                          <a:ea typeface="+mn-ea"/>
                          <a:cs typeface="+mn-cs"/>
                        </a:rPr>
                        <a:t>Complete the </a:t>
                      </a:r>
                      <a:r>
                        <a:rPr lang="en-US" sz="1000" dirty="0" err="1">
                          <a:solidFill>
                            <a:schemeClr val="dk1"/>
                          </a:solidFill>
                          <a:latin typeface="+mn-lt"/>
                          <a:ea typeface="+mn-ea"/>
                          <a:cs typeface="+mn-cs"/>
                        </a:rPr>
                        <a:t>Boomi</a:t>
                      </a:r>
                      <a:r>
                        <a:rPr lang="en-US" sz="1000" dirty="0">
                          <a:solidFill>
                            <a:schemeClr val="dk1"/>
                          </a:solidFill>
                          <a:latin typeface="+mn-lt"/>
                          <a:ea typeface="+mn-ea"/>
                          <a:cs typeface="+mn-cs"/>
                        </a:rPr>
                        <a:t> Development</a:t>
                      </a: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02-Mar-2020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15-Apr-2020</a:t>
                      </a:r>
                      <a:endParaRPr lang="en-US" sz="1000" b="1"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02-Mar-2020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0" dirty="0"/>
                        <a:t>15-Apr-2020</a:t>
                      </a:r>
                      <a:endParaRPr lang="en-US" sz="1000" b="0" dirty="0">
                        <a:latin typeface="+mn-lt"/>
                      </a:endParaRPr>
                    </a:p>
                  </a:txBody>
                  <a:tcPr marL="121920" marR="121920" anchor="ctr"/>
                </a:tc>
                <a:extLst>
                  <a:ext uri="{0D108BD9-81ED-4DB2-BD59-A6C34878D82A}">
                    <a16:rowId xmlns:a16="http://schemas.microsoft.com/office/drawing/2014/main" val="10003"/>
                  </a:ext>
                </a:extLst>
              </a:tr>
              <a:tr h="295275">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Review</a:t>
                      </a:r>
                      <a:r>
                        <a:rPr lang="en-US" sz="1000" baseline="0" dirty="0">
                          <a:latin typeface="+mn-lt"/>
                        </a:rPr>
                        <a:t>/Testing</a:t>
                      </a:r>
                      <a:endParaRPr lang="en-US" sz="1000" dirty="0">
                        <a:latin typeface="+mn-lt"/>
                      </a:endParaRPr>
                    </a:p>
                  </a:txBody>
                  <a:tcPr marL="121920" marR="121920" anchor="ctr"/>
                </a:tc>
                <a:tc>
                  <a:txBody>
                    <a:bodyPr/>
                    <a:lstStyle/>
                    <a:p>
                      <a:r>
                        <a:rPr lang="en-US" altLang="en-US" sz="1000" dirty="0">
                          <a:solidFill>
                            <a:schemeClr val="dk1"/>
                          </a:solidFill>
                          <a:latin typeface="+mn-lt"/>
                          <a:ea typeface="+mn-ea"/>
                          <a:cs typeface="+mn-cs"/>
                        </a:rPr>
                        <a:t>Complete all the testing and reviews</a:t>
                      </a:r>
                    </a:p>
                  </a:txBody>
                  <a:tcPr marL="121920" marR="121920" anchor="ctr"/>
                </a:tc>
                <a:tc>
                  <a:txBody>
                    <a:bodyPr/>
                    <a:lstStyle/>
                    <a:p>
                      <a:pPr algn="ctr"/>
                      <a:r>
                        <a:rPr lang="en-US" sz="1000" dirty="0"/>
                        <a:t>16-Apr-2020</a:t>
                      </a:r>
                      <a:endParaRPr lang="en-US" sz="1000" b="1" dirty="0">
                        <a:latin typeface="+mn-lt"/>
                      </a:endParaRPr>
                    </a:p>
                  </a:txBody>
                  <a:tcPr marL="121920" marR="121920" anchor="ctr"/>
                </a:tc>
                <a:tc>
                  <a:txBody>
                    <a:bodyPr/>
                    <a:lstStyle/>
                    <a:p>
                      <a:pPr algn="ctr"/>
                      <a:r>
                        <a:rPr lang="en-US" sz="1000" dirty="0"/>
                        <a:t>15-May-2020</a:t>
                      </a:r>
                      <a:endParaRPr lang="en-US" sz="1000" dirty="0">
                        <a:latin typeface="+mn-lt"/>
                      </a:endParaRPr>
                    </a:p>
                  </a:txBody>
                  <a:tcPr marL="121920" marR="121920" anchor="ctr"/>
                </a:tc>
                <a:tc>
                  <a:txBody>
                    <a:bodyPr/>
                    <a:lstStyle/>
                    <a:p>
                      <a:pPr algn="ctr"/>
                      <a:r>
                        <a:rPr lang="en-US" sz="1000" b="0" dirty="0"/>
                        <a:t>16-Apr-2020</a:t>
                      </a:r>
                      <a:endParaRPr lang="en-US" sz="1000" b="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15-May-2020</a:t>
                      </a:r>
                      <a:endParaRPr lang="en-US" sz="1000" dirty="0">
                        <a:latin typeface="+mn-lt"/>
                      </a:endParaRPr>
                    </a:p>
                  </a:txBody>
                  <a:tcPr marL="121920" marR="121920" anchor="ctr"/>
                </a:tc>
                <a:extLst>
                  <a:ext uri="{0D108BD9-81ED-4DB2-BD59-A6C34878D82A}">
                    <a16:rowId xmlns:a16="http://schemas.microsoft.com/office/drawing/2014/main" val="10004"/>
                  </a:ext>
                </a:extLst>
              </a:tr>
              <a:tr h="295275">
                <a:tc vMerge="1">
                  <a:txBody>
                    <a:bodyPr/>
                    <a:lstStyle/>
                    <a:p>
                      <a:pPr algn="ctr"/>
                      <a:endParaRPr lang="en-US" sz="1000" dirty="0">
                        <a:latin typeface="+mn-lt"/>
                      </a:endParaRPr>
                    </a:p>
                  </a:txBody>
                  <a:tcPr anchor="ctr"/>
                </a:tc>
                <a:tc>
                  <a:txBody>
                    <a:bodyPr/>
                    <a:lstStyle/>
                    <a:p>
                      <a:r>
                        <a:rPr lang="en-US" altLang="en-US" sz="1000" dirty="0">
                          <a:solidFill>
                            <a:schemeClr val="dk1"/>
                          </a:solidFill>
                          <a:latin typeface="+mn-lt"/>
                          <a:ea typeface="+mn-ea"/>
                          <a:cs typeface="+mn-cs"/>
                        </a:rPr>
                        <a:t>Send for production deployment  Approval</a:t>
                      </a:r>
                    </a:p>
                  </a:txBody>
                  <a:tcPr marL="121920" marR="121920" anchor="ctr"/>
                </a:tc>
                <a:tc>
                  <a:txBody>
                    <a:bodyPr/>
                    <a:lstStyle/>
                    <a:p>
                      <a:pPr algn="ctr"/>
                      <a:r>
                        <a:rPr lang="en-US" sz="1000" dirty="0"/>
                        <a:t>16-May-2020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28-Sep-2020</a:t>
                      </a:r>
                      <a:endParaRPr lang="en-US" sz="1000" b="1"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16-May-2020</a:t>
                      </a:r>
                      <a:endParaRPr lang="en-US" sz="1000" dirty="0">
                        <a:latin typeface="+mn-lt"/>
                      </a:endParaRPr>
                    </a:p>
                  </a:txBody>
                  <a:tcPr marL="121920" marR="121920" anchor="ctr"/>
                </a:tc>
                <a:tc>
                  <a:txBody>
                    <a:bodyPr/>
                    <a:lstStyle/>
                    <a:p>
                      <a:pPr algn="ctr"/>
                      <a:r>
                        <a:rPr lang="en-US" sz="1000" b="0" dirty="0"/>
                        <a:t>28-Sep-2020</a:t>
                      </a:r>
                      <a:endParaRPr lang="en-US" sz="1000" b="0" dirty="0">
                        <a:latin typeface="+mn-lt"/>
                      </a:endParaRPr>
                    </a:p>
                  </a:txBody>
                  <a:tcPr marL="121920" marR="121920" anchor="ctr"/>
                </a:tc>
                <a:extLst>
                  <a:ext uri="{0D108BD9-81ED-4DB2-BD59-A6C34878D82A}">
                    <a16:rowId xmlns:a16="http://schemas.microsoft.com/office/drawing/2014/main" val="10007"/>
                  </a:ext>
                </a:extLst>
              </a:tr>
              <a:tr h="295275">
                <a:tc>
                  <a:txBody>
                    <a:bodyPr/>
                    <a:lstStyle/>
                    <a:p>
                      <a:pPr algn="ctr"/>
                      <a:r>
                        <a:rPr lang="en-US" sz="1000" dirty="0"/>
                        <a:t>Closure</a:t>
                      </a:r>
                      <a:endParaRPr lang="en-US" sz="1000" dirty="0">
                        <a:latin typeface="+mn-lt"/>
                      </a:endParaRPr>
                    </a:p>
                  </a:txBody>
                  <a:tcPr marL="121920" marR="121920" anchor="ctr"/>
                </a:tc>
                <a:tc>
                  <a:txBody>
                    <a:bodyPr/>
                    <a:lstStyle/>
                    <a:p>
                      <a:r>
                        <a:rPr lang="en-US" altLang="en-US" sz="1000" dirty="0">
                          <a:solidFill>
                            <a:schemeClr val="dk1"/>
                          </a:solidFill>
                          <a:latin typeface="+mn-lt"/>
                          <a:ea typeface="+mn-ea"/>
                          <a:cs typeface="+mn-cs"/>
                        </a:rPr>
                        <a:t>Go Live</a:t>
                      </a:r>
                    </a:p>
                  </a:txBody>
                  <a:tcPr marL="121920" marR="121920" anchor="ctr"/>
                </a:tc>
                <a:tc>
                  <a:txBody>
                    <a:bodyPr/>
                    <a:lstStyle/>
                    <a:p>
                      <a:pPr algn="ctr"/>
                      <a:r>
                        <a:rPr lang="en-US" sz="1000" dirty="0"/>
                        <a:t>29-Sep-2020</a:t>
                      </a:r>
                      <a:endParaRPr lang="en-US" sz="1000" b="1" dirty="0">
                        <a:latin typeface="+mn-lt"/>
                      </a:endParaRPr>
                    </a:p>
                  </a:txBody>
                  <a:tcPr marL="121920" marR="121920" anchor="ctr"/>
                </a:tc>
                <a:tc>
                  <a:txBody>
                    <a:bodyPr/>
                    <a:lstStyle/>
                    <a:p>
                      <a:pPr algn="ctr"/>
                      <a:r>
                        <a:rPr lang="en-US" sz="1000" dirty="0"/>
                        <a:t>30-Oct-2020</a:t>
                      </a:r>
                      <a:endParaRPr lang="en-US" sz="1000" b="1" dirty="0">
                        <a:latin typeface="+mn-lt"/>
                      </a:endParaRPr>
                    </a:p>
                  </a:txBody>
                  <a:tcPr marL="121920" marR="121920" anchor="ctr"/>
                </a:tc>
                <a:tc>
                  <a:txBody>
                    <a:bodyPr/>
                    <a:lstStyle/>
                    <a:p>
                      <a:pPr algn="ctr"/>
                      <a:r>
                        <a:rPr lang="en-US" sz="1000" dirty="0"/>
                        <a:t>29-Sep-2020</a:t>
                      </a:r>
                      <a:endParaRPr lang="en-US" sz="1000" b="1" dirty="0">
                        <a:latin typeface="+mn-lt"/>
                      </a:endParaRPr>
                    </a:p>
                  </a:txBody>
                  <a:tcPr marL="121920" marR="121920" anchor="ctr"/>
                </a:tc>
                <a:tc>
                  <a:txBody>
                    <a:bodyPr/>
                    <a:lstStyle/>
                    <a:p>
                      <a:pPr algn="ctr"/>
                      <a:r>
                        <a:rPr lang="en-US" sz="1000" dirty="0"/>
                        <a:t>30-Oct-2020</a:t>
                      </a:r>
                      <a:endParaRPr lang="en-US" sz="1000" b="1" dirty="0">
                        <a:latin typeface="+mn-lt"/>
                      </a:endParaRPr>
                    </a:p>
                  </a:txBody>
                  <a:tcPr marL="121920" marR="12192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2771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393625"/>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Communication Plan</a:t>
            </a:r>
            <a:endParaRPr lang="en-IN" sz="2000" dirty="0">
              <a:solidFill>
                <a:srgbClr val="0070C0"/>
              </a:solidFill>
              <a:latin typeface="Trebuchet MS"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341321871"/>
              </p:ext>
            </p:extLst>
          </p:nvPr>
        </p:nvGraphicFramePr>
        <p:xfrm>
          <a:off x="609599" y="1009404"/>
          <a:ext cx="11176000" cy="5544877"/>
        </p:xfrm>
        <a:graphic>
          <a:graphicData uri="http://schemas.openxmlformats.org/drawingml/2006/table">
            <a:tbl>
              <a:tblPr/>
              <a:tblGrid>
                <a:gridCol w="1915169">
                  <a:extLst>
                    <a:ext uri="{9D8B030D-6E8A-4147-A177-3AD203B41FA5}">
                      <a16:colId xmlns:a16="http://schemas.microsoft.com/office/drawing/2014/main" val="20000"/>
                    </a:ext>
                  </a:extLst>
                </a:gridCol>
                <a:gridCol w="1498575">
                  <a:extLst>
                    <a:ext uri="{9D8B030D-6E8A-4147-A177-3AD203B41FA5}">
                      <a16:colId xmlns:a16="http://schemas.microsoft.com/office/drawing/2014/main" val="20001"/>
                    </a:ext>
                  </a:extLst>
                </a:gridCol>
                <a:gridCol w="2138184">
                  <a:extLst>
                    <a:ext uri="{9D8B030D-6E8A-4147-A177-3AD203B41FA5}">
                      <a16:colId xmlns:a16="http://schemas.microsoft.com/office/drawing/2014/main" val="20002"/>
                    </a:ext>
                  </a:extLst>
                </a:gridCol>
                <a:gridCol w="2779273">
                  <a:extLst>
                    <a:ext uri="{9D8B030D-6E8A-4147-A177-3AD203B41FA5}">
                      <a16:colId xmlns:a16="http://schemas.microsoft.com/office/drawing/2014/main" val="20003"/>
                    </a:ext>
                  </a:extLst>
                </a:gridCol>
                <a:gridCol w="1500839">
                  <a:extLst>
                    <a:ext uri="{9D8B030D-6E8A-4147-A177-3AD203B41FA5}">
                      <a16:colId xmlns:a16="http://schemas.microsoft.com/office/drawing/2014/main" val="20004"/>
                    </a:ext>
                  </a:extLst>
                </a:gridCol>
                <a:gridCol w="1343960">
                  <a:extLst>
                    <a:ext uri="{9D8B030D-6E8A-4147-A177-3AD203B41FA5}">
                      <a16:colId xmlns:a16="http://schemas.microsoft.com/office/drawing/2014/main" val="20005"/>
                    </a:ext>
                  </a:extLst>
                </a:gridCol>
              </a:tblGrid>
              <a:tr h="488220">
                <a:tc>
                  <a:txBody>
                    <a:bodyPr/>
                    <a:lstStyle/>
                    <a:p>
                      <a:pPr algn="ctr" rtl="0" fontAlgn="ctr"/>
                      <a:r>
                        <a:rPr lang="en-US" sz="1400" b="1" i="0" u="none" strike="noStrike" dirty="0">
                          <a:solidFill>
                            <a:schemeClr val="bg1"/>
                          </a:solidFill>
                          <a:effectLst/>
                          <a:latin typeface="Calibri" panose="020F0502020204030204" pitchFamily="34" charset="0"/>
                        </a:rPr>
                        <a:t>Event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400" b="1" i="0" u="none" strike="noStrike" dirty="0">
                          <a:solidFill>
                            <a:schemeClr val="bg1"/>
                          </a:solidFill>
                          <a:effectLst/>
                          <a:latin typeface="Calibri" panose="020F0502020204030204" pitchFamily="34" charset="0"/>
                        </a:rPr>
                        <a:t>Responsibility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400" b="1" i="0" u="none" strike="noStrike" dirty="0">
                          <a:solidFill>
                            <a:schemeClr val="bg1"/>
                          </a:solidFill>
                          <a:effectLst/>
                          <a:latin typeface="Calibri" panose="020F0502020204030204" pitchFamily="34" charset="0"/>
                        </a:rPr>
                        <a:t>Message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400" b="1" i="0" u="none" strike="noStrike" dirty="0">
                          <a:solidFill>
                            <a:schemeClr val="bg1"/>
                          </a:solidFill>
                          <a:effectLst/>
                          <a:latin typeface="Calibri" panose="020F0502020204030204" pitchFamily="34" charset="0"/>
                        </a:rPr>
                        <a:t>Audience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400" b="1" i="0" u="none" strike="noStrike" dirty="0">
                          <a:solidFill>
                            <a:schemeClr val="bg1"/>
                          </a:solidFill>
                          <a:effectLst/>
                          <a:latin typeface="Calibri" panose="020F0502020204030204" pitchFamily="34" charset="0"/>
                        </a:rPr>
                        <a:t>Frequency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gn="ctr" rtl="0" fontAlgn="ctr"/>
                      <a:r>
                        <a:rPr lang="en-US" sz="1400" b="1" i="0" u="none" strike="noStrike" dirty="0">
                          <a:solidFill>
                            <a:schemeClr val="bg1"/>
                          </a:solidFill>
                          <a:effectLst/>
                          <a:latin typeface="Calibri" panose="020F0502020204030204" pitchFamily="34" charset="0"/>
                        </a:rPr>
                        <a:t>Date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1169376">
                <a:tc>
                  <a:txBody>
                    <a:bodyPr/>
                    <a:lstStyle/>
                    <a:p>
                      <a:pPr algn="l" rtl="0" fontAlgn="ctr"/>
                      <a:r>
                        <a:rPr lang="en-US" sz="1400" b="0" i="0" u="none" strike="noStrike" dirty="0">
                          <a:solidFill>
                            <a:srgbClr val="000000"/>
                          </a:solidFill>
                          <a:effectLst/>
                          <a:latin typeface="Calibri" panose="020F0502020204030204" pitchFamily="34" charset="0"/>
                        </a:rPr>
                        <a:t>Kick Off Meeting</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Vivek Singh</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Discussion on project Initiation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a:r>
                        <a:rPr lang="en-US" sz="1400" dirty="0">
                          <a:latin typeface="Calibri" panose="020F0502020204030204" pitchFamily="34" charset="0"/>
                        </a:rPr>
                        <a:t>Snr HRIS Program Manager, HR Operations - LAM Research</a:t>
                      </a:r>
                    </a:p>
                    <a:p>
                      <a:pPr algn="l"/>
                      <a:r>
                        <a:rPr lang="en-US" sz="1400" dirty="0">
                          <a:latin typeface="Calibri" panose="020F0502020204030204" pitchFamily="34" charset="0"/>
                        </a:rPr>
                        <a:t>AVP, Capital Markets Platforms – Genpact;</a:t>
                      </a:r>
                    </a:p>
                    <a:p>
                      <a:pPr algn="l" rtl="0" fontAlgn="ctr"/>
                      <a:r>
                        <a:rPr lang="en-US" sz="1400" b="0" i="0" u="none" strike="noStrike" baseline="0" dirty="0">
                          <a:solidFill>
                            <a:srgbClr val="000000"/>
                          </a:solidFill>
                          <a:effectLst/>
                          <a:latin typeface="Calibri" panose="020F0502020204030204" pitchFamily="34" charset="0"/>
                        </a:rPr>
                        <a:t>Mentor;</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One time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01-Jan-2020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0001"/>
                  </a:ext>
                </a:extLst>
              </a:tr>
              <a:tr h="685800">
                <a:tc>
                  <a:txBody>
                    <a:bodyPr/>
                    <a:lstStyle/>
                    <a:p>
                      <a:pPr algn="l" rtl="0" fontAlgn="ctr"/>
                      <a:r>
                        <a:rPr lang="en-US" sz="1400" b="0" i="0" u="none" strike="noStrike" dirty="0">
                          <a:solidFill>
                            <a:srgbClr val="000000"/>
                          </a:solidFill>
                          <a:effectLst/>
                          <a:latin typeface="Calibri" panose="020F0502020204030204" pitchFamily="34" charset="0"/>
                        </a:rPr>
                        <a:t>Governance</a:t>
                      </a:r>
                      <a:r>
                        <a:rPr lang="en-US" sz="1400" b="0" i="0" u="none" strike="noStrike" baseline="0" dirty="0">
                          <a:solidFill>
                            <a:srgbClr val="000000"/>
                          </a:solidFill>
                          <a:effectLst/>
                          <a:latin typeface="Calibri" panose="020F0502020204030204" pitchFamily="34" charset="0"/>
                        </a:rPr>
                        <a:t> Call</a:t>
                      </a: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Vivek Singh</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Progress Updates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dirty="0">
                          <a:latin typeface="Calibri" panose="020F0502020204030204" pitchFamily="34" charset="0"/>
                        </a:rPr>
                        <a:t>Snr HRIS Program Manager</a:t>
                      </a:r>
                      <a:r>
                        <a:rPr lang="en-US" sz="1400" baseline="0" dirty="0">
                          <a:latin typeface="Calibri" panose="020F0502020204030204" pitchFamily="34" charset="0"/>
                        </a:rPr>
                        <a:t>– Lam Research</a:t>
                      </a:r>
                      <a:endParaRPr lang="en-US" sz="1400" dirty="0">
                        <a:latin typeface="Calibri" panose="020F0502020204030204" pitchFamily="34" charset="0"/>
                      </a:endParaRPr>
                    </a:p>
                    <a:p>
                      <a:pPr algn="l" rtl="0" fontAlgn="ctr"/>
                      <a:r>
                        <a:rPr lang="en-US" sz="1400" b="0" i="0" u="none" strike="noStrike" baseline="0" dirty="0">
                          <a:solidFill>
                            <a:srgbClr val="000000"/>
                          </a:solidFill>
                          <a:effectLst/>
                          <a:latin typeface="Calibri" panose="020F0502020204030204" pitchFamily="34" charset="0"/>
                        </a:rPr>
                        <a:t>Mentor;</a:t>
                      </a:r>
                    </a:p>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baseline="0" dirty="0">
                          <a:solidFill>
                            <a:srgbClr val="000000"/>
                          </a:solidFill>
                          <a:effectLst/>
                          <a:latin typeface="Calibri" panose="020F0502020204030204" pitchFamily="34" charset="0"/>
                        </a:rPr>
                        <a:t>Project Team</a:t>
                      </a: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Monthly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Fe</a:t>
                      </a:r>
                      <a:r>
                        <a:rPr lang="en-US" sz="1400" b="0" i="0" u="none" strike="noStrike" baseline="0" dirty="0">
                          <a:solidFill>
                            <a:srgbClr val="000000"/>
                          </a:solidFill>
                          <a:effectLst/>
                          <a:latin typeface="Calibri" panose="020F0502020204030204" pitchFamily="34" charset="0"/>
                        </a:rPr>
                        <a:t>b</a:t>
                      </a:r>
                      <a:r>
                        <a:rPr lang="en-US" sz="1400" b="0" i="0" u="none" strike="noStrike" dirty="0">
                          <a:solidFill>
                            <a:srgbClr val="000000"/>
                          </a:solidFill>
                          <a:effectLst/>
                          <a:latin typeface="Calibri" panose="020F0502020204030204" pitchFamily="34" charset="0"/>
                        </a:rPr>
                        <a:t>’2020 Onwards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0005"/>
                  </a:ext>
                </a:extLst>
              </a:tr>
              <a:tr h="990600">
                <a:tc>
                  <a:txBody>
                    <a:bodyPr/>
                    <a:lstStyle/>
                    <a:p>
                      <a:pPr algn="l" rtl="0" fontAlgn="ctr"/>
                      <a:r>
                        <a:rPr lang="en-US" sz="1400" b="0" i="0" u="none" strike="noStrike" dirty="0">
                          <a:solidFill>
                            <a:srgbClr val="000000"/>
                          </a:solidFill>
                          <a:effectLst/>
                          <a:latin typeface="Calibri" panose="020F0502020204030204" pitchFamily="34" charset="0"/>
                        </a:rPr>
                        <a:t>BB Status Meeting</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Vivek Singh</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Discussion on project progress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baseline="0" dirty="0">
                          <a:solidFill>
                            <a:srgbClr val="000000"/>
                          </a:solidFill>
                          <a:effectLst/>
                          <a:latin typeface="Calibri" panose="020F0502020204030204" pitchFamily="34" charset="0"/>
                        </a:rPr>
                        <a:t>Mentor;</a:t>
                      </a:r>
                    </a:p>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baseline="0" dirty="0">
                          <a:solidFill>
                            <a:srgbClr val="000000"/>
                          </a:solidFill>
                          <a:effectLst/>
                          <a:latin typeface="Calibri" panose="020F0502020204030204" pitchFamily="34" charset="0"/>
                        </a:rPr>
                        <a:t>Project Team</a:t>
                      </a: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baseline="0" dirty="0">
                          <a:solidFill>
                            <a:srgbClr val="000000"/>
                          </a:solidFill>
                          <a:effectLst/>
                          <a:latin typeface="Calibri" panose="020F0502020204030204" pitchFamily="34" charset="0"/>
                        </a:rPr>
                        <a:t>Weekly</a:t>
                      </a: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Ongoing</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0002"/>
                  </a:ext>
                </a:extLst>
              </a:tr>
              <a:tr h="1066800">
                <a:tc>
                  <a:txBody>
                    <a:bodyPr/>
                    <a:lstStyle/>
                    <a:p>
                      <a:pPr algn="l" rtl="0" fontAlgn="ctr"/>
                      <a:r>
                        <a:rPr lang="en-US" sz="1400" b="0" i="0" u="none" strike="noStrike" dirty="0">
                          <a:solidFill>
                            <a:srgbClr val="000000"/>
                          </a:solidFill>
                          <a:effectLst/>
                          <a:latin typeface="Calibri" panose="020F0502020204030204" pitchFamily="34" charset="0"/>
                        </a:rPr>
                        <a:t>Phase Completion</a:t>
                      </a:r>
                      <a:r>
                        <a:rPr lang="en-US" sz="1400" b="0" i="0" u="none" strike="noStrike" baseline="0" dirty="0">
                          <a:solidFill>
                            <a:srgbClr val="000000"/>
                          </a:solidFill>
                          <a:effectLst/>
                          <a:latin typeface="Calibri" panose="020F0502020204030204" pitchFamily="34" charset="0"/>
                        </a:rPr>
                        <a:t> Review</a:t>
                      </a: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Vivek Singh</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Discussion on project Phase completion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baseline="0" dirty="0">
                          <a:solidFill>
                            <a:srgbClr val="000000"/>
                          </a:solidFill>
                          <a:effectLst/>
                          <a:latin typeface="Calibri" panose="020F0502020204030204" pitchFamily="34" charset="0"/>
                        </a:rPr>
                        <a:t>Mentor;  </a:t>
                      </a:r>
                    </a:p>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baseline="0" dirty="0">
                          <a:solidFill>
                            <a:srgbClr val="000000"/>
                          </a:solidFill>
                          <a:effectLst/>
                          <a:latin typeface="Calibri" panose="020F0502020204030204" pitchFamily="34" charset="0"/>
                        </a:rPr>
                        <a:t>Master Coach</a:t>
                      </a: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Phase Completion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May’2020;</a:t>
                      </a:r>
                    </a:p>
                    <a:p>
                      <a:pPr algn="ctr" rtl="0" fontAlgn="ctr"/>
                      <a:r>
                        <a:rPr lang="en-US" sz="1400" b="0" i="0" u="none" strike="noStrike" dirty="0">
                          <a:solidFill>
                            <a:srgbClr val="000000"/>
                          </a:solidFill>
                          <a:effectLst/>
                          <a:latin typeface="Calibri" panose="020F0502020204030204" pitchFamily="34" charset="0"/>
                        </a:rPr>
                        <a:t>Jun’2020;</a:t>
                      </a:r>
                    </a:p>
                    <a:p>
                      <a:pPr algn="ctr" rtl="0" fontAlgn="ctr"/>
                      <a:r>
                        <a:rPr lang="en-US" sz="1400" b="0" i="0" u="none" strike="noStrike" dirty="0">
                          <a:solidFill>
                            <a:srgbClr val="000000"/>
                          </a:solidFill>
                          <a:effectLst/>
                          <a:latin typeface="Calibri" panose="020F0502020204030204" pitchFamily="34" charset="0"/>
                        </a:rPr>
                        <a:t>Jul’2020</a:t>
                      </a:r>
                    </a:p>
                    <a:p>
                      <a:pPr algn="ctr" rtl="0" fontAlgn="ct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0003"/>
                  </a:ext>
                </a:extLst>
              </a:tr>
              <a:tr h="976441">
                <a:tc>
                  <a:txBody>
                    <a:bodyPr/>
                    <a:lstStyle/>
                    <a:p>
                      <a:pPr algn="l" rtl="0" fontAlgn="ctr"/>
                      <a:r>
                        <a:rPr lang="en-US" sz="1400" b="0" i="0" u="none" strike="noStrike" dirty="0">
                          <a:solidFill>
                            <a:srgbClr val="000000"/>
                          </a:solidFill>
                          <a:effectLst/>
                          <a:latin typeface="Calibri" panose="020F0502020204030204" pitchFamily="34" charset="0"/>
                        </a:rPr>
                        <a:t>Panel Review</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Vivek Singh</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l" rtl="0" fontAlgn="ctr"/>
                      <a:r>
                        <a:rPr lang="en-US" sz="1400" b="0" i="0" u="none" strike="noStrike" dirty="0">
                          <a:solidFill>
                            <a:srgbClr val="000000"/>
                          </a:solidFill>
                          <a:effectLst/>
                          <a:latin typeface="Calibri" panose="020F0502020204030204" pitchFamily="34" charset="0"/>
                        </a:rPr>
                        <a:t>Project review</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baseline="0" dirty="0">
                          <a:solidFill>
                            <a:srgbClr val="000000"/>
                          </a:solidFill>
                          <a:effectLst/>
                          <a:latin typeface="Calibri" panose="020F0502020204030204" pitchFamily="34" charset="0"/>
                        </a:rPr>
                        <a:t>Mentor; </a:t>
                      </a:r>
                    </a:p>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baseline="0" dirty="0">
                          <a:solidFill>
                            <a:srgbClr val="000000"/>
                          </a:solidFill>
                          <a:effectLst/>
                          <a:latin typeface="Calibri" panose="020F0502020204030204" pitchFamily="34" charset="0"/>
                        </a:rPr>
                        <a:t>Master Coach;</a:t>
                      </a:r>
                    </a:p>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baseline="0" dirty="0">
                          <a:solidFill>
                            <a:srgbClr val="000000"/>
                          </a:solidFill>
                          <a:effectLst/>
                          <a:latin typeface="Calibri" panose="020F0502020204030204" pitchFamily="34" charset="0"/>
                        </a:rPr>
                        <a:t>Quality Leader</a:t>
                      </a:r>
                      <a:endParaRPr lang="en-US" sz="14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One time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algn="ctr" rtl="0" fontAlgn="ctr"/>
                      <a:r>
                        <a:rPr lang="en-US" sz="1400" b="0" i="0" u="none" strike="noStrike" dirty="0">
                          <a:solidFill>
                            <a:srgbClr val="000000"/>
                          </a:solidFill>
                          <a:effectLst/>
                          <a:latin typeface="Calibri" panose="020F0502020204030204" pitchFamily="34" charset="0"/>
                        </a:rPr>
                        <a:t>Jul’2020;</a:t>
                      </a:r>
                    </a:p>
                    <a:p>
                      <a:pPr algn="ctr" rtl="0" fontAlgn="ctr"/>
                      <a:r>
                        <a:rPr lang="en-US" sz="1400" b="0" i="0" u="none" strike="noStrike" dirty="0">
                          <a:solidFill>
                            <a:srgbClr val="000000"/>
                          </a:solidFill>
                          <a:effectLst/>
                          <a:latin typeface="Calibri" panose="020F0502020204030204" pitchFamily="34" charset="0"/>
                        </a:rPr>
                        <a:t>Oct’ 2020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68339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45422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Benefits from Project</a:t>
            </a:r>
            <a:endParaRPr lang="en-IN" sz="2000" dirty="0">
              <a:solidFill>
                <a:srgbClr val="FF0000"/>
              </a:solidFill>
              <a:latin typeface="Trebuchet MS" pitchFamily="34" charset="0"/>
            </a:endParaRPr>
          </a:p>
        </p:txBody>
      </p:sp>
      <p:sp>
        <p:nvSpPr>
          <p:cNvPr id="2" name="TextBox 1"/>
          <p:cNvSpPr txBox="1"/>
          <p:nvPr/>
        </p:nvSpPr>
        <p:spPr>
          <a:xfrm>
            <a:off x="325770" y="1066562"/>
            <a:ext cx="11755397" cy="2139047"/>
          </a:xfrm>
          <a:prstGeom prst="rect">
            <a:avLst/>
          </a:prstGeom>
          <a:noFill/>
        </p:spPr>
        <p:txBody>
          <a:bodyPr wrap="square" rtlCol="0">
            <a:spAutoFit/>
          </a:bodyPr>
          <a:lstStyle/>
          <a:p>
            <a:r>
              <a:rPr lang="en-US" sz="1400" dirty="0"/>
              <a:t>The Potential benefits from the project delivered with the implementation of BPMS Live would be focused on:</a:t>
            </a:r>
          </a:p>
          <a:p>
            <a:endParaRPr lang="en-US" sz="1400" dirty="0"/>
          </a:p>
          <a:p>
            <a:pPr marL="285750" indent="-285750">
              <a:lnSpc>
                <a:spcPct val="150000"/>
              </a:lnSpc>
              <a:buFont typeface="Arial" panose="020B0604020202020204" pitchFamily="34" charset="0"/>
              <a:buChar char="•"/>
            </a:pPr>
            <a:r>
              <a:rPr lang="en-US" sz="1400" dirty="0"/>
              <a:t>Automation solution removes /reduces the human error in updating the referral amount.</a:t>
            </a:r>
          </a:p>
          <a:p>
            <a:pPr marL="285750" indent="-285750">
              <a:lnSpc>
                <a:spcPct val="150000"/>
              </a:lnSpc>
              <a:buFont typeface="Arial" panose="020B0604020202020204" pitchFamily="34" charset="0"/>
              <a:buChar char="•"/>
            </a:pPr>
            <a:endParaRPr lang="en-US" sz="1400" dirty="0"/>
          </a:p>
          <a:p>
            <a:pPr marL="285750" indent="-285750">
              <a:lnSpc>
                <a:spcPct val="150000"/>
              </a:lnSpc>
              <a:buFont typeface="Arial" panose="020B0604020202020204" pitchFamily="34" charset="0"/>
              <a:buChar char="•"/>
            </a:pPr>
            <a:r>
              <a:rPr lang="en-US" sz="1400" dirty="0"/>
              <a:t>Man hours spent within Business and Genpact HRIS Team will be significantly reduced.</a:t>
            </a:r>
          </a:p>
          <a:p>
            <a:pPr marL="285750" indent="-285750">
              <a:lnSpc>
                <a:spcPct val="150000"/>
              </a:lnSpc>
              <a:buFont typeface="Arial" panose="020B0604020202020204" pitchFamily="34" charset="0"/>
              <a:buChar char="•"/>
            </a:pPr>
            <a:endParaRPr lang="en-US" sz="1400" dirty="0"/>
          </a:p>
          <a:p>
            <a:pPr>
              <a:lnSpc>
                <a:spcPct val="150000"/>
              </a:lnSpc>
            </a:pPr>
            <a:endParaRPr lang="en-US" sz="1400" dirty="0"/>
          </a:p>
        </p:txBody>
      </p:sp>
    </p:spTree>
    <p:extLst>
      <p:ext uri="{BB962C8B-B14F-4D97-AF65-F5344CB8AC3E}">
        <p14:creationId xmlns:p14="http://schemas.microsoft.com/office/powerpoint/2010/main" val="1522930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386736" y="448518"/>
            <a:ext cx="11430125" cy="382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600" b="1">
                <a:solidFill>
                  <a:srgbClr val="3478B6"/>
                </a:solidFill>
                <a:latin typeface="+mj-lt"/>
                <a:ea typeface="+mj-ea"/>
                <a:cs typeface="+mj-cs"/>
              </a:defRPr>
            </a:lvl1pPr>
            <a:lvl2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2pPr>
            <a:lvl3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3pPr>
            <a:lvl4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4pPr>
            <a:lvl5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5pPr>
            <a:lvl6pPr marL="457200" algn="l" rtl="0" fontAlgn="base">
              <a:spcBef>
                <a:spcPct val="0"/>
              </a:spcBef>
              <a:spcAft>
                <a:spcPct val="0"/>
              </a:spcAft>
              <a:defRPr sz="2200" b="1">
                <a:solidFill>
                  <a:srgbClr val="3478B6"/>
                </a:solidFill>
                <a:latin typeface="Arial" charset="0"/>
                <a:ea typeface="ＭＳ Ｐゴシック" charset="-128"/>
              </a:defRPr>
            </a:lvl6pPr>
            <a:lvl7pPr marL="914400" algn="l" rtl="0" fontAlgn="base">
              <a:spcBef>
                <a:spcPct val="0"/>
              </a:spcBef>
              <a:spcAft>
                <a:spcPct val="0"/>
              </a:spcAft>
              <a:defRPr sz="2200" b="1">
                <a:solidFill>
                  <a:srgbClr val="3478B6"/>
                </a:solidFill>
                <a:latin typeface="Arial" charset="0"/>
                <a:ea typeface="ＭＳ Ｐゴシック" charset="-128"/>
              </a:defRPr>
            </a:lvl7pPr>
            <a:lvl8pPr marL="1371600" algn="l" rtl="0" fontAlgn="base">
              <a:spcBef>
                <a:spcPct val="0"/>
              </a:spcBef>
              <a:spcAft>
                <a:spcPct val="0"/>
              </a:spcAft>
              <a:defRPr sz="2200" b="1">
                <a:solidFill>
                  <a:srgbClr val="3478B6"/>
                </a:solidFill>
                <a:latin typeface="Arial" charset="0"/>
                <a:ea typeface="ＭＳ Ｐゴシック" charset="-128"/>
              </a:defRPr>
            </a:lvl8pPr>
            <a:lvl9pPr marL="1828800" algn="l" rtl="0" fontAlgn="base">
              <a:spcBef>
                <a:spcPct val="0"/>
              </a:spcBef>
              <a:spcAft>
                <a:spcPct val="0"/>
              </a:spcAft>
              <a:defRPr sz="2200" b="1">
                <a:solidFill>
                  <a:srgbClr val="3478B6"/>
                </a:solidFill>
                <a:latin typeface="Arial" charset="0"/>
                <a:ea typeface="ＭＳ Ｐゴシック" charset="-128"/>
              </a:defRPr>
            </a:lvl9pPr>
          </a:lstStyle>
          <a:p>
            <a:r>
              <a:rPr lang="en-US" sz="2000" dirty="0">
                <a:solidFill>
                  <a:srgbClr val="0070C0"/>
                </a:solidFill>
                <a:latin typeface="Trebuchet MS" pitchFamily="34" charset="0"/>
                <a:ea typeface="ＭＳ Ｐゴシック" pitchFamily="34" charset="-128"/>
                <a:cs typeface="+mn-cs"/>
              </a:rPr>
              <a:t>Document Process COPIS</a:t>
            </a:r>
          </a:p>
        </p:txBody>
      </p:sp>
      <p:sp>
        <p:nvSpPr>
          <p:cNvPr id="4" name="Rectangle 3"/>
          <p:cNvSpPr>
            <a:spLocks noChangeArrowheads="1"/>
          </p:cNvSpPr>
          <p:nvPr/>
        </p:nvSpPr>
        <p:spPr bwMode="auto">
          <a:xfrm>
            <a:off x="10067121" y="1390106"/>
            <a:ext cx="1767840" cy="929998"/>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5" name="Rectangle 4"/>
          <p:cNvSpPr>
            <a:spLocks noChangeArrowheads="1"/>
          </p:cNvSpPr>
          <p:nvPr/>
        </p:nvSpPr>
        <p:spPr bwMode="auto">
          <a:xfrm>
            <a:off x="345440" y="1427716"/>
            <a:ext cx="1767840" cy="892387"/>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6" name="Rectangle 5"/>
          <p:cNvSpPr>
            <a:spLocks noChangeArrowheads="1"/>
          </p:cNvSpPr>
          <p:nvPr/>
        </p:nvSpPr>
        <p:spPr bwMode="auto">
          <a:xfrm>
            <a:off x="2754016" y="1427716"/>
            <a:ext cx="1767840" cy="892387"/>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8" name="Rectangle 7"/>
          <p:cNvSpPr>
            <a:spLocks noChangeArrowheads="1"/>
          </p:cNvSpPr>
          <p:nvPr/>
        </p:nvSpPr>
        <p:spPr bwMode="auto">
          <a:xfrm>
            <a:off x="416560" y="1528683"/>
            <a:ext cx="1625600" cy="369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lnSpc>
                <a:spcPct val="130000"/>
              </a:lnSpc>
              <a:defRPr/>
            </a:pPr>
            <a:r>
              <a:rPr lang="en-US" sz="1400" i="1" kern="0" dirty="0">
                <a:solidFill>
                  <a:sysClr val="windowText" lastClr="000000"/>
                </a:solidFill>
                <a:ea typeface="ＭＳ Ｐゴシック"/>
              </a:rPr>
              <a:t>Lam Research </a:t>
            </a:r>
          </a:p>
        </p:txBody>
      </p:sp>
      <p:graphicFrame>
        <p:nvGraphicFramePr>
          <p:cNvPr id="9" name="Diagram 8"/>
          <p:cNvGraphicFramePr/>
          <p:nvPr>
            <p:extLst>
              <p:ext uri="{D42A27DB-BD31-4B8C-83A1-F6EECF244321}">
                <p14:modId xmlns:p14="http://schemas.microsoft.com/office/powerpoint/2010/main" val="2688431904"/>
              </p:ext>
            </p:extLst>
          </p:nvPr>
        </p:nvGraphicFramePr>
        <p:xfrm>
          <a:off x="345440" y="1006079"/>
          <a:ext cx="11442699" cy="272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p:cNvSpPr>
            <a:spLocks noChangeArrowheads="1"/>
          </p:cNvSpPr>
          <p:nvPr/>
        </p:nvSpPr>
        <p:spPr bwMode="auto">
          <a:xfrm>
            <a:off x="9992662" y="1418537"/>
            <a:ext cx="1842299" cy="649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lnSpc>
                <a:spcPct val="130000"/>
              </a:lnSpc>
              <a:defRPr/>
            </a:pPr>
            <a:r>
              <a:rPr lang="en-US" sz="1400" i="1" kern="0" dirty="0">
                <a:solidFill>
                  <a:sysClr val="windowText" lastClr="000000"/>
                </a:solidFill>
                <a:ea typeface="ＭＳ Ｐゴシック"/>
              </a:rPr>
              <a:t>Lam Research</a:t>
            </a:r>
          </a:p>
          <a:p>
            <a:pPr algn="ctr" defTabSz="762000">
              <a:lnSpc>
                <a:spcPct val="130000"/>
              </a:lnSpc>
              <a:defRPr/>
            </a:pPr>
            <a:r>
              <a:rPr lang="en-US" sz="1400" i="1" kern="0" dirty="0">
                <a:solidFill>
                  <a:sysClr val="windowText" lastClr="000000"/>
                </a:solidFill>
                <a:ea typeface="ＭＳ Ｐゴシック"/>
              </a:rPr>
              <a:t>Product Consultant</a:t>
            </a:r>
          </a:p>
        </p:txBody>
      </p:sp>
      <p:sp>
        <p:nvSpPr>
          <p:cNvPr id="11" name="Rectangle 10"/>
          <p:cNvSpPr>
            <a:spLocks noChangeArrowheads="1"/>
          </p:cNvSpPr>
          <p:nvPr/>
        </p:nvSpPr>
        <p:spPr bwMode="auto">
          <a:xfrm>
            <a:off x="2833925" y="1390105"/>
            <a:ext cx="1625600" cy="649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lnSpc>
                <a:spcPct val="130000"/>
              </a:lnSpc>
              <a:defRPr/>
            </a:pPr>
            <a:r>
              <a:rPr lang="en-US" sz="1400" i="1" kern="0" dirty="0">
                <a:solidFill>
                  <a:sysClr val="windowText" lastClr="000000"/>
                </a:solidFill>
                <a:ea typeface="ＭＳ Ｐゴシック"/>
              </a:rPr>
              <a:t>Referral Amount Update</a:t>
            </a:r>
          </a:p>
        </p:txBody>
      </p:sp>
      <p:sp>
        <p:nvSpPr>
          <p:cNvPr id="12" name="Rectangle 11"/>
          <p:cNvSpPr>
            <a:spLocks noChangeArrowheads="1"/>
          </p:cNvSpPr>
          <p:nvPr/>
        </p:nvSpPr>
        <p:spPr bwMode="auto">
          <a:xfrm>
            <a:off x="7620000" y="1373878"/>
            <a:ext cx="1930653" cy="946226"/>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13" name="Rectangle 12"/>
          <p:cNvSpPr>
            <a:spLocks noChangeArrowheads="1"/>
          </p:cNvSpPr>
          <p:nvPr/>
        </p:nvSpPr>
        <p:spPr bwMode="auto">
          <a:xfrm>
            <a:off x="7636412" y="1441186"/>
            <a:ext cx="1848435" cy="649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a:lnSpc>
                <a:spcPct val="130000"/>
              </a:lnSpc>
              <a:defRPr/>
            </a:pPr>
            <a:r>
              <a:rPr lang="en-US" sz="1400" i="1" kern="0" dirty="0">
                <a:solidFill>
                  <a:sysClr val="windowText" lastClr="000000"/>
                </a:solidFill>
                <a:ea typeface="ＭＳ Ｐゴシック"/>
              </a:rPr>
              <a:t>         HR Cases</a:t>
            </a:r>
          </a:p>
          <a:p>
            <a:pPr marL="285750" indent="-285750" defTabSz="762000">
              <a:lnSpc>
                <a:spcPct val="130000"/>
              </a:lnSpc>
              <a:buFont typeface="Arial" panose="020B0604020202020204" pitchFamily="34" charset="0"/>
              <a:buChar char="•"/>
              <a:defRPr/>
            </a:pPr>
            <a:endParaRPr lang="en-US" sz="1400" i="1" kern="0" dirty="0">
              <a:solidFill>
                <a:sysClr val="windowText" lastClr="000000"/>
              </a:solidFill>
              <a:ea typeface="ＭＳ Ｐゴシック"/>
            </a:endParaRPr>
          </a:p>
        </p:txBody>
      </p:sp>
      <p:sp>
        <p:nvSpPr>
          <p:cNvPr id="14" name="Down Arrow 13"/>
          <p:cNvSpPr>
            <a:spLocks noChangeArrowheads="1"/>
          </p:cNvSpPr>
          <p:nvPr/>
        </p:nvSpPr>
        <p:spPr bwMode="auto">
          <a:xfrm>
            <a:off x="5765476" y="1347579"/>
            <a:ext cx="672644" cy="1112055"/>
          </a:xfrm>
          <a:prstGeom prst="downArrow">
            <a:avLst/>
          </a:prstGeom>
          <a:gradFill>
            <a:gsLst>
              <a:gs pos="62000">
                <a:schemeClr val="tx1">
                  <a:lumMod val="60000"/>
                  <a:lumOff val="40000"/>
                </a:schemeClr>
              </a:gs>
              <a:gs pos="100000">
                <a:srgbClr val="91AD2A">
                  <a:lumMod val="60000"/>
                  <a:lumOff val="40000"/>
                </a:srgbClr>
              </a:gs>
            </a:gsLst>
            <a:lin ang="5400000" scaled="0"/>
          </a:gradFill>
          <a:ln w="12700" cap="flat" cmpd="sng" algn="ctr">
            <a:solidFill>
              <a:srgbClr val="414141"/>
            </a:solidFill>
            <a:prstDash val="sysDash"/>
            <a:headEnd/>
            <a:tailEnd/>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pic>
        <p:nvPicPr>
          <p:cNvPr id="16" name="Picture 15"/>
          <p:cNvPicPr>
            <a:picLocks noChangeAspect="1"/>
          </p:cNvPicPr>
          <p:nvPr/>
        </p:nvPicPr>
        <p:blipFill>
          <a:blip r:embed="rId7"/>
          <a:stretch>
            <a:fillRect/>
          </a:stretch>
        </p:blipFill>
        <p:spPr>
          <a:xfrm>
            <a:off x="312419" y="2554505"/>
            <a:ext cx="11522541" cy="4071377"/>
          </a:xfrm>
          <a:prstGeom prst="rect">
            <a:avLst/>
          </a:prstGeom>
        </p:spPr>
      </p:pic>
    </p:spTree>
    <p:extLst>
      <p:ext uri="{BB962C8B-B14F-4D97-AF65-F5344CB8AC3E}">
        <p14:creationId xmlns:p14="http://schemas.microsoft.com/office/powerpoint/2010/main" val="153497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a:r>
              <a:rPr lang="en-US" dirty="0"/>
              <a:t>Step 2</a:t>
            </a:r>
            <a:br>
              <a:rPr lang="en-US" dirty="0"/>
            </a:br>
            <a:r>
              <a:rPr lang="en-US" dirty="0"/>
              <a:t>Operational Excellence Risk Assessment</a:t>
            </a:r>
          </a:p>
        </p:txBody>
      </p:sp>
    </p:spTree>
    <p:extLst>
      <p:ext uri="{BB962C8B-B14F-4D97-AF65-F5344CB8AC3E}">
        <p14:creationId xmlns:p14="http://schemas.microsoft.com/office/powerpoint/2010/main" val="202550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375137" y="45422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Risk Assessment – Failure Mode and Effect Analysis</a:t>
            </a:r>
            <a:endParaRPr lang="en-IN" sz="2000" dirty="0">
              <a:solidFill>
                <a:srgbClr val="0070C0"/>
              </a:solidFill>
              <a:latin typeface="Trebuchet MS" pitchFamily="34" charset="0"/>
            </a:endParaRPr>
          </a:p>
        </p:txBody>
      </p:sp>
      <p:graphicFrame>
        <p:nvGraphicFramePr>
          <p:cNvPr id="13" name="Object 12"/>
          <p:cNvGraphicFramePr>
            <a:graphicFrameLocks noChangeAspect="1"/>
          </p:cNvGraphicFramePr>
          <p:nvPr>
            <p:extLst>
              <p:ext uri="{D42A27DB-BD31-4B8C-83A1-F6EECF244321}">
                <p14:modId xmlns:p14="http://schemas.microsoft.com/office/powerpoint/2010/main" val="3412921783"/>
              </p:ext>
            </p:extLst>
          </p:nvPr>
        </p:nvGraphicFramePr>
        <p:xfrm>
          <a:off x="5410200" y="5245862"/>
          <a:ext cx="1459127" cy="1231138"/>
        </p:xfrm>
        <a:graphic>
          <a:graphicData uri="http://schemas.openxmlformats.org/presentationml/2006/ole">
            <mc:AlternateContent xmlns:mc="http://schemas.openxmlformats.org/markup-compatibility/2006">
              <mc:Choice xmlns:v="urn:schemas-microsoft-com:vml" Requires="v">
                <p:oleObj spid="_x0000_s8251" name="Worksheet" showAsIcon="1" r:id="rId3" imgW="914400" imgH="771480" progId="Excel.Sheet.12">
                  <p:embed/>
                </p:oleObj>
              </mc:Choice>
              <mc:Fallback>
                <p:oleObj name="Worksheet" showAsIcon="1" r:id="rId3" imgW="914400" imgH="771480" progId="Excel.Sheet.12">
                  <p:embed/>
                  <p:pic>
                    <p:nvPicPr>
                      <p:cNvPr id="0" name=""/>
                      <p:cNvPicPr/>
                      <p:nvPr/>
                    </p:nvPicPr>
                    <p:blipFill>
                      <a:blip r:embed="rId4"/>
                      <a:stretch>
                        <a:fillRect/>
                      </a:stretch>
                    </p:blipFill>
                    <p:spPr>
                      <a:xfrm>
                        <a:off x="5410200" y="5245862"/>
                        <a:ext cx="1459127" cy="1231138"/>
                      </a:xfrm>
                      <a:prstGeom prst="rect">
                        <a:avLst/>
                      </a:prstGeom>
                    </p:spPr>
                  </p:pic>
                </p:oleObj>
              </mc:Fallback>
            </mc:AlternateContent>
          </a:graphicData>
        </a:graphic>
      </p:graphicFrame>
      <p:pic>
        <p:nvPicPr>
          <p:cNvPr id="2" name="Picture 1"/>
          <p:cNvPicPr>
            <a:picLocks noChangeAspect="1"/>
          </p:cNvPicPr>
          <p:nvPr/>
        </p:nvPicPr>
        <p:blipFill>
          <a:blip r:embed="rId5"/>
          <a:stretch>
            <a:fillRect/>
          </a:stretch>
        </p:blipFill>
        <p:spPr>
          <a:xfrm>
            <a:off x="375137" y="990600"/>
            <a:ext cx="11374068" cy="4038600"/>
          </a:xfrm>
          <a:prstGeom prst="rect">
            <a:avLst/>
          </a:prstGeom>
        </p:spPr>
      </p:pic>
    </p:spTree>
    <p:extLst>
      <p:ext uri="{BB962C8B-B14F-4D97-AF65-F5344CB8AC3E}">
        <p14:creationId xmlns:p14="http://schemas.microsoft.com/office/powerpoint/2010/main" val="2348242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a:r>
              <a:rPr lang="en-US" dirty="0"/>
              <a:t>Step 3</a:t>
            </a:r>
            <a:br>
              <a:rPr lang="en-US" dirty="0"/>
            </a:br>
            <a:r>
              <a:rPr lang="en-US" dirty="0"/>
              <a:t>Finalizing (Input, Process, Output) Metrics</a:t>
            </a:r>
          </a:p>
        </p:txBody>
      </p:sp>
    </p:spTree>
    <p:extLst>
      <p:ext uri="{BB962C8B-B14F-4D97-AF65-F5344CB8AC3E}">
        <p14:creationId xmlns:p14="http://schemas.microsoft.com/office/powerpoint/2010/main" val="3855661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440376"/>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Finalizing (Input, Process, Output) Metrics</a:t>
            </a:r>
            <a:endParaRPr lang="en-IN" sz="2000" dirty="0">
              <a:solidFill>
                <a:srgbClr val="0070C0"/>
              </a:solidFill>
              <a:latin typeface="Trebuchet MS" pitchFamily="34" charset="0"/>
            </a:endParaRPr>
          </a:p>
        </p:txBody>
      </p:sp>
      <p:sp>
        <p:nvSpPr>
          <p:cNvPr id="5" name="TextBox 4"/>
          <p:cNvSpPr txBox="1"/>
          <p:nvPr/>
        </p:nvSpPr>
        <p:spPr>
          <a:xfrm>
            <a:off x="406401" y="1219200"/>
            <a:ext cx="2053767" cy="369332"/>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b="1" dirty="0">
                <a:solidFill>
                  <a:srgbClr val="000000"/>
                </a:solidFill>
                <a:latin typeface="+mj-lt"/>
              </a:rPr>
              <a:t>Input Measures</a:t>
            </a:r>
          </a:p>
        </p:txBody>
      </p:sp>
      <p:sp>
        <p:nvSpPr>
          <p:cNvPr id="6" name="TextBox 5"/>
          <p:cNvSpPr txBox="1"/>
          <p:nvPr/>
        </p:nvSpPr>
        <p:spPr>
          <a:xfrm>
            <a:off x="4368800" y="1219200"/>
            <a:ext cx="2315057" cy="369332"/>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b="1" dirty="0">
                <a:solidFill>
                  <a:srgbClr val="000000"/>
                </a:solidFill>
                <a:latin typeface="+mj-lt"/>
              </a:rPr>
              <a:t>Process Measures</a:t>
            </a:r>
          </a:p>
        </p:txBody>
      </p:sp>
      <p:sp>
        <p:nvSpPr>
          <p:cNvPr id="7" name="TextBox 6"/>
          <p:cNvSpPr txBox="1"/>
          <p:nvPr/>
        </p:nvSpPr>
        <p:spPr>
          <a:xfrm>
            <a:off x="9198744" y="1213021"/>
            <a:ext cx="2228495" cy="369332"/>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b="1" dirty="0">
                <a:solidFill>
                  <a:srgbClr val="000000"/>
                </a:solidFill>
                <a:latin typeface="+mj-lt"/>
              </a:rPr>
              <a:t>Output Measures</a:t>
            </a:r>
          </a:p>
        </p:txBody>
      </p:sp>
      <p:graphicFrame>
        <p:nvGraphicFramePr>
          <p:cNvPr id="2" name="Object 1"/>
          <p:cNvGraphicFramePr>
            <a:graphicFrameLocks noGrp="1"/>
          </p:cNvGraphicFramePr>
          <p:nvPr>
            <p:extLst>
              <p:ext uri="{D42A27DB-BD31-4B8C-83A1-F6EECF244321}">
                <p14:modId xmlns:p14="http://schemas.microsoft.com/office/powerpoint/2010/main" val="1201329460"/>
              </p:ext>
            </p:extLst>
          </p:nvPr>
        </p:nvGraphicFramePr>
        <p:xfrm>
          <a:off x="2540000" y="1750901"/>
          <a:ext cx="2032000" cy="3825875"/>
        </p:xfrm>
        <a:graphic>
          <a:graphicData uri="http://schemas.openxmlformats.org/presentationml/2006/ole">
            <mc:AlternateContent xmlns:mc="http://schemas.openxmlformats.org/markup-compatibility/2006">
              <mc:Choice xmlns:v="urn:schemas-microsoft-com:vml" Requires="v">
                <p:oleObj spid="_x0000_s1260" name="Clip" r:id="rId3" imgW="2446084" imgH="3657600" progId="">
                  <p:embed/>
                </p:oleObj>
              </mc:Choice>
              <mc:Fallback>
                <p:oleObj name="Clip" r:id="rId3" imgW="2446084" imgH="3657600" progId="">
                  <p:embed/>
                  <p:pic>
                    <p:nvPicPr>
                      <p:cNvPr id="2" name="Object 1"/>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0" y="1750901"/>
                        <a:ext cx="2032000"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Grp="1"/>
          </p:cNvGraphicFramePr>
          <p:nvPr>
            <p:extLst>
              <p:ext uri="{D42A27DB-BD31-4B8C-83A1-F6EECF244321}">
                <p14:modId xmlns:p14="http://schemas.microsoft.com/office/powerpoint/2010/main" val="3614926464"/>
              </p:ext>
            </p:extLst>
          </p:nvPr>
        </p:nvGraphicFramePr>
        <p:xfrm>
          <a:off x="7315200" y="1750901"/>
          <a:ext cx="2032000" cy="3825875"/>
        </p:xfrm>
        <a:graphic>
          <a:graphicData uri="http://schemas.openxmlformats.org/presentationml/2006/ole">
            <mc:AlternateContent xmlns:mc="http://schemas.openxmlformats.org/markup-compatibility/2006">
              <mc:Choice xmlns:v="urn:schemas-microsoft-com:vml" Requires="v">
                <p:oleObj spid="_x0000_s1261" name="Clip" r:id="rId5" imgW="2446084" imgH="3657600" progId="">
                  <p:embed/>
                </p:oleObj>
              </mc:Choice>
              <mc:Fallback>
                <p:oleObj name="Clip" r:id="rId5" imgW="2446084" imgH="3657600" progId="">
                  <p:embed/>
                  <p:pic>
                    <p:nvPicPr>
                      <p:cNvPr id="3" name="Object 2"/>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1750901"/>
                        <a:ext cx="2032000" cy="3825875"/>
                      </a:xfrm>
                      <a:prstGeom prst="rect">
                        <a:avLst/>
                      </a:prstGeom>
                      <a:noFill/>
                      <a:ln>
                        <a:noFill/>
                      </a:ln>
                    </p:spPr>
                  </p:pic>
                </p:oleObj>
              </mc:Fallback>
            </mc:AlternateContent>
          </a:graphicData>
        </a:graphic>
      </p:graphicFrame>
      <p:sp>
        <p:nvSpPr>
          <p:cNvPr id="9" name="Rectangle 8"/>
          <p:cNvSpPr>
            <a:spLocks noChangeArrowheads="1"/>
          </p:cNvSpPr>
          <p:nvPr/>
        </p:nvSpPr>
        <p:spPr bwMode="auto">
          <a:xfrm>
            <a:off x="374555" y="2620423"/>
            <a:ext cx="2387147" cy="1490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a:lnSpc>
                <a:spcPct val="130000"/>
              </a:lnSpc>
              <a:defRPr/>
            </a:pPr>
            <a:r>
              <a:rPr lang="en-US" sz="1400" i="1" kern="0" dirty="0">
                <a:solidFill>
                  <a:sysClr val="windowText" lastClr="000000"/>
                </a:solidFill>
                <a:ea typeface="ＭＳ Ｐゴシック"/>
              </a:rPr>
              <a:t>All regular Employee with hire date equal to current date – 30.</a:t>
            </a:r>
          </a:p>
          <a:p>
            <a:pPr defTabSz="762000">
              <a:lnSpc>
                <a:spcPct val="130000"/>
              </a:lnSpc>
              <a:defRPr/>
            </a:pPr>
            <a:r>
              <a:rPr lang="en-US" sz="1400" i="1" kern="0" dirty="0">
                <a:solidFill>
                  <a:sysClr val="windowText" lastClr="000000"/>
                </a:solidFill>
                <a:ea typeface="ＭＳ Ｐゴシック"/>
              </a:rPr>
              <a:t>Number of Incident Received.</a:t>
            </a:r>
          </a:p>
        </p:txBody>
      </p:sp>
      <p:sp>
        <p:nvSpPr>
          <p:cNvPr id="11" name="Rectangle 10"/>
          <p:cNvSpPr>
            <a:spLocks noChangeArrowheads="1"/>
          </p:cNvSpPr>
          <p:nvPr/>
        </p:nvSpPr>
        <p:spPr bwMode="auto">
          <a:xfrm>
            <a:off x="4775200" y="2599926"/>
            <a:ext cx="2540000" cy="341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a:lnSpc>
                <a:spcPct val="130000"/>
              </a:lnSpc>
              <a:defRPr/>
            </a:pPr>
            <a:r>
              <a:rPr lang="en-US" sz="1400" i="1" kern="0" dirty="0">
                <a:solidFill>
                  <a:sysClr val="windowText" lastClr="000000"/>
                </a:solidFill>
                <a:ea typeface="ＭＳ Ｐゴシック"/>
              </a:rPr>
              <a:t>Process Reporting</a:t>
            </a:r>
          </a:p>
        </p:txBody>
      </p:sp>
      <p:sp>
        <p:nvSpPr>
          <p:cNvPr id="12" name="Rectangle 11"/>
          <p:cNvSpPr>
            <a:spLocks noChangeArrowheads="1"/>
          </p:cNvSpPr>
          <p:nvPr/>
        </p:nvSpPr>
        <p:spPr bwMode="auto">
          <a:xfrm>
            <a:off x="9418472" y="2599925"/>
            <a:ext cx="2540000" cy="92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a:lnSpc>
                <a:spcPct val="130000"/>
              </a:lnSpc>
              <a:defRPr/>
            </a:pPr>
            <a:r>
              <a:rPr lang="en-US" sz="1400" i="1" kern="0" dirty="0">
                <a:solidFill>
                  <a:sysClr val="windowText" lastClr="000000"/>
                </a:solidFill>
                <a:ea typeface="ＭＳ Ｐゴシック"/>
              </a:rPr>
              <a:t>Grant the Referral Bonus to eligible employee and send email notification.</a:t>
            </a:r>
          </a:p>
        </p:txBody>
      </p:sp>
      <p:sp>
        <p:nvSpPr>
          <p:cNvPr id="8" name="Right Arrow 7"/>
          <p:cNvSpPr/>
          <p:nvPr/>
        </p:nvSpPr>
        <p:spPr>
          <a:xfrm>
            <a:off x="2133600" y="3581399"/>
            <a:ext cx="508000" cy="5334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6908800" y="3581399"/>
            <a:ext cx="508000" cy="5334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4552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bwMode="auto">
          <a:xfrm>
            <a:off x="411533" y="393625"/>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Operational Definition for Metrics</a:t>
            </a:r>
            <a:endParaRPr lang="en-IN" sz="2000" dirty="0">
              <a:solidFill>
                <a:srgbClr val="0070C0"/>
              </a:solidFill>
              <a:latin typeface="Trebuchet MS"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3672495839"/>
              </p:ext>
            </p:extLst>
          </p:nvPr>
        </p:nvGraphicFramePr>
        <p:xfrm>
          <a:off x="411534" y="901559"/>
          <a:ext cx="11577268" cy="2195343"/>
        </p:xfrm>
        <a:graphic>
          <a:graphicData uri="http://schemas.openxmlformats.org/drawingml/2006/table">
            <a:tbl>
              <a:tblPr/>
              <a:tblGrid>
                <a:gridCol w="896312">
                  <a:extLst>
                    <a:ext uri="{9D8B030D-6E8A-4147-A177-3AD203B41FA5}">
                      <a16:colId xmlns:a16="http://schemas.microsoft.com/office/drawing/2014/main" val="1046606075"/>
                    </a:ext>
                  </a:extLst>
                </a:gridCol>
                <a:gridCol w="3568955">
                  <a:extLst>
                    <a:ext uri="{9D8B030D-6E8A-4147-A177-3AD203B41FA5}">
                      <a16:colId xmlns:a16="http://schemas.microsoft.com/office/drawing/2014/main" val="3106008922"/>
                    </a:ext>
                  </a:extLst>
                </a:gridCol>
                <a:gridCol w="7112001">
                  <a:extLst>
                    <a:ext uri="{9D8B030D-6E8A-4147-A177-3AD203B41FA5}">
                      <a16:colId xmlns:a16="http://schemas.microsoft.com/office/drawing/2014/main" val="2700085283"/>
                    </a:ext>
                  </a:extLst>
                </a:gridCol>
              </a:tblGrid>
              <a:tr h="345595">
                <a:tc>
                  <a:txBody>
                    <a:bodyPr/>
                    <a:lstStyle/>
                    <a:p>
                      <a:pPr algn="ctr" rtl="0" fontAlgn="ctr"/>
                      <a:r>
                        <a:rPr lang="en-US" sz="1200" b="1" i="0" u="none" strike="noStrike" dirty="0">
                          <a:solidFill>
                            <a:srgbClr val="FFFFFF"/>
                          </a:solidFill>
                          <a:effectLst/>
                          <a:latin typeface="+mn-lt"/>
                        </a:rPr>
                        <a:t>S. No</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08A"/>
                    </a:solidFill>
                  </a:tcPr>
                </a:tc>
                <a:tc>
                  <a:txBody>
                    <a:bodyPr/>
                    <a:lstStyle/>
                    <a:p>
                      <a:pPr lvl="1" algn="ctr" rtl="0" fontAlgn="ctr"/>
                      <a:r>
                        <a:rPr lang="en-US" sz="1200" b="1" i="0" u="none" strike="noStrike" dirty="0">
                          <a:solidFill>
                            <a:srgbClr val="FFFFFF"/>
                          </a:solidFill>
                          <a:effectLst/>
                          <a:latin typeface="+mn-lt"/>
                        </a:rPr>
                        <a:t>Metric Name</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08A"/>
                    </a:solidFill>
                  </a:tcPr>
                </a:tc>
                <a:tc>
                  <a:txBody>
                    <a:bodyPr/>
                    <a:lstStyle/>
                    <a:p>
                      <a:pPr lvl="1" algn="ctr" rtl="0" fontAlgn="ctr"/>
                      <a:r>
                        <a:rPr lang="en-US" sz="1200" b="1" i="0" u="none" strike="noStrike" dirty="0">
                          <a:solidFill>
                            <a:srgbClr val="FFFFFF"/>
                          </a:solidFill>
                          <a:effectLst/>
                          <a:latin typeface="+mn-lt"/>
                        </a:rPr>
                        <a:t>Operational Definition</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08A"/>
                    </a:solidFill>
                  </a:tcPr>
                </a:tc>
                <a:extLst>
                  <a:ext uri="{0D108BD9-81ED-4DB2-BD59-A6C34878D82A}">
                    <a16:rowId xmlns:a16="http://schemas.microsoft.com/office/drawing/2014/main" val="1574398520"/>
                  </a:ext>
                </a:extLst>
              </a:tr>
              <a:tr h="395081">
                <a:tc>
                  <a:txBody>
                    <a:bodyPr/>
                    <a:lstStyle/>
                    <a:p>
                      <a:pPr algn="ctr" rtl="0" fontAlgn="ctr"/>
                      <a:r>
                        <a:rPr lang="en-US" sz="1200" b="0" i="0" u="none" strike="noStrike" dirty="0">
                          <a:solidFill>
                            <a:srgbClr val="000000"/>
                          </a:solidFill>
                          <a:effectLst/>
                          <a:latin typeface="+mn-lt"/>
                        </a:rPr>
                        <a:t>1</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defTabSz="762000">
                        <a:lnSpc>
                          <a:spcPct val="130000"/>
                        </a:lnSpc>
                        <a:defRPr/>
                      </a:pPr>
                      <a:r>
                        <a:rPr lang="en-US" sz="1200" i="1" kern="0" dirty="0">
                          <a:solidFill>
                            <a:sysClr val="windowText" lastClr="000000"/>
                          </a:solidFill>
                          <a:ea typeface="ＭＳ Ｐゴシック"/>
                        </a:rPr>
                        <a:t>   Number of Incident Received</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lvl="1" indent="0" algn="l" rtl="0" fontAlgn="ctr"/>
                      <a:r>
                        <a:rPr lang="en-US" sz="1200" b="0" i="0" u="none" strike="noStrike" dirty="0">
                          <a:solidFill>
                            <a:srgbClr val="000000"/>
                          </a:solidFill>
                          <a:effectLst/>
                          <a:latin typeface="+mn-lt"/>
                        </a:rPr>
                        <a:t>Average</a:t>
                      </a:r>
                      <a:r>
                        <a:rPr lang="en-US" sz="1200" b="0" i="0" u="none" strike="noStrike" baseline="0" dirty="0">
                          <a:solidFill>
                            <a:srgbClr val="000000"/>
                          </a:solidFill>
                          <a:effectLst/>
                          <a:latin typeface="+mn-lt"/>
                        </a:rPr>
                        <a:t> number of Referral Bonus HR cases received in a month.</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6098883"/>
                  </a:ext>
                </a:extLst>
              </a:tr>
              <a:tr h="345595">
                <a:tc>
                  <a:txBody>
                    <a:bodyPr/>
                    <a:lstStyle/>
                    <a:p>
                      <a:pPr algn="ctr" rtl="0" fontAlgn="ctr"/>
                      <a:r>
                        <a:rPr lang="en-US" sz="1200" b="0" i="0" u="none" strike="noStrike" dirty="0">
                          <a:solidFill>
                            <a:srgbClr val="000000"/>
                          </a:solidFill>
                          <a:effectLst/>
                          <a:latin typeface="+mn-lt"/>
                        </a:rPr>
                        <a:t>2</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Process Reporting</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1" indent="0" algn="l"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Error</a:t>
                      </a:r>
                      <a:r>
                        <a:rPr lang="en-US" sz="1200" b="0" i="0" u="none" strike="noStrike" baseline="0" dirty="0">
                          <a:solidFill>
                            <a:srgbClr val="000000"/>
                          </a:solidFill>
                          <a:effectLst/>
                          <a:latin typeface="+mn-lt"/>
                        </a:rPr>
                        <a:t> frequency </a:t>
                      </a:r>
                      <a:r>
                        <a:rPr lang="en-US" sz="1200" b="0" i="0" u="none" strike="noStrike" dirty="0">
                          <a:solidFill>
                            <a:srgbClr val="000000"/>
                          </a:solidFill>
                          <a:effectLst/>
                          <a:latin typeface="+mn-lt"/>
                        </a:rPr>
                        <a:t>in the automated process.</a:t>
                      </a:r>
                      <a:endParaRPr lang="en-US" sz="1200" b="0" i="0" u="none" strike="noStrike" baseline="0" dirty="0">
                        <a:solidFill>
                          <a:srgbClr val="000000"/>
                        </a:solidFill>
                        <a:effectLst/>
                        <a:latin typeface="+mn-lt"/>
                      </a:endParaRP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30085">
                <a:tc>
                  <a:txBody>
                    <a:bodyPr/>
                    <a:lstStyle/>
                    <a:p>
                      <a:pPr algn="ctr" rtl="0" fontAlgn="ctr"/>
                      <a:r>
                        <a:rPr lang="en-US" sz="1200" b="0" i="0" u="none" strike="noStrike" dirty="0">
                          <a:solidFill>
                            <a:srgbClr val="000000"/>
                          </a:solidFill>
                          <a:effectLst/>
                          <a:latin typeface="+mn-lt"/>
                        </a:rPr>
                        <a:t>3</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0" indent="0" algn="l" defTabSz="914400" rtl="0" eaLnBrk="1" fontAlgn="ctr" latinLnBrk="0" hangingPunct="1">
                        <a:lnSpc>
                          <a:spcPct val="100000"/>
                        </a:lnSpc>
                        <a:spcBef>
                          <a:spcPts val="0"/>
                        </a:spcBef>
                        <a:spcAft>
                          <a:spcPts val="0"/>
                        </a:spcAft>
                        <a:buClrTx/>
                        <a:buSzTx/>
                        <a:buFontTx/>
                        <a:buNone/>
                        <a:tabLst/>
                        <a:defRPr/>
                      </a:pPr>
                      <a:r>
                        <a:rPr lang="en-US" sz="1200" i="1" kern="0" dirty="0">
                          <a:solidFill>
                            <a:sysClr val="windowText" lastClr="000000"/>
                          </a:solidFill>
                          <a:ea typeface="ＭＳ Ｐゴシック"/>
                        </a:rPr>
                        <a:t>All regular Employee with hire date equal to current date – 30.</a:t>
                      </a:r>
                    </a:p>
                    <a:p>
                      <a:pPr marL="119063" marR="0" lvl="0" indent="0" algn="l"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mn-lt"/>
                      </a:endParaRP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1" indent="0" algn="l" defTabSz="914400" rtl="0" eaLnBrk="1" fontAlgn="ctr"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effectLst/>
                          <a:latin typeface="+mn-lt"/>
                        </a:rPr>
                        <a:t>New hire regular employees who serve 30 days in an organization.</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6783952"/>
                  </a:ext>
                </a:extLst>
              </a:tr>
              <a:tr h="530085">
                <a:tc>
                  <a:txBody>
                    <a:bodyPr/>
                    <a:lstStyle/>
                    <a:p>
                      <a:pPr algn="ctr" rtl="0" fontAlgn="ctr"/>
                      <a:r>
                        <a:rPr lang="en-US" sz="1200" b="0" i="0" u="none" strike="noStrike" dirty="0">
                          <a:solidFill>
                            <a:srgbClr val="000000"/>
                          </a:solidFill>
                          <a:effectLst/>
                          <a:latin typeface="+mn-lt"/>
                        </a:rPr>
                        <a:t>4</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0" indent="0" algn="l" defTabSz="914400" rtl="0" eaLnBrk="1" fontAlgn="ctr" latinLnBrk="0" hangingPunct="1">
                        <a:lnSpc>
                          <a:spcPct val="100000"/>
                        </a:lnSpc>
                        <a:spcBef>
                          <a:spcPts val="0"/>
                        </a:spcBef>
                        <a:spcAft>
                          <a:spcPts val="0"/>
                        </a:spcAft>
                        <a:buClrTx/>
                        <a:buSzTx/>
                        <a:buFontTx/>
                        <a:buNone/>
                        <a:tabLst/>
                        <a:defRPr/>
                      </a:pPr>
                      <a:r>
                        <a:rPr lang="en-US" sz="1200" i="1" kern="0" dirty="0">
                          <a:solidFill>
                            <a:sysClr val="windowText" lastClr="000000"/>
                          </a:solidFill>
                          <a:ea typeface="ＭＳ Ｐゴシック"/>
                        </a:rPr>
                        <a:t>Grant the Referral Bonus to eligible employee and send email notification.</a:t>
                      </a:r>
                    </a:p>
                    <a:p>
                      <a:pPr marL="119063" marR="0" lvl="0" indent="0" algn="l"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mn-lt"/>
                      </a:endParaRP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1" indent="0" algn="l" defTabSz="914400" rtl="0" eaLnBrk="1" fontAlgn="ctr"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effectLst/>
                          <a:latin typeface="+mn-lt"/>
                        </a:rPr>
                        <a:t>Add the bonus to the eligible employee compensation portlet.</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7955570"/>
                  </a:ext>
                </a:extLst>
              </a:tr>
            </a:tbl>
          </a:graphicData>
        </a:graphic>
      </p:graphicFrame>
    </p:spTree>
    <p:extLst>
      <p:ext uri="{BB962C8B-B14F-4D97-AF65-F5344CB8AC3E}">
        <p14:creationId xmlns:p14="http://schemas.microsoft.com/office/powerpoint/2010/main" val="1982879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Step 4</a:t>
            </a:r>
            <a:br>
              <a:rPr lang="en-US" dirty="0"/>
            </a:br>
            <a:r>
              <a:rPr lang="en-US" sz="4800" dirty="0"/>
              <a:t>Set Up Measurement System</a:t>
            </a:r>
            <a:endParaRPr lang="en-US" dirty="0"/>
          </a:p>
        </p:txBody>
      </p:sp>
    </p:spTree>
    <p:extLst>
      <p:ext uri="{BB962C8B-B14F-4D97-AF65-F5344CB8AC3E}">
        <p14:creationId xmlns:p14="http://schemas.microsoft.com/office/powerpoint/2010/main" val="2221530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txBox="1">
            <a:spLocks/>
          </p:cNvSpPr>
          <p:nvPr/>
        </p:nvSpPr>
        <p:spPr bwMode="auto">
          <a:xfrm>
            <a:off x="508001" y="393625"/>
            <a:ext cx="1127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Data Collection Plan</a:t>
            </a:r>
            <a:endParaRPr lang="en-IN" sz="2000" dirty="0">
              <a:solidFill>
                <a:srgbClr val="0070C0"/>
              </a:solidFill>
              <a:latin typeface="Trebuchet MS"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964005044"/>
              </p:ext>
            </p:extLst>
          </p:nvPr>
        </p:nvGraphicFramePr>
        <p:xfrm>
          <a:off x="1549034" y="1371600"/>
          <a:ext cx="9195534" cy="2971801"/>
        </p:xfrm>
        <a:graphic>
          <a:graphicData uri="http://schemas.openxmlformats.org/drawingml/2006/table">
            <a:tbl>
              <a:tblPr firstRow="1" firstCol="1" bandRow="1">
                <a:tableStyleId>{93296810-A885-4BE3-A3E7-6D5BEEA58F35}</a:tableStyleId>
              </a:tblPr>
              <a:tblGrid>
                <a:gridCol w="2111521">
                  <a:extLst>
                    <a:ext uri="{9D8B030D-6E8A-4147-A177-3AD203B41FA5}">
                      <a16:colId xmlns:a16="http://schemas.microsoft.com/office/drawing/2014/main" val="20000"/>
                    </a:ext>
                  </a:extLst>
                </a:gridCol>
                <a:gridCol w="7084013">
                  <a:extLst>
                    <a:ext uri="{9D8B030D-6E8A-4147-A177-3AD203B41FA5}">
                      <a16:colId xmlns:a16="http://schemas.microsoft.com/office/drawing/2014/main" val="20001"/>
                    </a:ext>
                  </a:extLst>
                </a:gridCol>
              </a:tblGrid>
              <a:tr h="429377">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solidFill>
                            <a:schemeClr val="bg1"/>
                          </a:solidFill>
                          <a:effectLst/>
                          <a:latin typeface="+mj-lt"/>
                        </a:rPr>
                        <a:t>Measure Name</a:t>
                      </a:r>
                      <a:endParaRPr kumimoji="0" lang="en-US" altLang="en-US" sz="1800" b="1" i="0" u="none" strike="noStrike" cap="none" normalizeH="0" baseline="0" dirty="0">
                        <a:ln>
                          <a:noFill/>
                        </a:ln>
                        <a:solidFill>
                          <a:schemeClr val="bg1"/>
                        </a:solidFill>
                        <a:effectLst/>
                        <a:latin typeface="+mj-lt"/>
                        <a:ea typeface="ＭＳ Ｐゴシック" pitchFamily="34" charset="-128"/>
                      </a:endParaRP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u="none" strike="noStrike" cap="none" normalizeH="0" baseline="0" dirty="0">
                          <a:ln>
                            <a:noFill/>
                          </a:ln>
                          <a:solidFill>
                            <a:schemeClr val="bg1"/>
                          </a:solidFill>
                          <a:effectLst/>
                          <a:latin typeface="+mj-lt"/>
                        </a:rPr>
                        <a:t>Description</a:t>
                      </a:r>
                      <a:endParaRPr kumimoji="0" lang="en-US" altLang="en-US" sz="1800" b="0" i="0" u="none" strike="noStrike" cap="none" normalizeH="0" baseline="0" dirty="0">
                        <a:ln>
                          <a:noFill/>
                        </a:ln>
                        <a:solidFill>
                          <a:schemeClr val="bg1"/>
                        </a:solidFill>
                        <a:effectLst/>
                        <a:latin typeface="+mj-lt"/>
                        <a:ea typeface="ＭＳ Ｐゴシック" pitchFamily="34" charset="-128"/>
                      </a:endParaRPr>
                    </a:p>
                  </a:txBody>
                  <a:tcPr marL="128016" marR="128016" marT="64000" marB="64000" anchor="ctr" horzOverflow="overflow"/>
                </a:tc>
                <a:extLst>
                  <a:ext uri="{0D108BD9-81ED-4DB2-BD59-A6C34878D82A}">
                    <a16:rowId xmlns:a16="http://schemas.microsoft.com/office/drawing/2014/main" val="10000"/>
                  </a:ext>
                </a:extLst>
              </a:tr>
              <a:tr h="400921">
                <a:tc>
                  <a:txBody>
                    <a:bodyPr/>
                    <a:lstStyle>
                      <a:lvl1pPr defTabSz="954088">
                        <a:spcBef>
                          <a:spcPts val="400"/>
                        </a:spcBef>
                        <a:buFont typeface="Arial" pitchFamily="34" charset="0"/>
                        <a:defRPr sz="2100">
                          <a:solidFill>
                            <a:srgbClr val="595959"/>
                          </a:solidFill>
                          <a:latin typeface="Arial" pitchFamily="34" charset="0"/>
                        </a:defRPr>
                      </a:lvl1pPr>
                      <a:lvl2pPr marL="742950" indent="-285750" defTabSz="954088">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defTabSz="954088">
                        <a:spcBef>
                          <a:spcPts val="400"/>
                        </a:spcBef>
                        <a:buClr>
                          <a:schemeClr val="bg2"/>
                        </a:buClr>
                        <a:buSzPct val="50000"/>
                        <a:buFont typeface="Arial" pitchFamily="34" charset="0"/>
                        <a:defRPr sz="2100">
                          <a:solidFill>
                            <a:srgbClr val="595959"/>
                          </a:solidFill>
                          <a:latin typeface="Arial" pitchFamily="34" charset="0"/>
                        </a:defRPr>
                      </a:lvl3pPr>
                      <a:lvl4pPr marL="1600200" indent="-228600" defTabSz="954088">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defTabSz="954088">
                        <a:spcBef>
                          <a:spcPts val="400"/>
                        </a:spcBef>
                        <a:buClr>
                          <a:schemeClr val="bg2"/>
                        </a:buClr>
                        <a:buSzPct val="65000"/>
                        <a:buFont typeface="Arial" pitchFamily="34" charset="0"/>
                        <a:defRPr sz="2100">
                          <a:solidFill>
                            <a:srgbClr val="595959"/>
                          </a:solidFill>
                          <a:latin typeface="Arial" pitchFamily="34" charset="0"/>
                        </a:defRPr>
                      </a:lvl5pPr>
                      <a:lvl6pPr marL="25146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What</a:t>
                      </a: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Total no of tickets generated in the form of Incidents</a:t>
                      </a:r>
                    </a:p>
                  </a:txBody>
                  <a:tcPr marL="128016" marR="128016" marT="64000" marB="64000" anchor="ctr" horzOverflow="overflow"/>
                </a:tc>
                <a:extLst>
                  <a:ext uri="{0D108BD9-81ED-4DB2-BD59-A6C34878D82A}">
                    <a16:rowId xmlns:a16="http://schemas.microsoft.com/office/drawing/2014/main" val="10001"/>
                  </a:ext>
                </a:extLst>
              </a:tr>
              <a:tr h="425784">
                <a:tc>
                  <a:txBody>
                    <a:bodyPr/>
                    <a:lstStyle>
                      <a:lvl1pPr defTabSz="954088">
                        <a:spcBef>
                          <a:spcPts val="400"/>
                        </a:spcBef>
                        <a:buFont typeface="Arial" pitchFamily="34" charset="0"/>
                        <a:defRPr sz="2100">
                          <a:solidFill>
                            <a:srgbClr val="595959"/>
                          </a:solidFill>
                          <a:latin typeface="Arial" pitchFamily="34" charset="0"/>
                        </a:defRPr>
                      </a:lvl1pPr>
                      <a:lvl2pPr marL="742950" indent="-285750" defTabSz="954088">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defTabSz="954088">
                        <a:spcBef>
                          <a:spcPts val="400"/>
                        </a:spcBef>
                        <a:buClr>
                          <a:schemeClr val="bg2"/>
                        </a:buClr>
                        <a:buSzPct val="50000"/>
                        <a:buFont typeface="Arial" pitchFamily="34" charset="0"/>
                        <a:defRPr sz="2100">
                          <a:solidFill>
                            <a:srgbClr val="595959"/>
                          </a:solidFill>
                          <a:latin typeface="Arial" pitchFamily="34" charset="0"/>
                        </a:defRPr>
                      </a:lvl3pPr>
                      <a:lvl4pPr marL="1600200" indent="-228600" defTabSz="954088">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defTabSz="954088">
                        <a:spcBef>
                          <a:spcPts val="400"/>
                        </a:spcBef>
                        <a:buClr>
                          <a:schemeClr val="bg2"/>
                        </a:buClr>
                        <a:buSzPct val="65000"/>
                        <a:buFont typeface="Arial" pitchFamily="34" charset="0"/>
                        <a:defRPr sz="2100">
                          <a:solidFill>
                            <a:srgbClr val="595959"/>
                          </a:solidFill>
                          <a:latin typeface="Arial" pitchFamily="34" charset="0"/>
                        </a:defRPr>
                      </a:lvl5pPr>
                      <a:lvl6pPr marL="25146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When</a:t>
                      </a: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u="none" strike="noStrike" cap="none" normalizeH="0" baseline="0" dirty="0">
                          <a:ln>
                            <a:noFill/>
                          </a:ln>
                          <a:solidFill>
                            <a:srgbClr val="000000"/>
                          </a:solidFill>
                          <a:effectLst/>
                          <a:latin typeface="+mn-lt"/>
                          <a:ea typeface="+mn-ea"/>
                          <a:cs typeface="+mn-cs"/>
                        </a:rPr>
                        <a:t>Jan 2020 – Oct 2020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mn-cs"/>
                      </a:endParaRPr>
                    </a:p>
                  </a:txBody>
                  <a:tcPr marL="128016" marR="128016" marT="64000" marB="64000" anchor="ctr" horzOverflow="overflow"/>
                </a:tc>
                <a:extLst>
                  <a:ext uri="{0D108BD9-81ED-4DB2-BD59-A6C34878D82A}">
                    <a16:rowId xmlns:a16="http://schemas.microsoft.com/office/drawing/2014/main" val="10002"/>
                  </a:ext>
                </a:extLst>
              </a:tr>
              <a:tr h="425785">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Where</a:t>
                      </a:r>
                    </a:p>
                  </a:txBody>
                  <a:tcPr marL="128016" marR="128016" marT="64000" marB="64000" anchor="ctr" horzOverflow="overflow"/>
                </a:tc>
                <a:tc>
                  <a:txBody>
                    <a:bodyPr/>
                    <a:lstStyle>
                      <a:lvl1pPr defTabSz="954088">
                        <a:spcBef>
                          <a:spcPts val="400"/>
                        </a:spcBef>
                        <a:buFont typeface="Arial" pitchFamily="34" charset="0"/>
                        <a:defRPr sz="2100">
                          <a:solidFill>
                            <a:srgbClr val="595959"/>
                          </a:solidFill>
                          <a:latin typeface="Arial" pitchFamily="34" charset="0"/>
                        </a:defRPr>
                      </a:lvl1pPr>
                      <a:lvl2pPr marL="742950" indent="-285750" defTabSz="954088">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defTabSz="954088">
                        <a:spcBef>
                          <a:spcPts val="400"/>
                        </a:spcBef>
                        <a:buClr>
                          <a:schemeClr val="bg2"/>
                        </a:buClr>
                        <a:buSzPct val="50000"/>
                        <a:buFont typeface="Arial" pitchFamily="34" charset="0"/>
                        <a:defRPr sz="2100">
                          <a:solidFill>
                            <a:srgbClr val="595959"/>
                          </a:solidFill>
                          <a:latin typeface="Arial" pitchFamily="34" charset="0"/>
                        </a:defRPr>
                      </a:lvl3pPr>
                      <a:lvl4pPr marL="1600200" indent="-228600" defTabSz="954088">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defTabSz="954088">
                        <a:spcBef>
                          <a:spcPts val="400"/>
                        </a:spcBef>
                        <a:buClr>
                          <a:schemeClr val="bg2"/>
                        </a:buClr>
                        <a:buSzPct val="65000"/>
                        <a:buFont typeface="Arial" pitchFamily="34" charset="0"/>
                        <a:defRPr sz="2100">
                          <a:solidFill>
                            <a:srgbClr val="595959"/>
                          </a:solidFill>
                          <a:latin typeface="Arial" pitchFamily="34" charset="0"/>
                        </a:defRPr>
                      </a:lvl5pPr>
                      <a:lvl6pPr marL="25146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Excel .CSV file</a:t>
                      </a:r>
                    </a:p>
                  </a:txBody>
                  <a:tcPr marL="128016" marR="128016" marT="64000" marB="64000" anchor="ctr" horzOverflow="overflow"/>
                </a:tc>
                <a:extLst>
                  <a:ext uri="{0D108BD9-81ED-4DB2-BD59-A6C34878D82A}">
                    <a16:rowId xmlns:a16="http://schemas.microsoft.com/office/drawing/2014/main" val="10003"/>
                  </a:ext>
                </a:extLst>
              </a:tr>
              <a:tr h="429978">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How</a:t>
                      </a: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Downloaded the tickets created data from Service-Now ticketing tool</a:t>
                      </a:r>
                    </a:p>
                  </a:txBody>
                  <a:tcPr marL="128016" marR="128016" marT="64000" marB="64000" anchor="ctr" horzOverflow="overflow"/>
                </a:tc>
                <a:extLst>
                  <a:ext uri="{0D108BD9-81ED-4DB2-BD59-A6C34878D82A}">
                    <a16:rowId xmlns:a16="http://schemas.microsoft.com/office/drawing/2014/main" val="10004"/>
                  </a:ext>
                </a:extLst>
              </a:tr>
              <a:tr h="4299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Who</a:t>
                      </a:r>
                    </a:p>
                  </a:txBody>
                  <a:tcPr marL="128016" marR="128016" marT="64000" marB="64000"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Vivek Singh</a:t>
                      </a:r>
                    </a:p>
                  </a:txBody>
                  <a:tcPr marL="128016" marR="128016" marT="64000" marB="64000" anchor="ctr" horzOverflow="overflow"/>
                </a:tc>
                <a:extLst>
                  <a:ext uri="{0D108BD9-81ED-4DB2-BD59-A6C34878D82A}">
                    <a16:rowId xmlns:a16="http://schemas.microsoft.com/office/drawing/2014/main" val="2256464768"/>
                  </a:ext>
                </a:extLst>
              </a:tr>
              <a:tr h="4299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Sample Size</a:t>
                      </a:r>
                    </a:p>
                  </a:txBody>
                  <a:tcPr marL="128016" marR="128016" marT="64000" marB="64000"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cap="none" normalizeH="0" baseline="0" dirty="0">
                          <a:ln>
                            <a:noFill/>
                          </a:ln>
                          <a:solidFill>
                            <a:srgbClr val="000000"/>
                          </a:solidFill>
                          <a:effectLst/>
                          <a:latin typeface="+mn-lt"/>
                          <a:ea typeface="ＭＳ Ｐゴシック" pitchFamily="34" charset="-128"/>
                        </a:rPr>
                        <a:t>100% of tickets</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mn-cs"/>
                      </a:endParaRPr>
                    </a:p>
                  </a:txBody>
                  <a:tcPr marL="128016" marR="128016" marT="64000" marB="64000" anchor="ctr" horzOverflow="overflow"/>
                </a:tc>
                <a:extLst>
                  <a:ext uri="{0D108BD9-81ED-4DB2-BD59-A6C34878D82A}">
                    <a16:rowId xmlns:a16="http://schemas.microsoft.com/office/drawing/2014/main" val="677137715"/>
                  </a:ext>
                </a:extLst>
              </a:tr>
            </a:tbl>
          </a:graphicData>
        </a:graphic>
      </p:graphicFrame>
    </p:spTree>
    <p:extLst>
      <p:ext uri="{BB962C8B-B14F-4D97-AF65-F5344CB8AC3E}">
        <p14:creationId xmlns:p14="http://schemas.microsoft.com/office/powerpoint/2010/main" val="2874341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txBox="1">
            <a:spLocks/>
          </p:cNvSpPr>
          <p:nvPr/>
        </p:nvSpPr>
        <p:spPr bwMode="auto">
          <a:xfrm>
            <a:off x="508001" y="393625"/>
            <a:ext cx="1127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Root Cause Analysis Calibration – Suggestions for Improvements</a:t>
            </a:r>
          </a:p>
        </p:txBody>
      </p:sp>
      <p:sp>
        <p:nvSpPr>
          <p:cNvPr id="3" name="TextBox 2"/>
          <p:cNvSpPr txBox="1"/>
          <p:nvPr/>
        </p:nvSpPr>
        <p:spPr>
          <a:xfrm>
            <a:off x="508002" y="990600"/>
            <a:ext cx="11480799" cy="2514600"/>
          </a:xfrm>
          <a:prstGeom prst="rect">
            <a:avLst/>
          </a:prstGeom>
          <a:solidFill>
            <a:schemeClr val="bg1">
              <a:lumMod val="95000"/>
            </a:schemeClr>
          </a:solidFill>
          <a:ln w="9525" algn="ctr">
            <a:solidFill>
              <a:srgbClr val="0A69AA"/>
            </a:solidFill>
            <a:miter lim="800000"/>
            <a:headEnd/>
            <a:tailEnd/>
          </a:ln>
        </p:spPr>
        <p:txBody>
          <a:bodyPr anchor="ctr"/>
          <a:lstStyle>
            <a:defPPr>
              <a:defRPr lang="en-US"/>
            </a:defPPr>
            <a:lvl2pPr marL="230188" lvl="1" indent="-230188" defTabSz="457200">
              <a:buClr>
                <a:srgbClr val="F8912C"/>
              </a:buClr>
              <a:buSzPct val="150000"/>
              <a:tabLst>
                <a:tab pos="1374775" algn="l"/>
              </a:tabLst>
              <a:defRPr sz="1600">
                <a:solidFill>
                  <a:srgbClr val="0A69AA"/>
                </a:solidFill>
                <a:latin typeface="Calibri" panose="020F0502020204030204" pitchFamily="34" charset="0"/>
                <a:cs typeface="Arial" pitchFamily="34" charset="0"/>
              </a:defRPr>
            </a:lvl2pPr>
          </a:lstStyle>
          <a:p>
            <a:pPr algn="just"/>
            <a:r>
              <a:rPr lang="en-US" sz="1400" b="1" dirty="0">
                <a:latin typeface="Calibri" panose="020F0502020204030204" pitchFamily="34" charset="0"/>
              </a:rPr>
              <a:t>Suggested Enhancements:</a:t>
            </a:r>
          </a:p>
          <a:p>
            <a:pPr marL="171450" indent="-171450" algn="just">
              <a:buFont typeface="Arial" panose="020B0604020202020204" pitchFamily="34" charset="0"/>
              <a:buChar char="•"/>
            </a:pPr>
            <a:endParaRPr lang="en-US" sz="1200" dirty="0">
              <a:latin typeface="Calibri" panose="020F0502020204030204" pitchFamily="34" charset="0"/>
            </a:endParaRPr>
          </a:p>
          <a:p>
            <a:pPr marL="285750" indent="-285750">
              <a:buFont typeface="Arial" panose="020B0604020202020204" pitchFamily="34" charset="0"/>
              <a:buChar char="•"/>
            </a:pPr>
            <a:r>
              <a:rPr lang="en-US" sz="1200" dirty="0">
                <a:latin typeface="Calibri" panose="020F0502020204030204" pitchFamily="34" charset="0"/>
              </a:rPr>
              <a:t>Automated the process  having repeated tickets hence reducing time efforts and human errors. </a:t>
            </a:r>
          </a:p>
          <a:p>
            <a:pPr marL="285750" indent="-285750">
              <a:buFont typeface="Arial" panose="020B0604020202020204" pitchFamily="34" charset="0"/>
              <a:buChar char="•"/>
            </a:pPr>
            <a:endParaRPr lang="en-US" sz="1200" dirty="0">
              <a:latin typeface="Calibri" panose="020F0502020204030204" pitchFamily="34" charset="0"/>
            </a:endParaRPr>
          </a:p>
          <a:p>
            <a:pPr marL="285750" indent="-285750">
              <a:buFont typeface="Arial" panose="020B0604020202020204" pitchFamily="34" charset="0"/>
              <a:buChar char="•"/>
            </a:pPr>
            <a:r>
              <a:rPr lang="en-US" sz="1200" dirty="0">
                <a:latin typeface="Calibri" panose="020F0502020204030204" pitchFamily="34" charset="0"/>
              </a:rPr>
              <a:t>This is a one-time improvement and not recurring in nature.</a:t>
            </a:r>
          </a:p>
          <a:p>
            <a:pPr marL="171450" indent="-171450" algn="just">
              <a:buFont typeface="Wingdings" panose="05000000000000000000" pitchFamily="2" charset="2"/>
              <a:buChar char="§"/>
            </a:pPr>
            <a:endParaRPr lang="en-US" sz="1200" dirty="0">
              <a:latin typeface="Calibri" panose="020F0502020204030204" pitchFamily="34" charset="0"/>
            </a:endParaRPr>
          </a:p>
          <a:p>
            <a:pPr marL="171450" indent="-171450" algn="just">
              <a:buFont typeface="Wingdings" panose="05000000000000000000" pitchFamily="2" charset="2"/>
              <a:buChar char="§"/>
            </a:pPr>
            <a:r>
              <a:rPr lang="en-US" sz="1200" dirty="0">
                <a:latin typeface="Calibri" panose="020F0502020204030204" pitchFamily="34" charset="0"/>
              </a:rPr>
              <a:t>Defect Root Cause Categories that can be added:</a:t>
            </a:r>
          </a:p>
          <a:p>
            <a:pPr marL="401638" lvl="1" indent="-171450" algn="just">
              <a:buClrTx/>
              <a:buSzPct val="100000"/>
              <a:buFont typeface="Courier New" panose="02070309020205020404" pitchFamily="49" charset="0"/>
              <a:buChar char="o"/>
            </a:pPr>
            <a:r>
              <a:rPr lang="en-US" sz="1200" dirty="0">
                <a:solidFill>
                  <a:schemeClr val="tx1"/>
                </a:solidFill>
                <a:cs typeface="+mn-cs"/>
              </a:rPr>
              <a:t>Code Issues</a:t>
            </a:r>
          </a:p>
          <a:p>
            <a:pPr marL="401638" lvl="1" indent="-171450" algn="just">
              <a:buClrTx/>
              <a:buSzPct val="100000"/>
              <a:buFont typeface="Courier New" panose="02070309020205020404" pitchFamily="49" charset="0"/>
              <a:buChar char="o"/>
            </a:pPr>
            <a:r>
              <a:rPr lang="en-US" sz="1200" dirty="0">
                <a:solidFill>
                  <a:schemeClr val="tx1"/>
                </a:solidFill>
                <a:cs typeface="+mn-cs"/>
              </a:rPr>
              <a:t>Performance Issues</a:t>
            </a:r>
          </a:p>
          <a:p>
            <a:pPr marL="401638" lvl="1" indent="-171450" algn="just">
              <a:buClrTx/>
              <a:buSzPct val="100000"/>
              <a:buFont typeface="Courier New" panose="02070309020205020404" pitchFamily="49" charset="0"/>
              <a:buChar char="o"/>
            </a:pPr>
            <a:r>
              <a:rPr lang="en-US" sz="1200" dirty="0">
                <a:solidFill>
                  <a:schemeClr val="tx1"/>
                </a:solidFill>
                <a:cs typeface="+mn-cs"/>
              </a:rPr>
              <a:t>Understanding Gap</a:t>
            </a:r>
          </a:p>
          <a:p>
            <a:pPr marL="401638" lvl="1" indent="-171450" algn="just">
              <a:buClrTx/>
              <a:buSzPct val="100000"/>
              <a:buFont typeface="Courier New" panose="02070309020205020404" pitchFamily="49" charset="0"/>
              <a:buChar char="o"/>
            </a:pPr>
            <a:endParaRPr lang="en-US" sz="1200" dirty="0">
              <a:solidFill>
                <a:schemeClr val="tx1"/>
              </a:solidFill>
              <a:cs typeface="+mn-cs"/>
            </a:endParaRPr>
          </a:p>
        </p:txBody>
      </p:sp>
      <p:sp>
        <p:nvSpPr>
          <p:cNvPr id="4" name="TextBox 3"/>
          <p:cNvSpPr txBox="1"/>
          <p:nvPr/>
        </p:nvSpPr>
        <p:spPr>
          <a:xfrm>
            <a:off x="3733800" y="3720181"/>
            <a:ext cx="3754426" cy="30777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1400" b="1" dirty="0">
                <a:latin typeface="Calibri" panose="020F0502020204030204" pitchFamily="34" charset="0"/>
              </a:rPr>
              <a:t>Suggested RCA Categories and RCA Components</a:t>
            </a:r>
          </a:p>
        </p:txBody>
      </p:sp>
      <p:graphicFrame>
        <p:nvGraphicFramePr>
          <p:cNvPr id="5" name="Table 4"/>
          <p:cNvGraphicFramePr>
            <a:graphicFrameLocks noGrp="1"/>
          </p:cNvGraphicFramePr>
          <p:nvPr>
            <p:extLst>
              <p:ext uri="{D42A27DB-BD31-4B8C-83A1-F6EECF244321}">
                <p14:modId xmlns:p14="http://schemas.microsoft.com/office/powerpoint/2010/main" val="2153274785"/>
              </p:ext>
            </p:extLst>
          </p:nvPr>
        </p:nvGraphicFramePr>
        <p:xfrm>
          <a:off x="406400" y="4266029"/>
          <a:ext cx="5454347" cy="2021723"/>
        </p:xfrm>
        <a:graphic>
          <a:graphicData uri="http://schemas.openxmlformats.org/drawingml/2006/table">
            <a:tbl>
              <a:tblPr firstRow="1" bandRow="1">
                <a:tableStyleId>{5FD0F851-EC5A-4D38-B0AD-8093EC10F338}</a:tableStyleId>
              </a:tblPr>
              <a:tblGrid>
                <a:gridCol w="2282555">
                  <a:extLst>
                    <a:ext uri="{9D8B030D-6E8A-4147-A177-3AD203B41FA5}">
                      <a16:colId xmlns:a16="http://schemas.microsoft.com/office/drawing/2014/main" val="20000"/>
                    </a:ext>
                  </a:extLst>
                </a:gridCol>
                <a:gridCol w="3171792">
                  <a:extLst>
                    <a:ext uri="{9D8B030D-6E8A-4147-A177-3AD203B41FA5}">
                      <a16:colId xmlns:a16="http://schemas.microsoft.com/office/drawing/2014/main" val="20001"/>
                    </a:ext>
                  </a:extLst>
                </a:gridCol>
              </a:tblGrid>
              <a:tr h="206665">
                <a:tc>
                  <a:txBody>
                    <a:bodyPr/>
                    <a:lstStyle/>
                    <a:p>
                      <a:r>
                        <a:rPr lang="en-US" sz="1100" dirty="0"/>
                        <a:t>RCA Category</a:t>
                      </a:r>
                      <a:endParaRPr lang="en-US" sz="1100" dirty="0">
                        <a:latin typeface="Calibri" panose="020F0502020204030204" pitchFamily="34" charset="0"/>
                      </a:endParaRPr>
                    </a:p>
                  </a:txBody>
                  <a:tcPr marL="162560" marR="162560"/>
                </a:tc>
                <a:tc>
                  <a:txBody>
                    <a:bodyPr/>
                    <a:lstStyle/>
                    <a:p>
                      <a:r>
                        <a:rPr lang="en-US" sz="1100" dirty="0"/>
                        <a:t>RCA Component</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0"/>
                  </a:ext>
                </a:extLst>
              </a:tr>
              <a:tr h="741563">
                <a:tc>
                  <a:txBody>
                    <a:bodyPr/>
                    <a:lstStyle/>
                    <a:p>
                      <a:r>
                        <a:rPr lang="en-US" sz="1100" dirty="0"/>
                        <a:t>Code Issue</a:t>
                      </a:r>
                      <a:endParaRPr lang="en-US" sz="1100" dirty="0">
                        <a:latin typeface="Calibri" panose="020F0502020204030204" pitchFamily="34" charset="0"/>
                      </a:endParaRPr>
                    </a:p>
                  </a:txBody>
                  <a:tcPr marL="162560" marR="162560"/>
                </a:tc>
                <a:tc>
                  <a:txBody>
                    <a:bodyPr/>
                    <a:lstStyle/>
                    <a:p>
                      <a:r>
                        <a:rPr lang="en-US" sz="1100" dirty="0"/>
                        <a:t>Project Configuration;</a:t>
                      </a:r>
                    </a:p>
                    <a:p>
                      <a:r>
                        <a:rPr lang="en-US" sz="1100" dirty="0"/>
                        <a:t>Roles</a:t>
                      </a:r>
                      <a:r>
                        <a:rPr lang="en-US" sz="1100" baseline="0" dirty="0"/>
                        <a:t> and Permission;</a:t>
                      </a:r>
                    </a:p>
                    <a:p>
                      <a:r>
                        <a:rPr lang="en-US" sz="1100" baseline="0" dirty="0"/>
                        <a:t>Integrations - Application;</a:t>
                      </a:r>
                    </a:p>
                  </a:txBody>
                  <a:tcPr marL="162560" marR="162560"/>
                </a:tc>
                <a:extLst>
                  <a:ext uri="{0D108BD9-81ED-4DB2-BD59-A6C34878D82A}">
                    <a16:rowId xmlns:a16="http://schemas.microsoft.com/office/drawing/2014/main" val="10001"/>
                  </a:ext>
                </a:extLst>
              </a:tr>
              <a:tr h="474114">
                <a:tc>
                  <a:txBody>
                    <a:bodyPr/>
                    <a:lstStyle/>
                    <a:p>
                      <a:r>
                        <a:rPr lang="en-US" sz="1100" dirty="0"/>
                        <a:t>Requirement Gap</a:t>
                      </a:r>
                      <a:endParaRPr lang="en-US" sz="1100" dirty="0">
                        <a:latin typeface="Calibri" panose="020F0502020204030204" pitchFamily="34" charset="0"/>
                      </a:endParaRPr>
                    </a:p>
                  </a:txBody>
                  <a:tcPr marL="162560" marR="162560"/>
                </a:tc>
                <a:tc>
                  <a:txBody>
                    <a:bodyPr/>
                    <a:lstStyle/>
                    <a:p>
                      <a:r>
                        <a:rPr lang="en-US" sz="1100" dirty="0"/>
                        <a:t>Artefacts</a:t>
                      </a:r>
                      <a:r>
                        <a:rPr lang="en-US" sz="1100" baseline="0" dirty="0"/>
                        <a:t> Mismatch;</a:t>
                      </a:r>
                    </a:p>
                    <a:p>
                      <a:r>
                        <a:rPr lang="en-US" sz="1100" dirty="0"/>
                        <a:t>Functional Understanding;</a:t>
                      </a:r>
                    </a:p>
                    <a:p>
                      <a:r>
                        <a:rPr lang="en-US" sz="1100" dirty="0"/>
                        <a:t>Document Mismatch</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2"/>
                  </a:ext>
                </a:extLst>
              </a:tr>
              <a:tr h="340389">
                <a:tc>
                  <a:txBody>
                    <a:bodyPr/>
                    <a:lstStyle/>
                    <a:p>
                      <a:r>
                        <a:rPr lang="en-US" sz="1100" dirty="0"/>
                        <a:t>Product Issue</a:t>
                      </a:r>
                      <a:endParaRPr lang="en-US" sz="1100" dirty="0">
                        <a:latin typeface="Calibri" panose="020F0502020204030204" pitchFamily="34" charset="0"/>
                      </a:endParaRPr>
                    </a:p>
                  </a:txBody>
                  <a:tcPr marL="162560" marR="162560"/>
                </a:tc>
                <a:tc>
                  <a:txBody>
                    <a:bodyPr/>
                    <a:lstStyle/>
                    <a:p>
                      <a:r>
                        <a:rPr lang="en-US" sz="1100" dirty="0"/>
                        <a:t>Product Documentation;</a:t>
                      </a:r>
                    </a:p>
                    <a:p>
                      <a:r>
                        <a:rPr lang="en-US" sz="1100" dirty="0"/>
                        <a:t>Product Configuration;</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32740266"/>
              </p:ext>
            </p:extLst>
          </p:nvPr>
        </p:nvGraphicFramePr>
        <p:xfrm>
          <a:off x="6089263" y="4267201"/>
          <a:ext cx="5817411" cy="2068171"/>
        </p:xfrm>
        <a:graphic>
          <a:graphicData uri="http://schemas.openxmlformats.org/drawingml/2006/table">
            <a:tbl>
              <a:tblPr firstRow="1" bandRow="1">
                <a:tableStyleId>{5FD0F851-EC5A-4D38-B0AD-8093EC10F338}</a:tableStyleId>
              </a:tblPr>
              <a:tblGrid>
                <a:gridCol w="2464087">
                  <a:extLst>
                    <a:ext uri="{9D8B030D-6E8A-4147-A177-3AD203B41FA5}">
                      <a16:colId xmlns:a16="http://schemas.microsoft.com/office/drawing/2014/main" val="20000"/>
                    </a:ext>
                  </a:extLst>
                </a:gridCol>
                <a:gridCol w="3353324">
                  <a:extLst>
                    <a:ext uri="{9D8B030D-6E8A-4147-A177-3AD203B41FA5}">
                      <a16:colId xmlns:a16="http://schemas.microsoft.com/office/drawing/2014/main" val="20001"/>
                    </a:ext>
                  </a:extLst>
                </a:gridCol>
              </a:tblGrid>
              <a:tr h="250085">
                <a:tc>
                  <a:txBody>
                    <a:bodyPr/>
                    <a:lstStyle/>
                    <a:p>
                      <a:r>
                        <a:rPr lang="en-US" sz="1100" dirty="0"/>
                        <a:t>RCA Category</a:t>
                      </a:r>
                      <a:endParaRPr lang="en-US" sz="1100" dirty="0">
                        <a:latin typeface="Calibri" panose="020F0502020204030204" pitchFamily="34" charset="0"/>
                      </a:endParaRPr>
                    </a:p>
                  </a:txBody>
                  <a:tcPr marL="162560" marR="162560"/>
                </a:tc>
                <a:tc>
                  <a:txBody>
                    <a:bodyPr/>
                    <a:lstStyle/>
                    <a:p>
                      <a:r>
                        <a:rPr lang="en-US" sz="1100" dirty="0"/>
                        <a:t>RCA Component</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0"/>
                  </a:ext>
                </a:extLst>
              </a:tr>
              <a:tr h="250085">
                <a:tc>
                  <a:txBody>
                    <a:bodyPr/>
                    <a:lstStyle/>
                    <a:p>
                      <a:r>
                        <a:rPr lang="en-US" sz="1100" dirty="0"/>
                        <a:t>Data</a:t>
                      </a:r>
                      <a:endParaRPr lang="en-US" sz="1100" dirty="0">
                        <a:latin typeface="Calibri" panose="020F0502020204030204" pitchFamily="34" charset="0"/>
                      </a:endParaRPr>
                    </a:p>
                  </a:txBody>
                  <a:tcPr marL="162560" marR="162560"/>
                </a:tc>
                <a:tc>
                  <a:txBody>
                    <a:bodyPr/>
                    <a:lstStyle/>
                    <a:p>
                      <a:r>
                        <a:rPr lang="en-US" sz="1100" dirty="0"/>
                        <a:t>Input Test Data</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1"/>
                  </a:ext>
                </a:extLst>
              </a:tr>
              <a:tr h="411905">
                <a:tc>
                  <a:txBody>
                    <a:bodyPr/>
                    <a:lstStyle/>
                    <a:p>
                      <a:r>
                        <a:rPr lang="en-US" sz="1100" dirty="0"/>
                        <a:t>Environment</a:t>
                      </a:r>
                      <a:endParaRPr lang="en-US" sz="1100" dirty="0">
                        <a:latin typeface="Calibri" panose="020F0502020204030204" pitchFamily="34" charset="0"/>
                      </a:endParaRPr>
                    </a:p>
                  </a:txBody>
                  <a:tcPr marL="162560" marR="162560"/>
                </a:tc>
                <a:tc>
                  <a:txBody>
                    <a:bodyPr/>
                    <a:lstStyle/>
                    <a:p>
                      <a:r>
                        <a:rPr lang="en-US" sz="1100" dirty="0"/>
                        <a:t>Upgrades</a:t>
                      </a:r>
                      <a:r>
                        <a:rPr lang="en-US" sz="1100" baseline="0" dirty="0"/>
                        <a:t>;</a:t>
                      </a:r>
                    </a:p>
                    <a:p>
                      <a:r>
                        <a:rPr lang="en-US" sz="1100" baseline="0" dirty="0"/>
                        <a:t>Connectivity</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2"/>
                  </a:ext>
                </a:extLst>
              </a:tr>
              <a:tr h="696571">
                <a:tc>
                  <a:txBody>
                    <a:bodyPr/>
                    <a:lstStyle/>
                    <a:p>
                      <a:r>
                        <a:rPr lang="en-US" sz="1100" dirty="0"/>
                        <a:t>Performance Issue</a:t>
                      </a:r>
                      <a:endParaRPr lang="en-US" sz="1100" dirty="0">
                        <a:latin typeface="Calibri" panose="020F0502020204030204" pitchFamily="34" charset="0"/>
                      </a:endParaRPr>
                    </a:p>
                  </a:txBody>
                  <a:tcPr marL="162560" marR="162560"/>
                </a:tc>
                <a:tc>
                  <a:txBody>
                    <a:bodyPr/>
                    <a:lstStyle/>
                    <a:p>
                      <a:r>
                        <a:rPr lang="en-US" sz="1100" dirty="0"/>
                        <a:t>Product Configuration;</a:t>
                      </a:r>
                    </a:p>
                    <a:p>
                      <a:r>
                        <a:rPr lang="en-US" sz="1100" dirty="0"/>
                        <a:t>Product</a:t>
                      </a:r>
                      <a:r>
                        <a:rPr lang="en-US" sz="1100" baseline="0" dirty="0"/>
                        <a:t> Customization;</a:t>
                      </a:r>
                    </a:p>
                  </a:txBody>
                  <a:tcPr marL="162560" marR="162560"/>
                </a:tc>
                <a:extLst>
                  <a:ext uri="{0D108BD9-81ED-4DB2-BD59-A6C34878D82A}">
                    <a16:rowId xmlns:a16="http://schemas.microsoft.com/office/drawing/2014/main" val="10003"/>
                  </a:ext>
                </a:extLst>
              </a:tr>
              <a:tr h="411905">
                <a:tc>
                  <a:txBody>
                    <a:bodyPr/>
                    <a:lstStyle/>
                    <a:p>
                      <a:r>
                        <a:rPr lang="en-US" sz="1100" dirty="0"/>
                        <a:t>Understanding</a:t>
                      </a:r>
                      <a:r>
                        <a:rPr lang="en-US" sz="1100" baseline="0" dirty="0"/>
                        <a:t> Gap</a:t>
                      </a:r>
                      <a:endParaRPr lang="en-US" sz="1100" dirty="0">
                        <a:latin typeface="Calibri" panose="020F0502020204030204" pitchFamily="34" charset="0"/>
                      </a:endParaRPr>
                    </a:p>
                  </a:txBody>
                  <a:tcPr marL="162560" marR="162560"/>
                </a:tc>
                <a:tc>
                  <a:txBody>
                    <a:bodyPr/>
                    <a:lstStyle/>
                    <a:p>
                      <a:r>
                        <a:rPr lang="en-US" sz="1100" dirty="0"/>
                        <a:t>Incorrect Execution;</a:t>
                      </a:r>
                    </a:p>
                    <a:p>
                      <a:r>
                        <a:rPr lang="en-US" sz="1100" dirty="0"/>
                        <a:t>Requirement</a:t>
                      </a:r>
                      <a:r>
                        <a:rPr lang="en-US" sz="1100" baseline="0" dirty="0"/>
                        <a:t> Understanding</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56193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defTabSz="711200">
              <a:spcAft>
                <a:spcPct val="35000"/>
              </a:spcAft>
            </a:pPr>
            <a:r>
              <a:rPr lang="en-US" dirty="0"/>
              <a:t>Step 5</a:t>
            </a:r>
            <a:br>
              <a:rPr lang="en-US" dirty="0"/>
            </a:br>
            <a:r>
              <a:rPr lang="en-US" sz="4800" dirty="0"/>
              <a:t>Setting Up Reporting Structure</a:t>
            </a:r>
          </a:p>
        </p:txBody>
      </p:sp>
    </p:spTree>
    <p:extLst>
      <p:ext uri="{BB962C8B-B14F-4D97-AF65-F5344CB8AC3E}">
        <p14:creationId xmlns:p14="http://schemas.microsoft.com/office/powerpoint/2010/main" val="2810353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46328" y="457201"/>
            <a:ext cx="120488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6AB2"/>
                </a:solidFill>
                <a:latin typeface="Trebuchet MS" pitchFamily="34" charset="0"/>
              </a:rPr>
              <a:t>Governance Structure – Genpact and Lam Research</a:t>
            </a:r>
            <a:endParaRPr lang="en-IN" sz="2000" dirty="0">
              <a:solidFill>
                <a:srgbClr val="006AB2"/>
              </a:solidFill>
              <a:latin typeface="Trebuchet MS" pitchFamily="34" charset="0"/>
            </a:endParaRPr>
          </a:p>
        </p:txBody>
      </p:sp>
      <p:sp>
        <p:nvSpPr>
          <p:cNvPr id="4" name="Freeform 4"/>
          <p:cNvSpPr>
            <a:spLocks/>
          </p:cNvSpPr>
          <p:nvPr/>
        </p:nvSpPr>
        <p:spPr bwMode="auto">
          <a:xfrm>
            <a:off x="3657600" y="1571010"/>
            <a:ext cx="3204021" cy="4579171"/>
          </a:xfrm>
          <a:custGeom>
            <a:avLst/>
            <a:gdLst>
              <a:gd name="T0" fmla="*/ 0 w 2496"/>
              <a:gd name="T1" fmla="*/ 2147483647 h 3840"/>
              <a:gd name="T2" fmla="*/ 2147483647 w 2496"/>
              <a:gd name="T3" fmla="*/ 0 h 3840"/>
              <a:gd name="T4" fmla="*/ 2147483647 w 2496"/>
              <a:gd name="T5" fmla="*/ 2147483647 h 3840"/>
              <a:gd name="T6" fmla="*/ 0 w 2496"/>
              <a:gd name="T7" fmla="*/ 2147483647 h 3840"/>
              <a:gd name="T8" fmla="*/ 0 60000 65536"/>
              <a:gd name="T9" fmla="*/ 0 60000 65536"/>
              <a:gd name="T10" fmla="*/ 0 60000 65536"/>
              <a:gd name="T11" fmla="*/ 0 60000 65536"/>
              <a:gd name="T12" fmla="*/ 0 w 2496"/>
              <a:gd name="T13" fmla="*/ 0 h 3840"/>
              <a:gd name="T14" fmla="*/ 2496 w 2496"/>
              <a:gd name="T15" fmla="*/ 3840 h 3840"/>
            </a:gdLst>
            <a:ahLst/>
            <a:cxnLst>
              <a:cxn ang="T8">
                <a:pos x="T0" y="T1"/>
              </a:cxn>
              <a:cxn ang="T9">
                <a:pos x="T2" y="T3"/>
              </a:cxn>
              <a:cxn ang="T10">
                <a:pos x="T4" y="T5"/>
              </a:cxn>
              <a:cxn ang="T11">
                <a:pos x="T6" y="T7"/>
              </a:cxn>
            </a:cxnLst>
            <a:rect l="T12" t="T13" r="T14" b="T15"/>
            <a:pathLst>
              <a:path w="2496" h="3840">
                <a:moveTo>
                  <a:pt x="0" y="3840"/>
                </a:moveTo>
                <a:lnTo>
                  <a:pt x="1200" y="0"/>
                </a:lnTo>
                <a:lnTo>
                  <a:pt x="2496" y="3840"/>
                </a:lnTo>
                <a:lnTo>
                  <a:pt x="0" y="3840"/>
                </a:lnTo>
                <a:close/>
              </a:path>
            </a:pathLst>
          </a:custGeom>
          <a:solidFill>
            <a:schemeClr val="bg2">
              <a:lumMod val="75000"/>
            </a:schemeClr>
          </a:solidFill>
          <a:ln w="9525">
            <a:solidFill>
              <a:srgbClr val="0069AA"/>
            </a:solidFill>
            <a:round/>
            <a:headEnd/>
            <a:tailEnd/>
          </a:ln>
        </p:spPr>
        <p:txBody>
          <a:bodyPr lIns="27432" tIns="18000" rIns="28800" bIns="18288"/>
          <a:lstStyle/>
          <a:p>
            <a:endParaRPr lang="en-US" dirty="0">
              <a:solidFill>
                <a:srgbClr val="414141"/>
              </a:solidFill>
              <a:latin typeface="Calibri" panose="020F0502020204030204" pitchFamily="34" charset="0"/>
              <a:ea typeface="ＭＳ Ｐゴシック"/>
            </a:endParaRPr>
          </a:p>
        </p:txBody>
      </p:sp>
      <p:sp>
        <p:nvSpPr>
          <p:cNvPr id="5" name="Oval 5"/>
          <p:cNvSpPr>
            <a:spLocks noChangeArrowheads="1"/>
          </p:cNvSpPr>
          <p:nvPr/>
        </p:nvSpPr>
        <p:spPr bwMode="auto">
          <a:xfrm>
            <a:off x="3991851" y="3886386"/>
            <a:ext cx="2510549" cy="1752415"/>
          </a:xfrm>
          <a:prstGeom prst="ellipse">
            <a:avLst/>
          </a:prstGeom>
          <a:solidFill>
            <a:srgbClr val="FFFFFF"/>
          </a:solidFill>
          <a:ln w="9525" algn="ctr">
            <a:noFill/>
            <a:round/>
            <a:headEnd/>
            <a:tailEnd/>
          </a:ln>
        </p:spPr>
        <p:txBody>
          <a:bodyPr/>
          <a:lstStyle/>
          <a:p>
            <a:pPr defTabSz="457200" eaLnBrk="0" hangingPunct="0">
              <a:defRPr/>
            </a:pPr>
            <a:endParaRPr lang="en-GB" sz="2800" kern="0" dirty="0">
              <a:solidFill>
                <a:srgbClr val="FFFFFF"/>
              </a:solidFill>
              <a:latin typeface="Calibri" panose="020F0502020204030204" pitchFamily="34" charset="0"/>
              <a:ea typeface="ＭＳ Ｐゴシック"/>
            </a:endParaRPr>
          </a:p>
        </p:txBody>
      </p:sp>
      <p:sp>
        <p:nvSpPr>
          <p:cNvPr id="6" name="Oval 6"/>
          <p:cNvSpPr>
            <a:spLocks noChangeArrowheads="1"/>
          </p:cNvSpPr>
          <p:nvPr/>
        </p:nvSpPr>
        <p:spPr bwMode="auto">
          <a:xfrm>
            <a:off x="4092840" y="3997149"/>
            <a:ext cx="2306763" cy="1522730"/>
          </a:xfrm>
          <a:prstGeom prst="ellipse">
            <a:avLst/>
          </a:prstGeom>
          <a:solidFill>
            <a:schemeClr val="bg2">
              <a:lumMod val="60000"/>
              <a:lumOff val="40000"/>
            </a:schemeClr>
          </a:solidFill>
          <a:ln w="9525" algn="ctr">
            <a:noFill/>
            <a:round/>
            <a:headEnd/>
            <a:tailEnd/>
          </a:ln>
        </p:spPr>
        <p:txBody>
          <a:bodyPr wrap="none" anchor="ctr"/>
          <a:lstStyle/>
          <a:p>
            <a:pPr defTabSz="457200" eaLnBrk="0" hangingPunct="0">
              <a:defRPr/>
            </a:pPr>
            <a:endParaRPr lang="en-GB" sz="2800" kern="0" dirty="0">
              <a:solidFill>
                <a:srgbClr val="FFFFFF"/>
              </a:solidFill>
              <a:latin typeface="Calibri" panose="020F0502020204030204" pitchFamily="34" charset="0"/>
              <a:ea typeface="ＭＳ Ｐゴシック"/>
            </a:endParaRPr>
          </a:p>
        </p:txBody>
      </p:sp>
      <p:sp>
        <p:nvSpPr>
          <p:cNvPr id="7" name="Text Box 7"/>
          <p:cNvSpPr txBox="1">
            <a:spLocks noChangeArrowheads="1"/>
          </p:cNvSpPr>
          <p:nvPr/>
        </p:nvSpPr>
        <p:spPr bwMode="auto">
          <a:xfrm>
            <a:off x="4204314" y="4515224"/>
            <a:ext cx="2063348" cy="369326"/>
          </a:xfrm>
          <a:prstGeom prst="rect">
            <a:avLst/>
          </a:prstGeom>
          <a:noFill/>
          <a:ln w="12700">
            <a:noFill/>
            <a:miter lim="800000"/>
            <a:headEnd/>
            <a:tailEnd/>
          </a:ln>
        </p:spPr>
        <p:txBody>
          <a:bodyPr wrap="square" lIns="91434" tIns="45717" rIns="91434" bIns="45717">
            <a:spAutoFit/>
          </a:bodyPr>
          <a:lstStyle/>
          <a:p>
            <a:pPr algn="ctr" defTabSz="457200">
              <a:spcBef>
                <a:spcPct val="50000"/>
              </a:spcBef>
            </a:pPr>
            <a:r>
              <a:rPr lang="en-US" b="1" dirty="0">
                <a:solidFill>
                  <a:srgbClr val="1D1D1B"/>
                </a:solidFill>
                <a:latin typeface="Calibri" panose="020F0502020204030204" pitchFamily="34" charset="0"/>
                <a:ea typeface="ＭＳ Ｐゴシック"/>
              </a:rPr>
              <a:t>Level 1</a:t>
            </a:r>
          </a:p>
        </p:txBody>
      </p:sp>
      <p:sp>
        <p:nvSpPr>
          <p:cNvPr id="8" name="Oval 8"/>
          <p:cNvSpPr>
            <a:spLocks noChangeArrowheads="1"/>
          </p:cNvSpPr>
          <p:nvPr/>
        </p:nvSpPr>
        <p:spPr bwMode="auto">
          <a:xfrm>
            <a:off x="4585907" y="2483018"/>
            <a:ext cx="1242484" cy="915987"/>
          </a:xfrm>
          <a:prstGeom prst="ellipse">
            <a:avLst/>
          </a:prstGeom>
          <a:solidFill>
            <a:srgbClr val="FFFFFF"/>
          </a:solidFill>
          <a:ln w="9525" algn="ctr">
            <a:noFill/>
            <a:round/>
            <a:headEnd/>
            <a:tailEnd/>
          </a:ln>
        </p:spPr>
        <p:txBody>
          <a:bodyPr/>
          <a:lstStyle/>
          <a:p>
            <a:pPr defTabSz="457200" eaLnBrk="0" hangingPunct="0">
              <a:defRPr/>
            </a:pPr>
            <a:endParaRPr lang="en-GB" sz="2800" kern="0" dirty="0">
              <a:solidFill>
                <a:srgbClr val="FFFFFF"/>
              </a:solidFill>
              <a:latin typeface="Calibri" panose="020F0502020204030204" pitchFamily="34" charset="0"/>
              <a:ea typeface="ＭＳ Ｐゴシック"/>
            </a:endParaRPr>
          </a:p>
        </p:txBody>
      </p:sp>
      <p:sp>
        <p:nvSpPr>
          <p:cNvPr id="9" name="Oval 9"/>
          <p:cNvSpPr>
            <a:spLocks noChangeArrowheads="1"/>
          </p:cNvSpPr>
          <p:nvPr/>
        </p:nvSpPr>
        <p:spPr bwMode="auto">
          <a:xfrm>
            <a:off x="4662107" y="2570329"/>
            <a:ext cx="1090084" cy="736600"/>
          </a:xfrm>
          <a:prstGeom prst="ellipse">
            <a:avLst/>
          </a:prstGeom>
          <a:solidFill>
            <a:schemeClr val="bg2">
              <a:lumMod val="60000"/>
              <a:lumOff val="40000"/>
            </a:schemeClr>
          </a:solidFill>
          <a:ln w="9525" algn="ctr">
            <a:noFill/>
            <a:round/>
            <a:headEnd/>
            <a:tailEnd/>
          </a:ln>
        </p:spPr>
        <p:txBody>
          <a:bodyPr wrap="none" anchor="ctr"/>
          <a:lstStyle/>
          <a:p>
            <a:pPr defTabSz="457200" eaLnBrk="0" hangingPunct="0">
              <a:defRPr/>
            </a:pPr>
            <a:endParaRPr lang="en-GB" sz="2800" kern="0" dirty="0">
              <a:solidFill>
                <a:srgbClr val="D57E27"/>
              </a:solidFill>
              <a:latin typeface="Calibri" panose="020F0502020204030204" pitchFamily="34" charset="0"/>
              <a:ea typeface="ＭＳ Ｐゴシック"/>
            </a:endParaRPr>
          </a:p>
        </p:txBody>
      </p:sp>
      <p:sp>
        <p:nvSpPr>
          <p:cNvPr id="10" name="Text Box 10"/>
          <p:cNvSpPr txBox="1">
            <a:spLocks noChangeArrowheads="1"/>
          </p:cNvSpPr>
          <p:nvPr/>
        </p:nvSpPr>
        <p:spPr bwMode="auto">
          <a:xfrm>
            <a:off x="4647291" y="2765593"/>
            <a:ext cx="1119716" cy="307771"/>
          </a:xfrm>
          <a:prstGeom prst="rect">
            <a:avLst/>
          </a:prstGeom>
          <a:noFill/>
          <a:ln w="12700">
            <a:noFill/>
            <a:miter lim="800000"/>
            <a:headEnd/>
            <a:tailEnd/>
          </a:ln>
        </p:spPr>
        <p:txBody>
          <a:bodyPr lIns="91434" tIns="45717" rIns="91434" bIns="45717">
            <a:spAutoFit/>
          </a:bodyPr>
          <a:lstStyle/>
          <a:p>
            <a:pPr algn="ctr" defTabSz="457200">
              <a:spcBef>
                <a:spcPct val="50000"/>
              </a:spcBef>
            </a:pPr>
            <a:r>
              <a:rPr lang="en-US" sz="1400" b="1" dirty="0">
                <a:solidFill>
                  <a:srgbClr val="1D1D1B"/>
                </a:solidFill>
                <a:latin typeface="Calibri" panose="020F0502020204030204" pitchFamily="34" charset="0"/>
                <a:ea typeface="ＭＳ Ｐゴシック"/>
              </a:rPr>
              <a:t>Level 2</a:t>
            </a:r>
          </a:p>
        </p:txBody>
      </p:sp>
      <p:sp>
        <p:nvSpPr>
          <p:cNvPr id="15" name="Line 15"/>
          <p:cNvSpPr>
            <a:spLocks noChangeShapeType="1"/>
          </p:cNvSpPr>
          <p:nvPr/>
        </p:nvSpPr>
        <p:spPr bwMode="auto">
          <a:xfrm flipV="1">
            <a:off x="670984" y="3472216"/>
            <a:ext cx="11521016" cy="11112"/>
          </a:xfrm>
          <a:prstGeom prst="line">
            <a:avLst/>
          </a:prstGeom>
          <a:ln>
            <a:solidFill>
              <a:schemeClr val="accent3">
                <a:lumMod val="75000"/>
              </a:schemeClr>
            </a:solidFill>
            <a:prstDash val="sysDash"/>
            <a:headEnd/>
            <a:tailEnd/>
          </a:ln>
        </p:spPr>
        <p:style>
          <a:lnRef idx="3">
            <a:schemeClr val="accent1"/>
          </a:lnRef>
          <a:fillRef idx="0">
            <a:schemeClr val="accent1"/>
          </a:fillRef>
          <a:effectRef idx="2">
            <a:schemeClr val="accent1"/>
          </a:effectRef>
          <a:fontRef idx="minor">
            <a:schemeClr val="tx1"/>
          </a:fontRef>
        </p:style>
        <p:txBody>
          <a:bodyPr/>
          <a:lstStyle/>
          <a:p>
            <a:pPr>
              <a:defRPr/>
            </a:pPr>
            <a:endParaRPr lang="en-US" kern="0" dirty="0">
              <a:solidFill>
                <a:srgbClr val="414141"/>
              </a:solidFill>
              <a:latin typeface="Calibri" panose="020F0502020204030204" pitchFamily="34" charset="0"/>
              <a:ea typeface="ＭＳ Ｐゴシック"/>
            </a:endParaRPr>
          </a:p>
        </p:txBody>
      </p:sp>
      <p:sp>
        <p:nvSpPr>
          <p:cNvPr id="16" name="Rectangle 18"/>
          <p:cNvSpPr>
            <a:spLocks noChangeArrowheads="1"/>
          </p:cNvSpPr>
          <p:nvPr/>
        </p:nvSpPr>
        <p:spPr bwMode="auto">
          <a:xfrm>
            <a:off x="447967" y="3852926"/>
            <a:ext cx="3799419" cy="307760"/>
          </a:xfrm>
          <a:prstGeom prst="rect">
            <a:avLst/>
          </a:prstGeom>
          <a:noFill/>
          <a:ln w="3175" algn="ctr">
            <a:noFill/>
            <a:miter lim="800000"/>
            <a:headEnd/>
            <a:tailEnd/>
          </a:ln>
        </p:spPr>
        <p:txBody>
          <a:bodyPr wrap="square" lIns="91424" tIns="45712" rIns="91424" bIns="45712">
            <a:spAutoFit/>
          </a:bodyPr>
          <a:lstStyle/>
          <a:p>
            <a:pPr defTabSz="457200"/>
            <a:r>
              <a:rPr lang="en-US" sz="1400" b="1" dirty="0">
                <a:solidFill>
                  <a:srgbClr val="414141"/>
                </a:solidFill>
                <a:latin typeface="Calibri" panose="020F0502020204030204" pitchFamily="34" charset="0"/>
                <a:ea typeface="ＭＳ Ｐゴシック"/>
              </a:rPr>
              <a:t>Weekly Service Delivery</a:t>
            </a:r>
          </a:p>
        </p:txBody>
      </p:sp>
      <p:sp>
        <p:nvSpPr>
          <p:cNvPr id="18" name="Rectangle 28"/>
          <p:cNvSpPr>
            <a:spLocks noChangeArrowheads="1"/>
          </p:cNvSpPr>
          <p:nvPr/>
        </p:nvSpPr>
        <p:spPr bwMode="auto">
          <a:xfrm>
            <a:off x="346329" y="4151043"/>
            <a:ext cx="4288588" cy="1133098"/>
          </a:xfrm>
          <a:prstGeom prst="rect">
            <a:avLst/>
          </a:prstGeom>
          <a:noFill/>
          <a:ln w="9525" algn="ctr">
            <a:noFill/>
            <a:miter lim="800000"/>
            <a:headEnd/>
            <a:tailEnd/>
          </a:ln>
        </p:spPr>
        <p:txBody>
          <a:bodyPr/>
          <a:lstStyle/>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Data collection for recent releases</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Review operational performance and Dashboard</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Highlighting issues / concerns </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Project Progress Updates</a:t>
            </a:r>
          </a:p>
        </p:txBody>
      </p:sp>
      <p:sp>
        <p:nvSpPr>
          <p:cNvPr id="19" name="Text Box 29"/>
          <p:cNvSpPr txBox="1">
            <a:spLocks noChangeArrowheads="1"/>
          </p:cNvSpPr>
          <p:nvPr/>
        </p:nvSpPr>
        <p:spPr bwMode="auto">
          <a:xfrm>
            <a:off x="6079067" y="3578429"/>
            <a:ext cx="1617133" cy="307771"/>
          </a:xfrm>
          <a:prstGeom prst="rect">
            <a:avLst/>
          </a:prstGeom>
          <a:noFill/>
          <a:ln w="12700" algn="ctr">
            <a:noFill/>
            <a:miter lim="800000"/>
            <a:headEnd/>
            <a:tailEnd/>
          </a:ln>
        </p:spPr>
        <p:txBody>
          <a:bodyPr wrap="square" lIns="91434" tIns="45717" rIns="91434" bIns="45717">
            <a:spAutoFit/>
          </a:bodyPr>
          <a:lstStyle/>
          <a:p>
            <a:pPr defTabSz="457200">
              <a:spcBef>
                <a:spcPct val="50000"/>
              </a:spcBef>
            </a:pPr>
            <a:r>
              <a:rPr lang="en-US" sz="1400" dirty="0">
                <a:solidFill>
                  <a:srgbClr val="1AA2DC">
                    <a:lumMod val="50000"/>
                  </a:srgbClr>
                </a:solidFill>
                <a:latin typeface="Calibri" panose="020F0502020204030204" pitchFamily="34" charset="0"/>
                <a:ea typeface="ＭＳ Ｐゴシック"/>
              </a:rPr>
              <a:t>(BI-Monthly)</a:t>
            </a:r>
          </a:p>
        </p:txBody>
      </p:sp>
      <p:sp>
        <p:nvSpPr>
          <p:cNvPr id="21" name="Text Box 31"/>
          <p:cNvSpPr txBox="1">
            <a:spLocks noChangeArrowheads="1"/>
          </p:cNvSpPr>
          <p:nvPr/>
        </p:nvSpPr>
        <p:spPr bwMode="auto">
          <a:xfrm>
            <a:off x="5343121" y="1596743"/>
            <a:ext cx="2055284" cy="304800"/>
          </a:xfrm>
          <a:prstGeom prst="rect">
            <a:avLst/>
          </a:prstGeom>
          <a:noFill/>
          <a:ln w="12700" algn="ctr">
            <a:noFill/>
            <a:miter lim="800000"/>
            <a:headEnd/>
            <a:tailEnd/>
          </a:ln>
        </p:spPr>
        <p:txBody>
          <a:bodyPr lIns="91434" tIns="45717" rIns="91434" bIns="45717">
            <a:spAutoFit/>
          </a:bodyPr>
          <a:lstStyle/>
          <a:p>
            <a:pPr defTabSz="457200">
              <a:spcBef>
                <a:spcPct val="50000"/>
              </a:spcBef>
            </a:pPr>
            <a:r>
              <a:rPr lang="en-US" sz="1400" dirty="0">
                <a:solidFill>
                  <a:srgbClr val="1AA2DC">
                    <a:lumMod val="50000"/>
                  </a:srgbClr>
                </a:solidFill>
                <a:latin typeface="Calibri" panose="020F0502020204030204" pitchFamily="34" charset="0"/>
                <a:ea typeface="ＭＳ Ｐゴシック"/>
              </a:rPr>
              <a:t>(Monthly)</a:t>
            </a:r>
          </a:p>
        </p:txBody>
      </p:sp>
      <p:pic>
        <p:nvPicPr>
          <p:cNvPr id="24" name="Picture 23"/>
          <p:cNvPicPr>
            <a:picLocks noChangeAspect="1"/>
          </p:cNvPicPr>
          <p:nvPr/>
        </p:nvPicPr>
        <p:blipFill>
          <a:blip r:embed="rId2" cstate="email">
            <a:biLevel thresh="75000"/>
            <a:extLst>
              <a:ext uri="{28A0092B-C50C-407E-A947-70E740481C1C}">
                <a14:useLocalDpi xmlns:a14="http://schemas.microsoft.com/office/drawing/2010/main"/>
              </a:ext>
            </a:extLst>
          </a:blip>
          <a:stretch>
            <a:fillRect/>
          </a:stretch>
        </p:blipFill>
        <p:spPr>
          <a:xfrm>
            <a:off x="7213600" y="710796"/>
            <a:ext cx="2195539" cy="299174"/>
          </a:xfrm>
          <a:prstGeom prst="rect">
            <a:avLst/>
          </a:prstGeom>
        </p:spPr>
      </p:pic>
      <p:sp>
        <p:nvSpPr>
          <p:cNvPr id="28" name="Rectangle 17"/>
          <p:cNvSpPr>
            <a:spLocks noChangeArrowheads="1"/>
          </p:cNvSpPr>
          <p:nvPr/>
        </p:nvSpPr>
        <p:spPr bwMode="auto">
          <a:xfrm>
            <a:off x="419828" y="1568617"/>
            <a:ext cx="3510691" cy="307760"/>
          </a:xfrm>
          <a:prstGeom prst="rect">
            <a:avLst/>
          </a:prstGeom>
          <a:noFill/>
          <a:ln w="3175" algn="ctr">
            <a:noFill/>
            <a:miter lim="800000"/>
            <a:headEnd/>
            <a:tailEnd/>
          </a:ln>
        </p:spPr>
        <p:txBody>
          <a:bodyPr wrap="square" lIns="91424" tIns="45712" rIns="91424" bIns="45712">
            <a:spAutoFit/>
          </a:bodyPr>
          <a:lstStyle/>
          <a:p>
            <a:pPr defTabSz="457200"/>
            <a:r>
              <a:rPr lang="en-US" sz="1400" b="1" dirty="0">
                <a:solidFill>
                  <a:srgbClr val="414141"/>
                </a:solidFill>
                <a:latin typeface="Calibri" panose="020F0502020204030204" pitchFamily="34" charset="0"/>
                <a:ea typeface="ＭＳ Ｐゴシック"/>
              </a:rPr>
              <a:t>Monthly Management Review</a:t>
            </a:r>
          </a:p>
        </p:txBody>
      </p:sp>
      <p:sp>
        <p:nvSpPr>
          <p:cNvPr id="31" name="Rectangle 28"/>
          <p:cNvSpPr>
            <a:spLocks noChangeArrowheads="1"/>
          </p:cNvSpPr>
          <p:nvPr/>
        </p:nvSpPr>
        <p:spPr bwMode="auto">
          <a:xfrm>
            <a:off x="364801" y="1901543"/>
            <a:ext cx="4177564" cy="1061610"/>
          </a:xfrm>
          <a:prstGeom prst="rect">
            <a:avLst/>
          </a:prstGeom>
          <a:noFill/>
          <a:ln w="9525" algn="ctr">
            <a:noFill/>
            <a:miter lim="800000"/>
            <a:headEnd/>
            <a:tailEnd/>
          </a:ln>
        </p:spPr>
        <p:txBody>
          <a:bodyPr/>
          <a:lstStyle/>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Review progress against agreed priorities</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Data Analysis for current releases </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Review operational performance and Dashboard</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Genpact will work with Lam Research team to drive best practices/benchmarking</a:t>
            </a:r>
          </a:p>
        </p:txBody>
      </p:sp>
      <p:sp>
        <p:nvSpPr>
          <p:cNvPr id="2" name="Rectangle 1"/>
          <p:cNvSpPr/>
          <p:nvPr/>
        </p:nvSpPr>
        <p:spPr>
          <a:xfrm>
            <a:off x="7064822" y="1068602"/>
            <a:ext cx="2470149" cy="220779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defTabSz="457200">
              <a:defRPr/>
            </a:pPr>
            <a:r>
              <a:rPr lang="en-US" sz="1200" b="1" kern="0" dirty="0">
                <a:solidFill>
                  <a:schemeClr val="tx1"/>
                </a:solidFill>
                <a:latin typeface="Calibri" panose="020F0502020204030204" pitchFamily="34" charset="0"/>
                <a:ea typeface="ＭＳ Ｐゴシック"/>
              </a:rPr>
              <a:t>Sasikiran</a:t>
            </a:r>
          </a:p>
          <a:p>
            <a:r>
              <a:rPr lang="en-US" sz="1200" b="1" kern="0" dirty="0">
                <a:solidFill>
                  <a:schemeClr val="tx1"/>
                </a:solidFill>
                <a:latin typeface="Calibri" panose="020F0502020204030204" pitchFamily="34" charset="0"/>
                <a:ea typeface="ＭＳ Ｐゴシック"/>
              </a:rPr>
              <a:t>Assistant Vice President, Operations </a:t>
            </a:r>
          </a:p>
          <a:p>
            <a:pPr defTabSz="457200">
              <a:defRPr/>
            </a:pPr>
            <a:endParaRPr lang="en-US" sz="1200" b="1" kern="0" dirty="0">
              <a:solidFill>
                <a:schemeClr val="tx1"/>
              </a:solidFill>
              <a:latin typeface="Calibri" panose="020F0502020204030204" pitchFamily="34" charset="0"/>
              <a:ea typeface="ＭＳ Ｐゴシック"/>
            </a:endParaRPr>
          </a:p>
          <a:p>
            <a:pPr>
              <a:defRPr/>
            </a:pPr>
            <a:r>
              <a:rPr lang="en-US" sz="1200" b="1" kern="0" dirty="0" err="1">
                <a:solidFill>
                  <a:schemeClr val="tx1"/>
                </a:solidFill>
                <a:latin typeface="Calibri" panose="020F0502020204030204" pitchFamily="34" charset="0"/>
                <a:ea typeface="ＭＳ Ｐゴシック"/>
              </a:rPr>
              <a:t>Piush</a:t>
            </a:r>
            <a:r>
              <a:rPr lang="en-US" sz="1200" b="1" kern="0" dirty="0">
                <a:solidFill>
                  <a:schemeClr val="tx1"/>
                </a:solidFill>
                <a:latin typeface="Calibri" panose="020F0502020204030204" pitchFamily="34" charset="0"/>
                <a:ea typeface="ＭＳ Ｐゴシック"/>
              </a:rPr>
              <a:t>  Goyal</a:t>
            </a:r>
          </a:p>
          <a:p>
            <a:r>
              <a:rPr lang="en-US" sz="1200" b="1" kern="0" dirty="0">
                <a:solidFill>
                  <a:schemeClr val="tx1"/>
                </a:solidFill>
                <a:latin typeface="Calibri" panose="020F0502020204030204" pitchFamily="34" charset="0"/>
                <a:ea typeface="ＭＳ Ｐゴシック"/>
              </a:rPr>
              <a:t>VP, Capital Markets Platforms </a:t>
            </a:r>
          </a:p>
          <a:p>
            <a:pPr defTabSz="457200">
              <a:defRPr/>
            </a:pPr>
            <a:endParaRPr lang="en-US" sz="1050" b="1" i="1" kern="0" dirty="0">
              <a:solidFill>
                <a:schemeClr val="tx1"/>
              </a:solidFill>
              <a:latin typeface="Calibri" panose="020F0502020204030204" pitchFamily="34" charset="0"/>
              <a:ea typeface="ＭＳ Ｐゴシック"/>
            </a:endParaRPr>
          </a:p>
          <a:p>
            <a:pPr>
              <a:defRPr/>
            </a:pPr>
            <a:r>
              <a:rPr lang="en-US" sz="1200" b="1" kern="0" dirty="0">
                <a:solidFill>
                  <a:schemeClr val="tx1"/>
                </a:solidFill>
                <a:latin typeface="Calibri" panose="020F0502020204030204" pitchFamily="34" charset="0"/>
                <a:ea typeface="ＭＳ Ｐゴシック"/>
              </a:rPr>
              <a:t>Deepak Chopra</a:t>
            </a:r>
          </a:p>
          <a:p>
            <a:r>
              <a:rPr lang="en-US" sz="1200" b="1" kern="0" dirty="0">
                <a:solidFill>
                  <a:schemeClr val="tx1"/>
                </a:solidFill>
                <a:latin typeface="Calibri" panose="020F0502020204030204" pitchFamily="34" charset="0"/>
                <a:ea typeface="ＭＳ Ｐゴシック"/>
              </a:rPr>
              <a:t>Quality Leader</a:t>
            </a:r>
          </a:p>
          <a:p>
            <a:pPr defTabSz="457200">
              <a:defRPr/>
            </a:pPr>
            <a:endParaRPr lang="en-US" sz="1200" b="1" kern="0" dirty="0">
              <a:solidFill>
                <a:schemeClr val="tx1"/>
              </a:solidFill>
              <a:latin typeface="Calibri" panose="020F0502020204030204" pitchFamily="34" charset="0"/>
              <a:ea typeface="ＭＳ Ｐゴシック"/>
            </a:endParaRPr>
          </a:p>
          <a:p>
            <a:pPr defTabSz="457200">
              <a:defRPr/>
            </a:pPr>
            <a:r>
              <a:rPr lang="en-US" sz="1200" b="1" kern="0" dirty="0">
                <a:solidFill>
                  <a:schemeClr val="tx1"/>
                </a:solidFill>
                <a:latin typeface="Calibri" panose="020F0502020204030204" pitchFamily="34" charset="0"/>
                <a:ea typeface="ＭＳ Ｐゴシック"/>
              </a:rPr>
              <a:t>Vivek Singh</a:t>
            </a:r>
          </a:p>
          <a:p>
            <a:pPr defTabSz="457200">
              <a:defRPr/>
            </a:pPr>
            <a:r>
              <a:rPr lang="en-US" sz="1200" b="1" kern="0" dirty="0">
                <a:solidFill>
                  <a:schemeClr val="tx1"/>
                </a:solidFill>
                <a:latin typeface="Calibri" panose="020F0502020204030204" pitchFamily="34" charset="0"/>
                <a:ea typeface="ＭＳ Ｐゴシック"/>
              </a:rPr>
              <a:t>Project Leader</a:t>
            </a:r>
          </a:p>
        </p:txBody>
      </p:sp>
      <p:sp>
        <p:nvSpPr>
          <p:cNvPr id="37" name="Rectangle 36"/>
          <p:cNvSpPr/>
          <p:nvPr/>
        </p:nvSpPr>
        <p:spPr>
          <a:xfrm>
            <a:off x="6999616" y="4150776"/>
            <a:ext cx="2470149" cy="199940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defTabSz="457200">
              <a:defRPr/>
            </a:pPr>
            <a:r>
              <a:rPr lang="en-US" sz="1400" b="1" kern="0" dirty="0">
                <a:solidFill>
                  <a:schemeClr val="tx1"/>
                </a:solidFill>
                <a:latin typeface="Calibri" panose="020F0502020204030204" pitchFamily="34" charset="0"/>
                <a:ea typeface="ＭＳ Ｐゴシック"/>
              </a:rPr>
              <a:t>Sampath Kareddy</a:t>
            </a:r>
          </a:p>
          <a:p>
            <a:pPr defTabSz="457200">
              <a:defRPr/>
            </a:pPr>
            <a:r>
              <a:rPr lang="en-US" sz="1100" b="1" i="1" kern="0" dirty="0">
                <a:solidFill>
                  <a:schemeClr val="tx1"/>
                </a:solidFill>
                <a:latin typeface="Calibri" panose="020F0502020204030204" pitchFamily="34" charset="0"/>
                <a:ea typeface="ＭＳ Ｐゴシック"/>
              </a:rPr>
              <a:t>Project Leader</a:t>
            </a:r>
          </a:p>
          <a:p>
            <a:pPr defTabSz="457200">
              <a:defRPr/>
            </a:pPr>
            <a:endParaRPr lang="en-US" sz="1100" b="1" i="1" kern="0" dirty="0">
              <a:solidFill>
                <a:schemeClr val="tx1"/>
              </a:solidFill>
              <a:latin typeface="Calibri" panose="020F0502020204030204" pitchFamily="34" charset="0"/>
              <a:ea typeface="ＭＳ Ｐゴシック"/>
            </a:endParaRPr>
          </a:p>
          <a:p>
            <a:pPr defTabSz="457200">
              <a:defRPr/>
            </a:pPr>
            <a:r>
              <a:rPr lang="en-US" sz="1400" b="1" kern="0" dirty="0">
                <a:solidFill>
                  <a:schemeClr val="tx1"/>
                </a:solidFill>
                <a:latin typeface="Calibri" panose="020F0502020204030204" pitchFamily="34" charset="0"/>
                <a:ea typeface="ＭＳ Ｐゴシック"/>
              </a:rPr>
              <a:t>Shalini Akunur</a:t>
            </a:r>
          </a:p>
          <a:p>
            <a:pPr defTabSz="457200">
              <a:defRPr/>
            </a:pPr>
            <a:r>
              <a:rPr lang="en-US" sz="1100" b="1" i="1" kern="0" dirty="0">
                <a:solidFill>
                  <a:schemeClr val="tx1"/>
                </a:solidFill>
                <a:latin typeface="Calibri" panose="020F0502020204030204" pitchFamily="34" charset="0"/>
                <a:ea typeface="ＭＳ Ｐゴシック"/>
              </a:rPr>
              <a:t>Project Team</a:t>
            </a:r>
          </a:p>
        </p:txBody>
      </p:sp>
      <p:sp>
        <p:nvSpPr>
          <p:cNvPr id="29" name="Rectangle 28"/>
          <p:cNvSpPr/>
          <p:nvPr/>
        </p:nvSpPr>
        <p:spPr>
          <a:xfrm>
            <a:off x="9644591" y="4151043"/>
            <a:ext cx="2470149" cy="199913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defRPr/>
            </a:pPr>
            <a:r>
              <a:rPr lang="en-US" sz="1400" dirty="0">
                <a:latin typeface="Calibri" panose="020F0502020204030204" pitchFamily="34" charset="0"/>
              </a:rPr>
              <a:t>Akshay Jain, Satya Gunuru, Baradwaja Angeerasam, Sam Bhadra</a:t>
            </a:r>
          </a:p>
          <a:p>
            <a:pPr defTabSz="457200">
              <a:defRPr/>
            </a:pPr>
            <a:endParaRPr lang="en-US" sz="1000" dirty="0">
              <a:solidFill>
                <a:schemeClr val="tx1"/>
              </a:solidFill>
              <a:latin typeface="Calibri" panose="020F0502020204030204" pitchFamily="34" charset="0"/>
            </a:endParaRPr>
          </a:p>
        </p:txBody>
      </p:sp>
      <p:sp>
        <p:nvSpPr>
          <p:cNvPr id="11" name="TextBox 10"/>
          <p:cNvSpPr txBox="1"/>
          <p:nvPr/>
        </p:nvSpPr>
        <p:spPr>
          <a:xfrm>
            <a:off x="7484176" y="3650222"/>
            <a:ext cx="1415772"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b="1" dirty="0"/>
              <a:t>LDT Team</a:t>
            </a:r>
          </a:p>
        </p:txBody>
      </p:sp>
      <p:sp>
        <p:nvSpPr>
          <p:cNvPr id="25" name="TextBox 24"/>
          <p:cNvSpPr txBox="1"/>
          <p:nvPr/>
        </p:nvSpPr>
        <p:spPr>
          <a:xfrm>
            <a:off x="9935935" y="3669268"/>
            <a:ext cx="136608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b="1" dirty="0"/>
              <a:t>Ops Team</a:t>
            </a:r>
          </a:p>
        </p:txBody>
      </p:sp>
    </p:spTree>
    <p:extLst>
      <p:ext uri="{BB962C8B-B14F-4D97-AF65-F5344CB8AC3E}">
        <p14:creationId xmlns:p14="http://schemas.microsoft.com/office/powerpoint/2010/main" val="4026053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18505" y="236689"/>
            <a:ext cx="7235456" cy="533400"/>
          </a:xfrm>
        </p:spPr>
        <p:txBody>
          <a:bodyPr/>
          <a:lstStyle/>
          <a:p>
            <a:r>
              <a:rPr lang="en-US" sz="2800" dirty="0"/>
              <a:t>Structure of Report</a:t>
            </a:r>
          </a:p>
        </p:txBody>
      </p:sp>
      <p:sp>
        <p:nvSpPr>
          <p:cNvPr id="13" name="Rectangle 12"/>
          <p:cNvSpPr/>
          <p:nvPr/>
        </p:nvSpPr>
        <p:spPr>
          <a:xfrm>
            <a:off x="4168969" y="699790"/>
            <a:ext cx="3570972" cy="5005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Filters Used in the Report</a:t>
            </a:r>
          </a:p>
        </p:txBody>
      </p:sp>
      <p:pic>
        <p:nvPicPr>
          <p:cNvPr id="6" name="Picture 5"/>
          <p:cNvPicPr>
            <a:picLocks noChangeAspect="1"/>
          </p:cNvPicPr>
          <p:nvPr/>
        </p:nvPicPr>
        <p:blipFill>
          <a:blip r:embed="rId2"/>
          <a:stretch>
            <a:fillRect/>
          </a:stretch>
        </p:blipFill>
        <p:spPr>
          <a:xfrm>
            <a:off x="990600" y="1336116"/>
            <a:ext cx="10245432" cy="5109098"/>
          </a:xfrm>
          <a:prstGeom prst="rect">
            <a:avLst/>
          </a:prstGeom>
          <a:ln>
            <a:solidFill>
              <a:srgbClr val="002060"/>
            </a:solidFill>
          </a:ln>
        </p:spPr>
      </p:pic>
      <p:cxnSp>
        <p:nvCxnSpPr>
          <p:cNvPr id="18" name="Straight Arrow Connector 17">
            <a:extLst>
              <a:ext uri="{FF2B5EF4-FFF2-40B4-BE49-F238E27FC236}">
                <a16:creationId xmlns:a16="http://schemas.microsoft.com/office/drawing/2014/main" id="{4633F000-DCB4-430A-9B31-6DD1939F77DF}"/>
              </a:ext>
            </a:extLst>
          </p:cNvPr>
          <p:cNvCxnSpPr>
            <a:cxnSpLocks/>
          </p:cNvCxnSpPr>
          <p:nvPr/>
        </p:nvCxnSpPr>
        <p:spPr>
          <a:xfrm>
            <a:off x="7833360" y="3581400"/>
            <a:ext cx="243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0A9AC40-78DA-48C7-8B6A-85CCB50D1A37}"/>
              </a:ext>
            </a:extLst>
          </p:cNvPr>
          <p:cNvSpPr txBox="1"/>
          <p:nvPr/>
        </p:nvSpPr>
        <p:spPr>
          <a:xfrm>
            <a:off x="8178800" y="3429000"/>
            <a:ext cx="3362960" cy="461665"/>
          </a:xfrm>
          <a:prstGeom prst="rect">
            <a:avLst/>
          </a:prstGeom>
          <a:noFill/>
        </p:spPr>
        <p:txBody>
          <a:bodyPr wrap="square" rtlCol="0">
            <a:spAutoFit/>
          </a:bodyPr>
          <a:lstStyle/>
          <a:p>
            <a:r>
              <a:rPr lang="en-US" sz="1200" dirty="0"/>
              <a:t>The source of the Requests is through automated channel</a:t>
            </a:r>
          </a:p>
        </p:txBody>
      </p:sp>
      <p:sp>
        <p:nvSpPr>
          <p:cNvPr id="9" name="TextBox 8">
            <a:extLst>
              <a:ext uri="{FF2B5EF4-FFF2-40B4-BE49-F238E27FC236}">
                <a16:creationId xmlns:a16="http://schemas.microsoft.com/office/drawing/2014/main" id="{4AFFC645-2303-4915-94FB-2F41C4697429}"/>
              </a:ext>
            </a:extLst>
          </p:cNvPr>
          <p:cNvSpPr txBox="1"/>
          <p:nvPr/>
        </p:nvSpPr>
        <p:spPr>
          <a:xfrm>
            <a:off x="8178800" y="4267775"/>
            <a:ext cx="3362960" cy="276999"/>
          </a:xfrm>
          <a:prstGeom prst="rect">
            <a:avLst/>
          </a:prstGeom>
          <a:noFill/>
        </p:spPr>
        <p:txBody>
          <a:bodyPr wrap="square" rtlCol="0">
            <a:spAutoFit/>
          </a:bodyPr>
          <a:lstStyle/>
          <a:p>
            <a:r>
              <a:rPr lang="en-US" sz="1200" dirty="0"/>
              <a:t>State of the ticket</a:t>
            </a:r>
          </a:p>
        </p:txBody>
      </p:sp>
      <p:cxnSp>
        <p:nvCxnSpPr>
          <p:cNvPr id="19" name="Straight Arrow Connector 18">
            <a:extLst>
              <a:ext uri="{FF2B5EF4-FFF2-40B4-BE49-F238E27FC236}">
                <a16:creationId xmlns:a16="http://schemas.microsoft.com/office/drawing/2014/main" id="{0AA9D0C1-03AB-4B9E-8E2C-96CAF88EC8D7}"/>
              </a:ext>
            </a:extLst>
          </p:cNvPr>
          <p:cNvCxnSpPr>
            <a:cxnSpLocks/>
          </p:cNvCxnSpPr>
          <p:nvPr/>
        </p:nvCxnSpPr>
        <p:spPr>
          <a:xfrm>
            <a:off x="7833360" y="4406274"/>
            <a:ext cx="243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AFF9F73-1041-4033-BB00-FE649252EAAD}"/>
              </a:ext>
            </a:extLst>
          </p:cNvPr>
          <p:cNvSpPr txBox="1"/>
          <p:nvPr/>
        </p:nvSpPr>
        <p:spPr>
          <a:xfrm>
            <a:off x="8046721" y="5427411"/>
            <a:ext cx="3362960" cy="276999"/>
          </a:xfrm>
          <a:prstGeom prst="rect">
            <a:avLst/>
          </a:prstGeom>
          <a:noFill/>
        </p:spPr>
        <p:txBody>
          <a:bodyPr wrap="square" rtlCol="0">
            <a:spAutoFit/>
          </a:bodyPr>
          <a:lstStyle/>
          <a:p>
            <a:r>
              <a:rPr lang="en-US" sz="1200" dirty="0"/>
              <a:t>Filter all the Referral Bonus ticket</a:t>
            </a:r>
          </a:p>
        </p:txBody>
      </p:sp>
      <p:cxnSp>
        <p:nvCxnSpPr>
          <p:cNvPr id="16" name="Straight Arrow Connector 15">
            <a:extLst>
              <a:ext uri="{FF2B5EF4-FFF2-40B4-BE49-F238E27FC236}">
                <a16:creationId xmlns:a16="http://schemas.microsoft.com/office/drawing/2014/main" id="{37C5BBE2-033B-421B-96C0-B809F92E1B72}"/>
              </a:ext>
            </a:extLst>
          </p:cNvPr>
          <p:cNvCxnSpPr>
            <a:cxnSpLocks/>
          </p:cNvCxnSpPr>
          <p:nvPr/>
        </p:nvCxnSpPr>
        <p:spPr>
          <a:xfrm>
            <a:off x="7739941" y="5565910"/>
            <a:ext cx="243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A237584-3EEF-43A4-A713-6DDE6F1370E9}"/>
              </a:ext>
            </a:extLst>
          </p:cNvPr>
          <p:cNvSpPr txBox="1"/>
          <p:nvPr/>
        </p:nvSpPr>
        <p:spPr>
          <a:xfrm>
            <a:off x="10846388" y="5798182"/>
            <a:ext cx="1188133" cy="461665"/>
          </a:xfrm>
          <a:prstGeom prst="rect">
            <a:avLst/>
          </a:prstGeom>
          <a:noFill/>
        </p:spPr>
        <p:txBody>
          <a:bodyPr wrap="square" rtlCol="0">
            <a:spAutoFit/>
          </a:bodyPr>
          <a:lstStyle/>
          <a:p>
            <a:r>
              <a:rPr lang="en-US" sz="1200" dirty="0"/>
              <a:t>Created in year 2020</a:t>
            </a:r>
          </a:p>
        </p:txBody>
      </p:sp>
      <p:cxnSp>
        <p:nvCxnSpPr>
          <p:cNvPr id="15" name="Straight Arrow Connector 14">
            <a:extLst>
              <a:ext uri="{FF2B5EF4-FFF2-40B4-BE49-F238E27FC236}">
                <a16:creationId xmlns:a16="http://schemas.microsoft.com/office/drawing/2014/main" id="{4567B3E7-CC64-4CF7-803E-8DB28EAEDD8F}"/>
              </a:ext>
            </a:extLst>
          </p:cNvPr>
          <p:cNvCxnSpPr>
            <a:cxnSpLocks/>
          </p:cNvCxnSpPr>
          <p:nvPr/>
        </p:nvCxnSpPr>
        <p:spPr>
          <a:xfrm>
            <a:off x="10602548" y="5972604"/>
            <a:ext cx="243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232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a:r>
              <a:rPr lang="en-US" dirty="0"/>
              <a:t>Step 6</a:t>
            </a:r>
            <a:br>
              <a:rPr lang="en-US" dirty="0"/>
            </a:br>
            <a:r>
              <a:rPr lang="en-US" sz="4800" dirty="0"/>
              <a:t>Visual Management Standardization</a:t>
            </a:r>
          </a:p>
        </p:txBody>
      </p:sp>
    </p:spTree>
    <p:extLst>
      <p:ext uri="{BB962C8B-B14F-4D97-AF65-F5344CB8AC3E}">
        <p14:creationId xmlns:p14="http://schemas.microsoft.com/office/powerpoint/2010/main" val="712175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807655" y="355061"/>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Visual Management ( </a:t>
            </a:r>
            <a:r>
              <a:rPr lang="en-US" sz="2000" dirty="0">
                <a:solidFill>
                  <a:srgbClr val="FF0000"/>
                </a:solidFill>
                <a:latin typeface="Trebuchet MS" pitchFamily="34" charset="0"/>
              </a:rPr>
              <a:t>service</a:t>
            </a:r>
            <a:r>
              <a:rPr lang="en-US" sz="2000" dirty="0">
                <a:solidFill>
                  <a:srgbClr val="0070C0"/>
                </a:solidFill>
                <a:latin typeface="Trebuchet MS" pitchFamily="34" charset="0"/>
              </a:rPr>
              <a:t> now)</a:t>
            </a:r>
          </a:p>
        </p:txBody>
      </p:sp>
      <p:sp>
        <p:nvSpPr>
          <p:cNvPr id="4" name="AutoShape 5" descr="Image result for icons for cross in red circle"/>
          <p:cNvSpPr>
            <a:spLocks noChangeAspect="1" noChangeArrowheads="1"/>
          </p:cNvSpPr>
          <p:nvPr/>
        </p:nvSpPr>
        <p:spPr bwMode="auto">
          <a:xfrm>
            <a:off x="207433" y="-144463"/>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9" descr="Image result for icons for cross in red circle"/>
          <p:cNvSpPr>
            <a:spLocks noChangeAspect="1" noChangeArrowheads="1"/>
          </p:cNvSpPr>
          <p:nvPr/>
        </p:nvSpPr>
        <p:spPr bwMode="auto">
          <a:xfrm>
            <a:off x="410633" y="7938"/>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Chart 8">
            <a:extLst>
              <a:ext uri="{FF2B5EF4-FFF2-40B4-BE49-F238E27FC236}">
                <a16:creationId xmlns:a16="http://schemas.microsoft.com/office/drawing/2014/main" id="{68971D1B-CA94-46DC-884B-17481CD0A22B}"/>
              </a:ext>
            </a:extLst>
          </p:cNvPr>
          <p:cNvGraphicFramePr>
            <a:graphicFrameLocks/>
          </p:cNvGraphicFramePr>
          <p:nvPr>
            <p:extLst>
              <p:ext uri="{D42A27DB-BD31-4B8C-83A1-F6EECF244321}">
                <p14:modId xmlns:p14="http://schemas.microsoft.com/office/powerpoint/2010/main" val="1421101064"/>
              </p:ext>
            </p:extLst>
          </p:nvPr>
        </p:nvGraphicFramePr>
        <p:xfrm>
          <a:off x="410633" y="1219200"/>
          <a:ext cx="5532967" cy="3276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9988EA07-B786-4B6E-8B84-0A308E15082E}"/>
              </a:ext>
            </a:extLst>
          </p:cNvPr>
          <p:cNvGraphicFramePr>
            <a:graphicFrameLocks/>
          </p:cNvGraphicFramePr>
          <p:nvPr>
            <p:extLst>
              <p:ext uri="{D42A27DB-BD31-4B8C-83A1-F6EECF244321}">
                <p14:modId xmlns:p14="http://schemas.microsoft.com/office/powerpoint/2010/main" val="160722175"/>
              </p:ext>
            </p:extLst>
          </p:nvPr>
        </p:nvGraphicFramePr>
        <p:xfrm>
          <a:off x="6525169" y="1219200"/>
          <a:ext cx="5285831" cy="32766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p:cNvSpPr/>
          <p:nvPr/>
        </p:nvSpPr>
        <p:spPr>
          <a:xfrm>
            <a:off x="3100219" y="4802096"/>
            <a:ext cx="6096000" cy="646331"/>
          </a:xfrm>
          <a:prstGeom prst="rect">
            <a:avLst/>
          </a:prstGeom>
        </p:spPr>
        <p:txBody>
          <a:bodyPr>
            <a:spAutoFit/>
          </a:bodyPr>
          <a:lstStyle/>
          <a:p>
            <a:r>
              <a:rPr lang="en-US" dirty="0"/>
              <a:t>This report showcases the total no of Service Requests created before and after the automation.</a:t>
            </a:r>
          </a:p>
        </p:txBody>
      </p:sp>
    </p:spTree>
    <p:extLst>
      <p:ext uri="{BB962C8B-B14F-4D97-AF65-F5344CB8AC3E}">
        <p14:creationId xmlns:p14="http://schemas.microsoft.com/office/powerpoint/2010/main" val="1884480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defTabSz="711200">
              <a:spcAft>
                <a:spcPct val="35000"/>
              </a:spcAft>
            </a:pPr>
            <a:r>
              <a:rPr lang="en-US" dirty="0"/>
              <a:t>Step 7</a:t>
            </a:r>
            <a:br>
              <a:rPr lang="en-US" dirty="0"/>
            </a:br>
            <a:r>
              <a:rPr lang="en-US" sz="4800" dirty="0"/>
              <a:t>Continuous Improvement Roadmap</a:t>
            </a:r>
          </a:p>
        </p:txBody>
      </p:sp>
    </p:spTree>
    <p:extLst>
      <p:ext uri="{BB962C8B-B14F-4D97-AF65-F5344CB8AC3E}">
        <p14:creationId xmlns:p14="http://schemas.microsoft.com/office/powerpoint/2010/main" val="1745670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609600" y="304800"/>
            <a:ext cx="9047573" cy="334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a:lstStyle/>
          <a:p>
            <a:pPr eaLnBrk="0" hangingPunct="0">
              <a:defRPr/>
            </a:pPr>
            <a:r>
              <a:rPr lang="en-US" sz="2000" dirty="0">
                <a:solidFill>
                  <a:srgbClr val="0070C0"/>
                </a:solidFill>
                <a:latin typeface="Trebuchet MS" pitchFamily="34" charset="0"/>
                <a:ea typeface="ＭＳ Ｐゴシック" pitchFamily="34" charset="-128"/>
              </a:rPr>
              <a:t>Control Plan</a:t>
            </a:r>
          </a:p>
        </p:txBody>
      </p:sp>
      <p:graphicFrame>
        <p:nvGraphicFramePr>
          <p:cNvPr id="5" name="Table 4"/>
          <p:cNvGraphicFramePr>
            <a:graphicFrameLocks noGrp="1"/>
          </p:cNvGraphicFramePr>
          <p:nvPr>
            <p:extLst>
              <p:ext uri="{D42A27DB-BD31-4B8C-83A1-F6EECF244321}">
                <p14:modId xmlns:p14="http://schemas.microsoft.com/office/powerpoint/2010/main" val="3912679217"/>
              </p:ext>
            </p:extLst>
          </p:nvPr>
        </p:nvGraphicFramePr>
        <p:xfrm>
          <a:off x="349948" y="933651"/>
          <a:ext cx="11420669" cy="3374189"/>
        </p:xfrm>
        <a:graphic>
          <a:graphicData uri="http://schemas.openxmlformats.org/drawingml/2006/table">
            <a:tbl>
              <a:tblPr firstRow="1" bandRow="1">
                <a:tableStyleId>{5C22544A-7EE6-4342-B048-85BDC9FD1C3A}</a:tableStyleId>
              </a:tblPr>
              <a:tblGrid>
                <a:gridCol w="732311">
                  <a:extLst>
                    <a:ext uri="{9D8B030D-6E8A-4147-A177-3AD203B41FA5}">
                      <a16:colId xmlns:a16="http://schemas.microsoft.com/office/drawing/2014/main" val="1139190253"/>
                    </a:ext>
                  </a:extLst>
                </a:gridCol>
                <a:gridCol w="2092036">
                  <a:extLst>
                    <a:ext uri="{9D8B030D-6E8A-4147-A177-3AD203B41FA5}">
                      <a16:colId xmlns:a16="http://schemas.microsoft.com/office/drawing/2014/main" val="3399192100"/>
                    </a:ext>
                  </a:extLst>
                </a:gridCol>
                <a:gridCol w="2604654">
                  <a:extLst>
                    <a:ext uri="{9D8B030D-6E8A-4147-A177-3AD203B41FA5}">
                      <a16:colId xmlns:a16="http://schemas.microsoft.com/office/drawing/2014/main" val="1090245521"/>
                    </a:ext>
                  </a:extLst>
                </a:gridCol>
                <a:gridCol w="1752177">
                  <a:extLst>
                    <a:ext uri="{9D8B030D-6E8A-4147-A177-3AD203B41FA5}">
                      <a16:colId xmlns:a16="http://schemas.microsoft.com/office/drawing/2014/main" val="1415910875"/>
                    </a:ext>
                  </a:extLst>
                </a:gridCol>
                <a:gridCol w="2595607">
                  <a:extLst>
                    <a:ext uri="{9D8B030D-6E8A-4147-A177-3AD203B41FA5}">
                      <a16:colId xmlns:a16="http://schemas.microsoft.com/office/drawing/2014/main" val="1360980486"/>
                    </a:ext>
                  </a:extLst>
                </a:gridCol>
                <a:gridCol w="1643884">
                  <a:extLst>
                    <a:ext uri="{9D8B030D-6E8A-4147-A177-3AD203B41FA5}">
                      <a16:colId xmlns:a16="http://schemas.microsoft.com/office/drawing/2014/main" val="1758738862"/>
                    </a:ext>
                  </a:extLst>
                </a:gridCol>
              </a:tblGrid>
              <a:tr h="575498">
                <a:tc>
                  <a:txBody>
                    <a:bodyPr/>
                    <a:lstStyle/>
                    <a:p>
                      <a:endParaRPr lang="en-US" sz="1400" b="1" dirty="0">
                        <a:solidFill>
                          <a:schemeClr val="bg1"/>
                        </a:solidFill>
                      </a:endParaRPr>
                    </a:p>
                  </a:txBody>
                  <a:tcPr>
                    <a:solidFill>
                      <a:schemeClr val="tx1"/>
                    </a:solidFill>
                  </a:tcPr>
                </a:tc>
                <a:tc>
                  <a:txBody>
                    <a:bodyPr/>
                    <a:lstStyle/>
                    <a:p>
                      <a:r>
                        <a:rPr lang="en-US" sz="1400" b="1" dirty="0">
                          <a:solidFill>
                            <a:schemeClr val="bg1"/>
                          </a:solidFill>
                        </a:rPr>
                        <a:t>Work Plan</a:t>
                      </a:r>
                    </a:p>
                  </a:txBody>
                  <a:tcPr>
                    <a:solidFill>
                      <a:schemeClr val="tx1"/>
                    </a:solidFill>
                  </a:tcPr>
                </a:tc>
                <a:tc gridSpan="2">
                  <a:txBody>
                    <a:bodyPr/>
                    <a:lstStyle/>
                    <a:p>
                      <a:r>
                        <a:rPr lang="en-US" sz="1400" b="1" dirty="0">
                          <a:solidFill>
                            <a:schemeClr val="bg1"/>
                          </a:solidFill>
                        </a:rPr>
                        <a:t>Checking the work done</a:t>
                      </a:r>
                    </a:p>
                  </a:txBody>
                  <a:tcPr>
                    <a:solidFill>
                      <a:schemeClr val="tx1"/>
                    </a:solidFill>
                  </a:tcPr>
                </a:tc>
                <a:tc hMerge="1">
                  <a:txBody>
                    <a:bodyPr/>
                    <a:lstStyle/>
                    <a:p>
                      <a:endParaRPr lang="en-US" sz="1400" b="1" dirty="0">
                        <a:solidFill>
                          <a:schemeClr val="bg1"/>
                        </a:solidFill>
                      </a:endParaRPr>
                    </a:p>
                  </a:txBody>
                  <a:tcPr/>
                </a:tc>
                <a:tc>
                  <a:txBody>
                    <a:bodyPr/>
                    <a:lstStyle/>
                    <a:p>
                      <a:r>
                        <a:rPr lang="en-US" sz="1400" b="1" dirty="0">
                          <a:solidFill>
                            <a:schemeClr val="bg1"/>
                          </a:solidFill>
                        </a:rPr>
                        <a:t>Action to be Taken</a:t>
                      </a:r>
                    </a:p>
                  </a:txBody>
                  <a:tcPr>
                    <a:solidFill>
                      <a:schemeClr val="tx1"/>
                    </a:solidFill>
                  </a:tcPr>
                </a:tc>
                <a:tc>
                  <a:txBody>
                    <a:bodyPr/>
                    <a:lstStyle/>
                    <a:p>
                      <a:r>
                        <a:rPr lang="en-US" sz="1400" b="1" dirty="0">
                          <a:solidFill>
                            <a:schemeClr val="bg1"/>
                          </a:solidFill>
                        </a:rPr>
                        <a:t>Responsibility</a:t>
                      </a:r>
                    </a:p>
                  </a:txBody>
                  <a:tcPr>
                    <a:solidFill>
                      <a:schemeClr val="tx1"/>
                    </a:solidFill>
                  </a:tcPr>
                </a:tc>
                <a:extLst>
                  <a:ext uri="{0D108BD9-81ED-4DB2-BD59-A6C34878D82A}">
                    <a16:rowId xmlns:a16="http://schemas.microsoft.com/office/drawing/2014/main" val="2020211810"/>
                  </a:ext>
                </a:extLst>
              </a:tr>
              <a:tr h="430304">
                <a:tc>
                  <a:txBody>
                    <a:bodyPr/>
                    <a:lstStyle/>
                    <a:p>
                      <a:r>
                        <a:rPr lang="en-US" sz="1200" b="1" dirty="0" err="1">
                          <a:solidFill>
                            <a:schemeClr val="tx1"/>
                          </a:solidFill>
                        </a:rPr>
                        <a:t>S.No</a:t>
                      </a:r>
                      <a:r>
                        <a:rPr lang="en-US" sz="1200" b="1" dirty="0">
                          <a:solidFill>
                            <a:schemeClr val="tx1"/>
                          </a:solidFill>
                        </a:rPr>
                        <a:t>.</a:t>
                      </a:r>
                    </a:p>
                  </a:txBody>
                  <a:tcPr>
                    <a:solidFill>
                      <a:schemeClr val="tx1">
                        <a:lumMod val="20000"/>
                        <a:lumOff val="80000"/>
                      </a:schemeClr>
                    </a:solidFill>
                  </a:tcPr>
                </a:tc>
                <a:tc>
                  <a:txBody>
                    <a:bodyPr/>
                    <a:lstStyle/>
                    <a:p>
                      <a:r>
                        <a:rPr lang="en-US" sz="1200" b="1" dirty="0">
                          <a:solidFill>
                            <a:schemeClr val="tx1"/>
                          </a:solidFill>
                        </a:rPr>
                        <a:t>Activity</a:t>
                      </a:r>
                    </a:p>
                  </a:txBody>
                  <a:tcPr>
                    <a:solidFill>
                      <a:schemeClr val="tx1">
                        <a:lumMod val="20000"/>
                        <a:lumOff val="80000"/>
                      </a:schemeClr>
                    </a:solidFill>
                  </a:tcPr>
                </a:tc>
                <a:tc>
                  <a:txBody>
                    <a:bodyPr/>
                    <a:lstStyle/>
                    <a:p>
                      <a:r>
                        <a:rPr lang="en-US" sz="1200" b="1" dirty="0">
                          <a:solidFill>
                            <a:schemeClr val="tx1"/>
                          </a:solidFill>
                        </a:rPr>
                        <a:t>Output Measure</a:t>
                      </a:r>
                    </a:p>
                  </a:txBody>
                  <a:tcPr>
                    <a:solidFill>
                      <a:schemeClr val="tx1">
                        <a:lumMod val="20000"/>
                        <a:lumOff val="80000"/>
                      </a:schemeClr>
                    </a:solidFill>
                  </a:tcPr>
                </a:tc>
                <a:tc>
                  <a:txBody>
                    <a:bodyPr/>
                    <a:lstStyle/>
                    <a:p>
                      <a:r>
                        <a:rPr lang="en-US" sz="1200" b="1" dirty="0">
                          <a:solidFill>
                            <a:schemeClr val="tx1"/>
                          </a:solidFill>
                        </a:rPr>
                        <a:t>Frequency</a:t>
                      </a:r>
                    </a:p>
                  </a:txBody>
                  <a:tcPr>
                    <a:solidFill>
                      <a:schemeClr val="tx1">
                        <a:lumMod val="20000"/>
                        <a:lumOff val="80000"/>
                      </a:schemeClr>
                    </a:solidFill>
                  </a:tcPr>
                </a:tc>
                <a:tc>
                  <a:txBody>
                    <a:bodyPr/>
                    <a:lstStyle/>
                    <a:p>
                      <a:r>
                        <a:rPr lang="en-US" sz="1200" b="1" dirty="0">
                          <a:solidFill>
                            <a:schemeClr val="tx1"/>
                          </a:solidFill>
                        </a:rPr>
                        <a:t>Action to be taken</a:t>
                      </a:r>
                    </a:p>
                  </a:txBody>
                  <a:tcPr>
                    <a:solidFill>
                      <a:schemeClr val="tx1">
                        <a:lumMod val="20000"/>
                        <a:lumOff val="80000"/>
                      </a:schemeClr>
                    </a:solidFill>
                  </a:tcPr>
                </a:tc>
                <a:tc>
                  <a:txBody>
                    <a:bodyPr/>
                    <a:lstStyle/>
                    <a:p>
                      <a:r>
                        <a:rPr lang="en-US" sz="1200" b="1" dirty="0">
                          <a:solidFill>
                            <a:schemeClr val="tx1"/>
                          </a:solidFill>
                        </a:rPr>
                        <a:t>Responsibility</a:t>
                      </a:r>
                    </a:p>
                  </a:txBody>
                  <a:tcPr>
                    <a:solidFill>
                      <a:schemeClr val="tx1">
                        <a:lumMod val="20000"/>
                        <a:lumOff val="80000"/>
                      </a:schemeClr>
                    </a:solidFill>
                  </a:tcPr>
                </a:tc>
                <a:extLst>
                  <a:ext uri="{0D108BD9-81ED-4DB2-BD59-A6C34878D82A}">
                    <a16:rowId xmlns:a16="http://schemas.microsoft.com/office/drawing/2014/main" val="1184951945"/>
                  </a:ext>
                </a:extLst>
              </a:tr>
              <a:tr h="549747">
                <a:tc>
                  <a:txBody>
                    <a:bodyPr/>
                    <a:lstStyle/>
                    <a:p>
                      <a:r>
                        <a:rPr lang="en-US" sz="1200" dirty="0">
                          <a:solidFill>
                            <a:schemeClr val="tx1"/>
                          </a:solidFill>
                        </a:rPr>
                        <a:t>1</a:t>
                      </a:r>
                    </a:p>
                  </a:txBody>
                  <a:tcPr>
                    <a:solidFill>
                      <a:schemeClr val="tx1">
                        <a:lumMod val="20000"/>
                        <a:lumOff val="80000"/>
                      </a:schemeClr>
                    </a:solidFill>
                  </a:tcPr>
                </a:tc>
                <a:tc>
                  <a:txBody>
                    <a:bodyPr/>
                    <a:lstStyle/>
                    <a:p>
                      <a:r>
                        <a:rPr lang="en-US" sz="1200" dirty="0">
                          <a:solidFill>
                            <a:schemeClr val="tx1"/>
                          </a:solidFill>
                        </a:rPr>
                        <a:t>Monthly / Quarterly</a:t>
                      </a:r>
                    </a:p>
                    <a:p>
                      <a:r>
                        <a:rPr lang="en-US" sz="1200" dirty="0">
                          <a:solidFill>
                            <a:schemeClr val="tx1"/>
                          </a:solidFill>
                        </a:rPr>
                        <a:t>Audits</a:t>
                      </a:r>
                    </a:p>
                  </a:txBody>
                  <a:tcPr>
                    <a:solidFill>
                      <a:schemeClr val="tx1">
                        <a:lumMod val="20000"/>
                        <a:lumOff val="80000"/>
                      </a:schemeClr>
                    </a:solidFill>
                  </a:tcPr>
                </a:tc>
                <a:tc>
                  <a:txBody>
                    <a:bodyPr/>
                    <a:lstStyle/>
                    <a:p>
                      <a:pPr marL="0" indent="0">
                        <a:buFontTx/>
                        <a:buNone/>
                      </a:pPr>
                      <a:r>
                        <a:rPr lang="en-US" sz="1200" dirty="0">
                          <a:solidFill>
                            <a:schemeClr val="tx1"/>
                          </a:solidFill>
                        </a:rPr>
                        <a:t>No of tickets created</a:t>
                      </a:r>
                      <a:endParaRPr lang="en-US" sz="1200" baseline="0" dirty="0">
                        <a:solidFill>
                          <a:schemeClr val="tx1"/>
                        </a:solidFill>
                      </a:endParaRPr>
                    </a:p>
                  </a:txBody>
                  <a:tcPr>
                    <a:solidFill>
                      <a:schemeClr val="tx1">
                        <a:lumMod val="20000"/>
                        <a:lumOff val="80000"/>
                      </a:schemeClr>
                    </a:solidFill>
                  </a:tcPr>
                </a:tc>
                <a:tc>
                  <a:txBody>
                    <a:bodyPr/>
                    <a:lstStyle/>
                    <a:p>
                      <a:r>
                        <a:rPr lang="en-US" sz="1200" dirty="0">
                          <a:solidFill>
                            <a:schemeClr val="tx1"/>
                          </a:solidFill>
                        </a:rPr>
                        <a:t>Monthly / Quarterly</a:t>
                      </a:r>
                    </a:p>
                  </a:txBody>
                  <a:tcPr>
                    <a:solidFill>
                      <a:schemeClr val="tx1">
                        <a:lumMod val="20000"/>
                        <a:lumOff val="80000"/>
                      </a:schemeClr>
                    </a:solidFill>
                  </a:tcPr>
                </a:tc>
                <a:tc>
                  <a:txBody>
                    <a:bodyPr/>
                    <a:lstStyle/>
                    <a:p>
                      <a:r>
                        <a:rPr lang="en-US" sz="1200" dirty="0">
                          <a:solidFill>
                            <a:schemeClr val="tx1"/>
                          </a:solidFill>
                        </a:rPr>
                        <a:t>Reporting to the Client</a:t>
                      </a:r>
                    </a:p>
                  </a:txBody>
                  <a:tcPr>
                    <a:solidFill>
                      <a:schemeClr val="tx1">
                        <a:lumMod val="20000"/>
                        <a:lumOff val="80000"/>
                      </a:schemeClr>
                    </a:solidFill>
                  </a:tcPr>
                </a:tc>
                <a:tc>
                  <a:txBody>
                    <a:bodyPr/>
                    <a:lstStyle/>
                    <a:p>
                      <a:r>
                        <a:rPr lang="en-US" sz="1200" dirty="0">
                          <a:solidFill>
                            <a:schemeClr val="tx1"/>
                          </a:solidFill>
                        </a:rPr>
                        <a:t>Vivek Singh</a:t>
                      </a:r>
                    </a:p>
                  </a:txBody>
                  <a:tcPr>
                    <a:solidFill>
                      <a:schemeClr val="tx1">
                        <a:lumMod val="20000"/>
                        <a:lumOff val="80000"/>
                      </a:schemeClr>
                    </a:solidFill>
                  </a:tcPr>
                </a:tc>
                <a:extLst>
                  <a:ext uri="{0D108BD9-81ED-4DB2-BD59-A6C34878D82A}">
                    <a16:rowId xmlns:a16="http://schemas.microsoft.com/office/drawing/2014/main" val="3604748639"/>
                  </a:ext>
                </a:extLst>
              </a:tr>
              <a:tr h="894080">
                <a:tc>
                  <a:txBody>
                    <a:bodyPr/>
                    <a:lstStyle/>
                    <a:p>
                      <a:r>
                        <a:rPr lang="en-US" sz="1200" dirty="0">
                          <a:solidFill>
                            <a:schemeClr val="tx1"/>
                          </a:solidFill>
                        </a:rPr>
                        <a:t>2</a:t>
                      </a:r>
                    </a:p>
                  </a:txBody>
                  <a:tcPr>
                    <a:solidFill>
                      <a:schemeClr val="tx1">
                        <a:lumMod val="20000"/>
                        <a:lumOff val="80000"/>
                      </a:schemeClr>
                    </a:solidFill>
                  </a:tcPr>
                </a:tc>
                <a:tc>
                  <a:txBody>
                    <a:bodyPr/>
                    <a:lstStyle/>
                    <a:p>
                      <a:r>
                        <a:rPr lang="en-US" sz="1200" dirty="0">
                          <a:solidFill>
                            <a:schemeClr val="tx1"/>
                          </a:solidFill>
                        </a:rPr>
                        <a:t>Configurations</a:t>
                      </a:r>
                      <a:r>
                        <a:rPr lang="en-US" sz="1200" baseline="0" dirty="0">
                          <a:solidFill>
                            <a:schemeClr val="tx1"/>
                          </a:solidFill>
                        </a:rPr>
                        <a:t> (Add/ Modify/ Delete)</a:t>
                      </a:r>
                      <a:endParaRPr lang="en-US" sz="1200" dirty="0">
                        <a:solidFill>
                          <a:schemeClr val="tx1"/>
                        </a:solidFill>
                      </a:endParaRPr>
                    </a:p>
                  </a:txBody>
                  <a:tcPr>
                    <a:solidFill>
                      <a:schemeClr val="tx1">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solidFill>
                            <a:schemeClr val="tx1"/>
                          </a:solidFill>
                        </a:rPr>
                        <a:t>Change Management Request, Operational Requirements</a:t>
                      </a:r>
                    </a:p>
                    <a:p>
                      <a:endParaRPr lang="en-US" sz="1200" dirty="0">
                        <a:solidFill>
                          <a:schemeClr val="tx1"/>
                        </a:solidFill>
                      </a:endParaRPr>
                    </a:p>
                  </a:txBody>
                  <a:tcPr>
                    <a:solidFill>
                      <a:schemeClr val="tx1">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solidFill>
                            <a:schemeClr val="tx1"/>
                          </a:solidFill>
                        </a:rPr>
                        <a:t>Need</a:t>
                      </a:r>
                      <a:r>
                        <a:rPr lang="en-US" sz="1200" baseline="0" dirty="0">
                          <a:solidFill>
                            <a:schemeClr val="tx1"/>
                          </a:solidFill>
                        </a:rPr>
                        <a:t> Basis</a:t>
                      </a:r>
                      <a:endParaRPr lang="en-US" sz="1200" dirty="0">
                        <a:solidFill>
                          <a:schemeClr val="tx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solidFill>
                      <a:schemeClr val="tx1">
                        <a:lumMod val="20000"/>
                        <a:lumOff val="80000"/>
                      </a:schemeClr>
                    </a:solidFill>
                  </a:tcPr>
                </a:tc>
                <a:tc>
                  <a:txBody>
                    <a:bodyPr/>
                    <a:lstStyle/>
                    <a:p>
                      <a:r>
                        <a:rPr lang="en-US" sz="1200" dirty="0">
                          <a:solidFill>
                            <a:schemeClr val="tx1"/>
                          </a:solidFill>
                        </a:rPr>
                        <a:t>Development</a:t>
                      </a:r>
                      <a:r>
                        <a:rPr lang="en-US" sz="1200" baseline="0" dirty="0">
                          <a:solidFill>
                            <a:schemeClr val="tx1"/>
                          </a:solidFill>
                        </a:rPr>
                        <a:t> / Testing / Implementation Required</a:t>
                      </a:r>
                      <a:endParaRPr lang="en-US" sz="1200" dirty="0">
                        <a:solidFill>
                          <a:schemeClr val="tx1"/>
                        </a:solidFill>
                      </a:endParaRPr>
                    </a:p>
                  </a:txBody>
                  <a:tcPr>
                    <a:solidFill>
                      <a:schemeClr val="tx1">
                        <a:lumMod val="20000"/>
                        <a:lumOff val="80000"/>
                      </a:schemeClr>
                    </a:solidFill>
                  </a:tcPr>
                </a:tc>
                <a:tc>
                  <a:txBody>
                    <a:bodyPr/>
                    <a:lstStyle/>
                    <a:p>
                      <a:r>
                        <a:rPr lang="en-US" sz="1200" dirty="0">
                          <a:solidFill>
                            <a:schemeClr val="tx1"/>
                          </a:solidFill>
                        </a:rPr>
                        <a:t>Vivek Singh/ Service-Now Development</a:t>
                      </a:r>
                      <a:r>
                        <a:rPr lang="en-US" sz="1200" baseline="0" dirty="0">
                          <a:solidFill>
                            <a:schemeClr val="tx1"/>
                          </a:solidFill>
                        </a:rPr>
                        <a:t> </a:t>
                      </a:r>
                      <a:endParaRPr lang="en-US" sz="1200" dirty="0">
                        <a:solidFill>
                          <a:schemeClr val="tx1"/>
                        </a:solidFill>
                      </a:endParaRPr>
                    </a:p>
                  </a:txBody>
                  <a:tcPr>
                    <a:solidFill>
                      <a:schemeClr val="tx1">
                        <a:lumMod val="20000"/>
                        <a:lumOff val="80000"/>
                      </a:schemeClr>
                    </a:solidFill>
                  </a:tcPr>
                </a:tc>
                <a:extLst>
                  <a:ext uri="{0D108BD9-81ED-4DB2-BD59-A6C34878D82A}">
                    <a16:rowId xmlns:a16="http://schemas.microsoft.com/office/drawing/2014/main" val="30836611"/>
                  </a:ext>
                </a:extLst>
              </a:tr>
              <a:tr h="924560">
                <a:tc>
                  <a:txBody>
                    <a:bodyPr/>
                    <a:lstStyle/>
                    <a:p>
                      <a:r>
                        <a:rPr lang="en-US" sz="1200" dirty="0">
                          <a:solidFill>
                            <a:schemeClr val="tx1"/>
                          </a:solidFill>
                        </a:rPr>
                        <a:t>3</a:t>
                      </a:r>
                    </a:p>
                  </a:txBody>
                  <a:tcPr>
                    <a:solidFill>
                      <a:schemeClr val="tx1">
                        <a:lumMod val="20000"/>
                        <a:lumOff val="80000"/>
                      </a:schemeClr>
                    </a:solidFill>
                  </a:tcPr>
                </a:tc>
                <a:tc>
                  <a:txBody>
                    <a:bodyPr/>
                    <a:lstStyle/>
                    <a:p>
                      <a:r>
                        <a:rPr lang="en-US" sz="1200" dirty="0">
                          <a:solidFill>
                            <a:schemeClr val="tx1"/>
                          </a:solidFill>
                        </a:rPr>
                        <a:t>Access to Reports</a:t>
                      </a:r>
                    </a:p>
                  </a:txBody>
                  <a:tcPr>
                    <a:solidFill>
                      <a:schemeClr val="tx1">
                        <a:lumMod val="20000"/>
                        <a:lumOff val="80000"/>
                      </a:schemeClr>
                    </a:solidFill>
                  </a:tcPr>
                </a:tc>
                <a:tc>
                  <a:txBody>
                    <a:bodyPr/>
                    <a:lstStyle/>
                    <a:p>
                      <a:pPr marL="0" indent="0">
                        <a:buFontTx/>
                        <a:buNone/>
                      </a:pPr>
                      <a:r>
                        <a:rPr lang="en-US" sz="1200" dirty="0">
                          <a:solidFill>
                            <a:schemeClr val="tx1"/>
                          </a:solidFill>
                        </a:rPr>
                        <a:t>Access to be granted to the requesters</a:t>
                      </a:r>
                    </a:p>
                  </a:txBody>
                  <a:tcPr>
                    <a:solidFill>
                      <a:schemeClr val="tx1">
                        <a:lumMod val="20000"/>
                        <a:lumOff val="80000"/>
                      </a:schemeClr>
                    </a:solidFill>
                  </a:tcPr>
                </a:tc>
                <a:tc>
                  <a:txBody>
                    <a:bodyPr/>
                    <a:lstStyle/>
                    <a:p>
                      <a:r>
                        <a:rPr lang="en-US" sz="1200" dirty="0">
                          <a:solidFill>
                            <a:schemeClr val="tx1"/>
                          </a:solidFill>
                        </a:rPr>
                        <a:t>Need basis</a:t>
                      </a:r>
                    </a:p>
                  </a:txBody>
                  <a:tcPr>
                    <a:solidFill>
                      <a:schemeClr val="tx1">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solidFill>
                            <a:schemeClr val="tx1"/>
                          </a:solidFill>
                        </a:rPr>
                        <a:t>To provide access of the reports which depicts the no of service requests.</a:t>
                      </a:r>
                    </a:p>
                  </a:txBody>
                  <a:tcPr>
                    <a:solidFill>
                      <a:schemeClr val="tx1">
                        <a:lumMod val="20000"/>
                        <a:lumOff val="80000"/>
                      </a:schemeClr>
                    </a:solidFill>
                  </a:tcPr>
                </a:tc>
                <a:tc>
                  <a:txBody>
                    <a:bodyPr/>
                    <a:lstStyle/>
                    <a:p>
                      <a:r>
                        <a:rPr lang="en-US" sz="1200" dirty="0">
                          <a:solidFill>
                            <a:schemeClr val="tx1"/>
                          </a:solidFill>
                        </a:rPr>
                        <a:t>Vivek Singh</a:t>
                      </a:r>
                    </a:p>
                  </a:txBody>
                  <a:tcPr>
                    <a:solidFill>
                      <a:schemeClr val="tx1">
                        <a:lumMod val="20000"/>
                        <a:lumOff val="80000"/>
                      </a:schemeClr>
                    </a:solidFill>
                  </a:tcPr>
                </a:tc>
                <a:extLst>
                  <a:ext uri="{0D108BD9-81ED-4DB2-BD59-A6C34878D82A}">
                    <a16:rowId xmlns:a16="http://schemas.microsoft.com/office/drawing/2014/main" val="2246662086"/>
                  </a:ext>
                </a:extLst>
              </a:tr>
            </a:tbl>
          </a:graphicData>
        </a:graphic>
      </p:graphicFrame>
    </p:spTree>
    <p:extLst>
      <p:ext uri="{BB962C8B-B14F-4D97-AF65-F5344CB8AC3E}">
        <p14:creationId xmlns:p14="http://schemas.microsoft.com/office/powerpoint/2010/main" val="1414734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45422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Way Forward</a:t>
            </a:r>
            <a:endParaRPr lang="en-IN" sz="2000" dirty="0">
              <a:solidFill>
                <a:srgbClr val="0070C0"/>
              </a:solidFill>
              <a:latin typeface="Trebuchet MS" pitchFamily="34" charset="0"/>
            </a:endParaRPr>
          </a:p>
        </p:txBody>
      </p:sp>
      <p:sp>
        <p:nvSpPr>
          <p:cNvPr id="4" name="Rectangle 3"/>
          <p:cNvSpPr/>
          <p:nvPr/>
        </p:nvSpPr>
        <p:spPr>
          <a:xfrm>
            <a:off x="1066800" y="1371600"/>
            <a:ext cx="10058400" cy="3962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914400" indent="-627063" algn="just"/>
            <a:r>
              <a:rPr lang="en-US" dirty="0"/>
              <a:t>As a Way Forward following enhancements can be looked upon by Lam Research Team:</a:t>
            </a:r>
          </a:p>
          <a:p>
            <a:pPr marL="914400" indent="-627063" algn="just"/>
            <a:endParaRPr lang="en-US" dirty="0"/>
          </a:p>
          <a:p>
            <a:pPr marL="914400" indent="-627063" algn="just"/>
            <a:endParaRPr lang="en-US" dirty="0"/>
          </a:p>
          <a:p>
            <a:pPr marL="914400" indent="-627063" algn="just">
              <a:buFont typeface="Arial" panose="020B0604020202020204" pitchFamily="34" charset="0"/>
              <a:buChar char="•"/>
            </a:pPr>
            <a:r>
              <a:rPr lang="en-US" dirty="0"/>
              <a:t>International transfers - Country specific fields are not auto populated in SF.</a:t>
            </a:r>
          </a:p>
          <a:p>
            <a:pPr marL="914400" indent="-627063" algn="just">
              <a:buFont typeface="Arial" panose="020B0604020202020204" pitchFamily="34" charset="0"/>
              <a:buChar char="•"/>
            </a:pPr>
            <a:endParaRPr lang="en-US" dirty="0"/>
          </a:p>
          <a:p>
            <a:pPr marL="914400" indent="-627063" algn="just">
              <a:buFont typeface="Arial" panose="020B0604020202020204" pitchFamily="34" charset="0"/>
              <a:buChar char="•"/>
            </a:pPr>
            <a:endParaRPr lang="en-US" dirty="0"/>
          </a:p>
        </p:txBody>
      </p:sp>
    </p:spTree>
    <p:extLst>
      <p:ext uri="{BB962C8B-B14F-4D97-AF65-F5344CB8AC3E}">
        <p14:creationId xmlns:p14="http://schemas.microsoft.com/office/powerpoint/2010/main" val="2944148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533400" y="422750"/>
            <a:ext cx="11049000" cy="334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a:lstStyle/>
          <a:p>
            <a:pPr eaLnBrk="0" hangingPunct="0">
              <a:defRPr/>
            </a:pPr>
            <a:r>
              <a:rPr lang="en-US" sz="2000" dirty="0">
                <a:solidFill>
                  <a:srgbClr val="0070C0"/>
                </a:solidFill>
                <a:latin typeface="Trebuchet MS" pitchFamily="34" charset="0"/>
                <a:ea typeface="ＭＳ Ｐゴシック" pitchFamily="34" charset="-128"/>
              </a:rPr>
              <a:t>Standardization of Review Process</a:t>
            </a:r>
          </a:p>
        </p:txBody>
      </p:sp>
      <p:sp>
        <p:nvSpPr>
          <p:cNvPr id="5123" name="Rectangle 5"/>
          <p:cNvSpPr>
            <a:spLocks noChangeArrowheads="1"/>
          </p:cNvSpPr>
          <p:nvPr/>
        </p:nvSpPr>
        <p:spPr bwMode="auto">
          <a:xfrm>
            <a:off x="587778" y="990600"/>
            <a:ext cx="11401023" cy="1925472"/>
          </a:xfrm>
          <a:prstGeom prst="rect">
            <a:avLst/>
          </a:prstGeom>
          <a:solidFill>
            <a:schemeClr val="tx1"/>
          </a:solidFill>
          <a:ln w="9525" algn="ctr">
            <a:solidFill>
              <a:srgbClr val="D3D3D3"/>
            </a:solidFill>
            <a:miter lim="800000"/>
            <a:headEnd/>
            <a:tailEnd/>
          </a:ln>
        </p:spPr>
        <p:txBody>
          <a:bodyPr tIns="91440"/>
          <a:lstStyle/>
          <a:p>
            <a:pPr marL="230188" indent="-230188" defTabSz="457200">
              <a:lnSpc>
                <a:spcPct val="110000"/>
              </a:lnSpc>
              <a:buClr>
                <a:srgbClr val="F8912C"/>
              </a:buClr>
              <a:buSzPct val="150000"/>
            </a:pPr>
            <a:r>
              <a:rPr lang="en-US" sz="1400" dirty="0">
                <a:solidFill>
                  <a:srgbClr val="FF9933"/>
                </a:solidFill>
                <a:latin typeface="Calibri" panose="020F0502020204030204" pitchFamily="34" charset="0"/>
                <a:cs typeface="Arial" pitchFamily="34" charset="0"/>
              </a:rPr>
              <a:t>Business Case:</a:t>
            </a:r>
          </a:p>
          <a:p>
            <a:pPr defTabSz="457200">
              <a:lnSpc>
                <a:spcPct val="110000"/>
              </a:lnSpc>
              <a:buClr>
                <a:srgbClr val="F8912C"/>
              </a:buClr>
              <a:buSzPct val="150000"/>
            </a:pPr>
            <a:endParaRPr lang="en-US" sz="1400" dirty="0">
              <a:solidFill>
                <a:schemeClr val="bg1"/>
              </a:solidFill>
              <a:latin typeface="Calibri" panose="020F0502020204030204" pitchFamily="34" charset="0"/>
              <a:cs typeface="Arial" pitchFamily="34" charset="0"/>
            </a:endParaRPr>
          </a:p>
          <a:p>
            <a:pPr defTabSz="457200">
              <a:lnSpc>
                <a:spcPct val="110000"/>
              </a:lnSpc>
              <a:buClr>
                <a:srgbClr val="F8912C"/>
              </a:buClr>
              <a:buSzPct val="150000"/>
            </a:pPr>
            <a:r>
              <a:rPr lang="en-US" sz="1400" dirty="0">
                <a:solidFill>
                  <a:schemeClr val="bg1"/>
                </a:solidFill>
                <a:latin typeface="Calibri" panose="020F0502020204030204" pitchFamily="34" charset="0"/>
                <a:cs typeface="Arial" pitchFamily="34" charset="0"/>
              </a:rPr>
              <a:t>When an employee is transferred from one country to other country (International Transfer), country specific fields of target country which are to be auto populated are not being updated on screen. </a:t>
            </a:r>
          </a:p>
          <a:p>
            <a:pPr defTabSz="457200">
              <a:lnSpc>
                <a:spcPct val="110000"/>
              </a:lnSpc>
              <a:buClr>
                <a:srgbClr val="F8912C"/>
              </a:buClr>
              <a:buSzPct val="150000"/>
            </a:pPr>
            <a:endParaRPr lang="en-US" sz="1400" dirty="0">
              <a:solidFill>
                <a:schemeClr val="bg1"/>
              </a:solidFill>
              <a:latin typeface="Calibri" panose="020F0502020204030204" pitchFamily="34" charset="0"/>
              <a:cs typeface="Arial" pitchFamily="34" charset="0"/>
            </a:endParaRPr>
          </a:p>
          <a:p>
            <a:pPr defTabSz="457200">
              <a:lnSpc>
                <a:spcPct val="110000"/>
              </a:lnSpc>
              <a:buClr>
                <a:srgbClr val="F8912C"/>
              </a:buClr>
              <a:buSzPct val="150000"/>
            </a:pPr>
            <a:r>
              <a:rPr lang="en-US" sz="1400" dirty="0">
                <a:solidFill>
                  <a:schemeClr val="bg1"/>
                </a:solidFill>
                <a:latin typeface="Calibri" panose="020F0502020204030204" pitchFamily="34" charset="0"/>
                <a:cs typeface="Arial" pitchFamily="34" charset="0"/>
              </a:rPr>
              <a:t>Ex: While an employee is being transferred from Austria to United States, fields like “US FLSA Status, EEO Category </a:t>
            </a:r>
            <a:r>
              <a:rPr lang="en-US" sz="1400" dirty="0" err="1">
                <a:solidFill>
                  <a:schemeClr val="bg1"/>
                </a:solidFill>
                <a:latin typeface="Calibri" panose="020F0502020204030204" pitchFamily="34" charset="0"/>
                <a:cs typeface="Arial" pitchFamily="34" charset="0"/>
              </a:rPr>
              <a:t>etc</a:t>
            </a:r>
            <a:r>
              <a:rPr lang="en-US" sz="1400" dirty="0">
                <a:solidFill>
                  <a:schemeClr val="bg1"/>
                </a:solidFill>
                <a:latin typeface="Calibri" panose="020F0502020204030204" pitchFamily="34" charset="0"/>
                <a:cs typeface="Arial" pitchFamily="34" charset="0"/>
              </a:rPr>
              <a:t>” which are mandatory for USA employees are not getting displayed/</a:t>
            </a:r>
            <a:r>
              <a:rPr lang="en-US" sz="1400" dirty="0" err="1">
                <a:solidFill>
                  <a:schemeClr val="bg1"/>
                </a:solidFill>
                <a:latin typeface="Calibri" panose="020F0502020204030204" pitchFamily="34" charset="0"/>
                <a:cs typeface="Arial" pitchFamily="34" charset="0"/>
              </a:rPr>
              <a:t>autopopulated</a:t>
            </a:r>
            <a:r>
              <a:rPr lang="en-US" sz="1400" dirty="0">
                <a:solidFill>
                  <a:schemeClr val="bg1"/>
                </a:solidFill>
                <a:latin typeface="Calibri" panose="020F0502020204030204" pitchFamily="34" charset="0"/>
                <a:cs typeface="Arial" pitchFamily="34" charset="0"/>
              </a:rPr>
              <a:t>.</a:t>
            </a:r>
          </a:p>
          <a:p>
            <a:pPr marL="285750" indent="-285750" defTabSz="457200">
              <a:lnSpc>
                <a:spcPct val="110000"/>
              </a:lnSpc>
              <a:buClr>
                <a:srgbClr val="F8912C"/>
              </a:buClr>
              <a:buSzPct val="150000"/>
              <a:buFont typeface="Arial" panose="020B0604020202020204" pitchFamily="34" charset="0"/>
              <a:buChar char="•"/>
            </a:pPr>
            <a:endParaRPr lang="en-US" sz="1400" dirty="0">
              <a:solidFill>
                <a:schemeClr val="bg1"/>
              </a:solidFill>
              <a:latin typeface="Calibri" panose="020F0502020204030204" pitchFamily="34" charset="0"/>
              <a:cs typeface="Arial" pitchFamily="34" charset="0"/>
            </a:endParaRPr>
          </a:p>
        </p:txBody>
      </p:sp>
      <p:sp>
        <p:nvSpPr>
          <p:cNvPr id="5124" name="Rectangle 6"/>
          <p:cNvSpPr>
            <a:spLocks noChangeArrowheads="1"/>
          </p:cNvSpPr>
          <p:nvPr/>
        </p:nvSpPr>
        <p:spPr bwMode="auto">
          <a:xfrm>
            <a:off x="550592" y="3200401"/>
            <a:ext cx="5582771" cy="3071929"/>
          </a:xfrm>
          <a:prstGeom prst="rect">
            <a:avLst/>
          </a:prstGeom>
          <a:solidFill>
            <a:schemeClr val="bg1">
              <a:lumMod val="95000"/>
            </a:schemeClr>
          </a:solidFill>
          <a:ln w="9525" algn="ctr">
            <a:solidFill>
              <a:srgbClr val="0A69AA"/>
            </a:solidFill>
            <a:miter lim="800000"/>
            <a:headEnd/>
            <a:tailEnd/>
          </a:ln>
        </p:spPr>
        <p:txBody>
          <a:bodyPr/>
          <a:lstStyle/>
          <a:p>
            <a:pPr marL="230188" indent="-230188" defTabSz="457200">
              <a:lnSpc>
                <a:spcPct val="150000"/>
              </a:lnSpc>
              <a:buClr>
                <a:srgbClr val="F8912C"/>
              </a:buClr>
              <a:buSzPct val="150000"/>
              <a:tabLst>
                <a:tab pos="1374775" algn="l"/>
              </a:tabLst>
            </a:pPr>
            <a:r>
              <a:rPr lang="en-US" sz="1600" dirty="0">
                <a:solidFill>
                  <a:srgbClr val="0A69AA"/>
                </a:solidFill>
                <a:latin typeface="Calibri" panose="020F0502020204030204" pitchFamily="34" charset="0"/>
                <a:cs typeface="Arial" pitchFamily="34" charset="0"/>
              </a:rPr>
              <a:t>Proposed Solution :</a:t>
            </a:r>
          </a:p>
          <a:p>
            <a:pPr defTabSz="457200">
              <a:buClr>
                <a:srgbClr val="F8912C"/>
              </a:buClr>
              <a:buSzPct val="150000"/>
              <a:tabLst>
                <a:tab pos="1374775" algn="l"/>
              </a:tabLst>
            </a:pPr>
            <a:r>
              <a:rPr lang="en-US" sz="1200" dirty="0">
                <a:latin typeface="Calibri" panose="020F0502020204030204" pitchFamily="34" charset="0"/>
              </a:rPr>
              <a:t>In discussion with SME.</a:t>
            </a:r>
          </a:p>
          <a:p>
            <a:pPr defTabSz="457200">
              <a:buClr>
                <a:srgbClr val="F8912C"/>
              </a:buClr>
              <a:buSzPct val="150000"/>
              <a:tabLst>
                <a:tab pos="1374775" algn="l"/>
              </a:tabLst>
            </a:pPr>
            <a:endParaRPr lang="en-US" sz="1200" dirty="0">
              <a:latin typeface="Calibri" panose="020F0502020204030204" pitchFamily="34" charset="0"/>
            </a:endParaRPr>
          </a:p>
        </p:txBody>
      </p:sp>
      <p:sp>
        <p:nvSpPr>
          <p:cNvPr id="5125" name="Rectangle 7"/>
          <p:cNvSpPr>
            <a:spLocks noChangeArrowheads="1"/>
          </p:cNvSpPr>
          <p:nvPr/>
        </p:nvSpPr>
        <p:spPr bwMode="auto">
          <a:xfrm>
            <a:off x="6295953" y="3200400"/>
            <a:ext cx="5692847" cy="3102022"/>
          </a:xfrm>
          <a:prstGeom prst="rect">
            <a:avLst/>
          </a:prstGeom>
          <a:solidFill>
            <a:schemeClr val="bg1">
              <a:lumMod val="95000"/>
            </a:schemeClr>
          </a:solidFill>
          <a:ln w="9525" algn="ctr">
            <a:solidFill>
              <a:srgbClr val="0A69AA"/>
            </a:solidFill>
            <a:miter lim="800000"/>
            <a:headEnd/>
            <a:tailEnd/>
          </a:ln>
        </p:spPr>
        <p:txBody>
          <a:bodyPr/>
          <a:lstStyle/>
          <a:p>
            <a:pPr marL="230188" lvl="1" indent="-230188" defTabSz="457200">
              <a:buClr>
                <a:srgbClr val="F8912C"/>
              </a:buClr>
              <a:buSzPct val="150000"/>
              <a:tabLst>
                <a:tab pos="1374775" algn="l"/>
              </a:tabLst>
            </a:pPr>
            <a:r>
              <a:rPr lang="en-US" sz="1600" dirty="0">
                <a:solidFill>
                  <a:srgbClr val="0A69AA"/>
                </a:solidFill>
                <a:latin typeface="Calibri" panose="020F0502020204030204" pitchFamily="34" charset="0"/>
                <a:cs typeface="Arial" pitchFamily="34" charset="0"/>
              </a:rPr>
              <a:t>Potential  Impact</a:t>
            </a:r>
          </a:p>
          <a:p>
            <a:pPr marL="230188" lvl="1" indent="-230188" defTabSz="457200">
              <a:buClr>
                <a:srgbClr val="F8912C"/>
              </a:buClr>
              <a:buSzPct val="150000"/>
              <a:tabLst>
                <a:tab pos="1374775" algn="l"/>
              </a:tabLst>
            </a:pPr>
            <a:endParaRPr lang="en-US" sz="1600" u="sng" dirty="0">
              <a:solidFill>
                <a:srgbClr val="0A69AA"/>
              </a:solidFill>
              <a:latin typeface="Calibri" panose="020F0502020204030204" pitchFamily="34" charset="0"/>
              <a:cs typeface="Arial" pitchFamily="34" charset="0"/>
            </a:endParaRPr>
          </a:p>
          <a:p>
            <a:pPr marL="171442" lvl="1" indent="-171442" algn="just">
              <a:buClr>
                <a:srgbClr val="FFC000"/>
              </a:buClr>
              <a:buSzPct val="120000"/>
              <a:buFont typeface="Arial" panose="020B0604020202020204" pitchFamily="34" charset="0"/>
              <a:buChar char="•"/>
            </a:pPr>
            <a:r>
              <a:rPr lang="en-US" sz="1200" u="sng" dirty="0">
                <a:solidFill>
                  <a:prstClr val="black"/>
                </a:solidFill>
                <a:latin typeface="Calibri" panose="020F0502020204030204" pitchFamily="34" charset="0"/>
              </a:rPr>
              <a:t>Effort Saving</a:t>
            </a:r>
            <a:r>
              <a:rPr lang="en-US" sz="1200" dirty="0">
                <a:solidFill>
                  <a:prstClr val="black"/>
                </a:solidFill>
                <a:latin typeface="Calibri" panose="020F0502020204030204" pitchFamily="34" charset="0"/>
              </a:rPr>
              <a:t> – User creates a ticket every time there is a country transfer of an employee and this is assigned to HRIS to update the data after transfer is done. With this enhancement, when employee is transferred between countries, country specific fields gets displayed automatically and this saves the time in creation and manual update after transfer.</a:t>
            </a:r>
          </a:p>
          <a:p>
            <a:pPr marL="0" lvl="1" algn="just">
              <a:buClr>
                <a:srgbClr val="FFC000"/>
              </a:buClr>
              <a:buSzPct val="120000"/>
            </a:pPr>
            <a:endParaRPr lang="en-US" sz="1200" dirty="0">
              <a:solidFill>
                <a:prstClr val="black"/>
              </a:solidFill>
              <a:latin typeface="Calibri" panose="020F0502020204030204" pitchFamily="34" charset="0"/>
            </a:endParaRPr>
          </a:p>
          <a:p>
            <a:pPr marL="0" lvl="1" algn="just">
              <a:buClr>
                <a:srgbClr val="FFC000"/>
              </a:buClr>
              <a:buSzPct val="120000"/>
            </a:pPr>
            <a:endParaRPr lang="en-US" sz="120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508560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067" y="365127"/>
            <a:ext cx="11463868" cy="549273"/>
          </a:xfrm>
        </p:spPr>
        <p:txBody>
          <a:bodyPr/>
          <a:lstStyle/>
          <a:p>
            <a:r>
              <a:rPr lang="en-US" sz="2000" kern="1200" dirty="0">
                <a:solidFill>
                  <a:srgbClr val="0070C0"/>
                </a:solidFill>
                <a:latin typeface="Trebuchet MS" pitchFamily="34" charset="0"/>
                <a:ea typeface="ＭＳ Ｐゴシック" pitchFamily="34" charset="-128"/>
                <a:cs typeface="+mn-cs"/>
              </a:rPr>
              <a:t>Approval</a:t>
            </a:r>
          </a:p>
        </p:txBody>
      </p:sp>
      <p:pic>
        <p:nvPicPr>
          <p:cNvPr id="5" name="Content Placeholder 4"/>
          <p:cNvPicPr>
            <a:picLocks noGrp="1" noChangeAspect="1"/>
          </p:cNvPicPr>
          <p:nvPr>
            <p:ph idx="1"/>
          </p:nvPr>
        </p:nvPicPr>
        <p:blipFill>
          <a:blip r:embed="rId2"/>
          <a:stretch>
            <a:fillRect/>
          </a:stretch>
        </p:blipFill>
        <p:spPr>
          <a:xfrm>
            <a:off x="364067" y="914400"/>
            <a:ext cx="11463867" cy="5441953"/>
          </a:xfrm>
          <a:prstGeom prst="rect">
            <a:avLst/>
          </a:prstGeom>
          <a:ln>
            <a:solidFill>
              <a:schemeClr val="accent1"/>
            </a:solidFill>
          </a:ln>
        </p:spPr>
      </p:pic>
      <p:sp>
        <p:nvSpPr>
          <p:cNvPr id="4" name="Slide Number Placeholder 3"/>
          <p:cNvSpPr>
            <a:spLocks noGrp="1"/>
          </p:cNvSpPr>
          <p:nvPr>
            <p:ph type="sldNum" sz="quarter" idx="12"/>
          </p:nvPr>
        </p:nvSpPr>
        <p:spPr/>
        <p:txBody>
          <a:bodyPr/>
          <a:lstStyle/>
          <a:p>
            <a:fld id="{BE0C0D58-F28E-4CC7-9CCE-12156EC55E66}"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1557527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65119" y="5238957"/>
            <a:ext cx="11460480" cy="704649"/>
          </a:xfrm>
        </p:spPr>
        <p:txBody>
          <a:bodyPr/>
          <a:lstStyle/>
          <a:p>
            <a:r>
              <a:rPr lang="en-US" sz="3600" b="1" dirty="0">
                <a:solidFill>
                  <a:schemeClr val="tx1"/>
                </a:solidFill>
              </a:rPr>
              <a:t>Thank You</a:t>
            </a:r>
          </a:p>
        </p:txBody>
      </p:sp>
    </p:spTree>
    <p:extLst>
      <p:ext uri="{BB962C8B-B14F-4D97-AF65-F5344CB8AC3E}">
        <p14:creationId xmlns:p14="http://schemas.microsoft.com/office/powerpoint/2010/main" val="475957298"/>
      </p:ext>
    </p:extLst>
  </p:cSld>
  <p:clrMapOvr>
    <a:masterClrMapping/>
  </p:clrMapOvr>
</p:sld>
</file>

<file path=ppt/theme/theme1.xml><?xml version="1.0" encoding="utf-8"?>
<a:theme xmlns:a="http://schemas.openxmlformats.org/drawingml/2006/main" name="Blank">
  <a:themeElements>
    <a:clrScheme name="Genpact Transformation">
      <a:dk1>
        <a:srgbClr val="073262"/>
      </a:dk1>
      <a:lt1>
        <a:sysClr val="window" lastClr="FFFFFF"/>
      </a:lt1>
      <a:dk2>
        <a:srgbClr val="EBECED"/>
      </a:dk2>
      <a:lt2>
        <a:srgbClr val="BFC0C1"/>
      </a:lt2>
      <a:accent1>
        <a:srgbClr val="FF555F"/>
      </a:accent1>
      <a:accent2>
        <a:srgbClr val="00AECF"/>
      </a:accent2>
      <a:accent3>
        <a:srgbClr val="073262"/>
      </a:accent3>
      <a:accent4>
        <a:srgbClr val="EA3946"/>
      </a:accent4>
      <a:accent5>
        <a:srgbClr val="60C7D7"/>
      </a:accent5>
      <a:accent6>
        <a:srgbClr val="073262"/>
      </a:accent6>
      <a:hlink>
        <a:srgbClr val="60C7D7"/>
      </a:hlink>
      <a:folHlink>
        <a:srgbClr val="1F497D"/>
      </a:folHlink>
    </a:clrScheme>
    <a:fontScheme name="G PPT 2017">
      <a:majorFont>
        <a:latin typeface="Georgi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9387E64A2A4343BD96EB39AF3A92F6" ma:contentTypeVersion="20" ma:contentTypeDescription="Create a new document." ma:contentTypeScope="" ma:versionID="ddc36aca7e0c3b00061819f7b2db0f20">
  <xsd:schema xmlns:xsd="http://www.w3.org/2001/XMLSchema" xmlns:xs="http://www.w3.org/2001/XMLSchema" xmlns:p="http://schemas.microsoft.com/office/2006/metadata/properties" xmlns:ns1="http://schemas.microsoft.com/sharepoint/v3" xmlns:ns2="b7a58cbc-cd1f-4316-8e97-a0bb4c57e2d1" xmlns:ns3="7955fe41-16ae-489b-bb6d-2dd9b2d28296" xmlns:ns4="372e849b-fc60-49fc-88ef-6f6a3a7352cc" targetNamespace="http://schemas.microsoft.com/office/2006/metadata/properties" ma:root="true" ma:fieldsID="612d0f85853634ca7092b11b816b7641" ns1:_="" ns2:_="" ns3:_="" ns4:_="">
    <xsd:import namespace="http://schemas.microsoft.com/sharepoint/v3"/>
    <xsd:import namespace="b7a58cbc-cd1f-4316-8e97-a0bb4c57e2d1"/>
    <xsd:import namespace="7955fe41-16ae-489b-bb6d-2dd9b2d28296"/>
    <xsd:import namespace="372e849b-fc60-49fc-88ef-6f6a3a7352cc"/>
    <xsd:element name="properties">
      <xsd:complexType>
        <xsd:sequence>
          <xsd:element name="documentManagement">
            <xsd:complexType>
              <xsd:all>
                <xsd:element ref="ns2:SharedWithUsers" minOccurs="0"/>
                <xsd:element ref="ns2:SharedWithDetails" minOccurs="0"/>
                <xsd:element ref="ns1:AverageRating" minOccurs="0"/>
                <xsd:element ref="ns1:RatingCount" minOccurs="0"/>
                <xsd:element ref="ns1:RatedBy" minOccurs="0"/>
                <xsd:element ref="ns1:Ratings" minOccurs="0"/>
                <xsd:element ref="ns1:LikesCount" minOccurs="0"/>
                <xsd:element ref="ns1:LikedBy" minOccurs="0"/>
                <xsd:element ref="ns2:LastSharedByUser" minOccurs="0"/>
                <xsd:element ref="ns2:LastSharedByTime" minOccurs="0"/>
                <xsd:element ref="ns3:MediaServiceMetadata" minOccurs="0"/>
                <xsd:element ref="ns3:MediaServiceFastMetadata" minOccurs="0"/>
                <xsd:element ref="ns1:PublishingStartDate" minOccurs="0"/>
                <xsd:element ref="ns1:PublishingExpirationDate" minOccurs="0"/>
                <xsd:element ref="ns2:TaxKeywordTaxHTField" minOccurs="0"/>
                <xsd:element ref="ns4:TaxCatchAll" minOccurs="0"/>
                <xsd:element ref="ns3:ga0bac5639ea43d4a46e5e8979bf3e26" minOccurs="0"/>
                <xsd:element ref="ns3:MediaServiceAuto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0" nillable="true" ma:displayName="Rating (0-5)" ma:decimals="2" ma:description="Average value of all the ratings that have been submitted" ma:internalName="AverageRating" ma:readOnly="true">
      <xsd:simpleType>
        <xsd:restriction base="dms:Number"/>
      </xsd:simpleType>
    </xsd:element>
    <xsd:element name="RatingCount" ma:index="11" nillable="true" ma:displayName="Number of Ratings" ma:decimals="0" ma:description="Number of ratings submitted" ma:internalName="RatingCount" ma:readOnly="true">
      <xsd:simpleType>
        <xsd:restriction base="dms:Number"/>
      </xsd:simpleType>
    </xsd:element>
    <xsd:element name="RatedBy" ma:index="12"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13" nillable="true" ma:displayName="User ratings" ma:description="User ratings for the item" ma:hidden="true" ma:internalName="Ratings">
      <xsd:simpleType>
        <xsd:restriction base="dms:Note"/>
      </xsd:simpleType>
    </xsd:element>
    <xsd:element name="LikesCount" ma:index="14" nillable="true" ma:displayName="Number of Likes" ma:internalName="LikesCount">
      <xsd:simpleType>
        <xsd:restriction base="dms:Unknown"/>
      </xsd:simpleType>
    </xsd:element>
    <xsd:element name="LikedBy" ma:index="15"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StartDate" ma:index="20"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21"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7a58cbc-cd1f-4316-8e97-a0bb4c57e2d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6" nillable="true" ma:displayName="Last Shared By User" ma:description="" ma:internalName="LastSharedByUser" ma:readOnly="true">
      <xsd:simpleType>
        <xsd:restriction base="dms:Note">
          <xsd:maxLength value="255"/>
        </xsd:restriction>
      </xsd:simpleType>
    </xsd:element>
    <xsd:element name="LastSharedByTime" ma:index="17" nillable="true" ma:displayName="Last Shared By Time" ma:description="" ma:internalName="LastSharedByTime" ma:readOnly="true">
      <xsd:simpleType>
        <xsd:restriction base="dms:DateTime"/>
      </xsd:simpleType>
    </xsd:element>
    <xsd:element name="TaxKeywordTaxHTField" ma:index="23" nillable="true" ma:taxonomy="true" ma:internalName="TaxKeywordTaxHTField" ma:taxonomyFieldName="TaxKeyword" ma:displayName="Enterprise Keywords" ma:fieldId="{23f27201-bee3-471e-b2e7-b64fd8b7ca38}" ma:taxonomyMulti="true" ma:sspId="cc962de5-690c-40f6-9925-46ff4f3fc18f"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955fe41-16ae-489b-bb6d-2dd9b2d28296" elementFormDefault="qualified">
    <xsd:import namespace="http://schemas.microsoft.com/office/2006/documentManagement/types"/>
    <xsd:import namespace="http://schemas.microsoft.com/office/infopath/2007/PartnerControls"/>
    <xsd:element name="MediaServiceMetadata" ma:index="18" nillable="true" ma:displayName="MediaServiceMetadata" ma:description="" ma:hidden="true" ma:internalName="MediaServiceMetadata" ma:readOnly="true">
      <xsd:simpleType>
        <xsd:restriction base="dms:Note"/>
      </xsd:simpleType>
    </xsd:element>
    <xsd:element name="MediaServiceFastMetadata" ma:index="19" nillable="true" ma:displayName="MediaServiceFastMetadata" ma:description="" ma:hidden="true" ma:internalName="MediaServiceFastMetadata" ma:readOnly="true">
      <xsd:simpleType>
        <xsd:restriction base="dms:Note"/>
      </xsd:simpleType>
    </xsd:element>
    <xsd:element name="ga0bac5639ea43d4a46e5e8979bf3e26" ma:index="26" nillable="true" ma:taxonomy="true" ma:internalName="ga0bac5639ea43d4a46e5e8979bf3e26" ma:taxonomyFieldName="Tag" ma:displayName="Tag" ma:default="" ma:fieldId="{0a0bac56-39ea-43d4-a46e-5e8979bf3e26}" ma:taxonomyMulti="true" ma:sspId="cc962de5-690c-40f6-9925-46ff4f3fc18f" ma:termSetId="6214defd-bc99-416a-9b0d-47b8b94e0d4a" ma:anchorId="00000000-0000-0000-0000-000000000000" ma:open="true" ma:isKeyword="false">
      <xsd:complexType>
        <xsd:sequence>
          <xsd:element ref="pc:Terms" minOccurs="0" maxOccurs="1"/>
        </xsd:sequence>
      </xsd:complexType>
    </xsd:element>
    <xsd:element name="MediaServiceAutoTags" ma:index="27" nillable="true" ma:displayName="MediaServiceAutoTags" ma:description="" ma:internalName="MediaServiceAutoTags" ma:readOnly="true">
      <xsd:simpleType>
        <xsd:restriction base="dms:Text"/>
      </xsd:simpleType>
    </xsd:element>
    <xsd:element name="MediaServiceDateTaken" ma:index="28" nillable="true" ma:displayName="MediaServiceDateTaken" ma:descriptio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2e849b-fc60-49fc-88ef-6f6a3a7352cc" elementFormDefault="qualified">
    <xsd:import namespace="http://schemas.microsoft.com/office/2006/documentManagement/types"/>
    <xsd:import namespace="http://schemas.microsoft.com/office/infopath/2007/PartnerControls"/>
    <xsd:element name="TaxCatchAll" ma:index="24" nillable="true" ma:displayName="Taxonomy Catch All Column" ma:description="" ma:hidden="true" ma:list="{728a09f4-2369-4fe2-81a5-a7d5ae06beff}" ma:internalName="TaxCatchAll" ma:showField="CatchAllData" ma:web="b7a58cbc-cd1f-4316-8e97-a0bb4c57e2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72e849b-fc60-49fc-88ef-6f6a3a7352cc"/>
    <LikesCount xmlns="http://schemas.microsoft.com/sharepoint/v3" xsi:nil="true"/>
    <TaxKeywordTaxHTField xmlns="b7a58cbc-cd1f-4316-8e97-a0bb4c57e2d1">
      <Terms xmlns="http://schemas.microsoft.com/office/infopath/2007/PartnerControls"/>
    </TaxKeywordTaxHTField>
    <Ratings xmlns="http://schemas.microsoft.com/sharepoint/v3">5,5,5,</Ratings>
    <LikedBy xmlns="http://schemas.microsoft.com/sharepoint/v3">
      <UserInfo>
        <DisplayName/>
        <AccountId xsi:nil="true"/>
        <AccountType/>
      </UserInfo>
    </LikedBy>
    <PublishingExpirationDate xmlns="http://schemas.microsoft.com/sharepoint/v3" xsi:nil="true"/>
    <PublishingStartDate xmlns="http://schemas.microsoft.com/sharepoint/v3" xsi:nil="true"/>
    <ga0bac5639ea43d4a46e5e8979bf3e26 xmlns="7955fe41-16ae-489b-bb6d-2dd9b2d28296">
      <Terms xmlns="http://schemas.microsoft.com/office/infopath/2007/PartnerControls"/>
    </ga0bac5639ea43d4a46e5e8979bf3e26>
    <RatedBy xmlns="http://schemas.microsoft.com/sharepoint/v3">
      <UserInfo>
        <DisplayName>Liu, Zhiyong</DisplayName>
        <AccountId>18584</AccountId>
        <AccountType/>
      </UserInfo>
      <UserInfo>
        <DisplayName>Singh, Shripal S</DisplayName>
        <AccountId>28974</AccountId>
        <AccountType/>
      </UserInfo>
      <UserInfo>
        <DisplayName>i:0#.f|membership|703155383@genpact.com</DisplayName>
        <AccountId>20463</AccountId>
        <AccountType/>
      </UserInfo>
    </RatedBy>
    <RatingCount xmlns="http://schemas.microsoft.com/sharepoint/v3">3</RatingCount>
    <AverageRating xmlns="http://schemas.microsoft.com/sharepoint/v3">5</AverageRating>
  </documentManagement>
</p:properties>
</file>

<file path=customXml/itemProps1.xml><?xml version="1.0" encoding="utf-8"?>
<ds:datastoreItem xmlns:ds="http://schemas.openxmlformats.org/officeDocument/2006/customXml" ds:itemID="{0C214276-A052-4498-B52A-4217918024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7a58cbc-cd1f-4316-8e97-a0bb4c57e2d1"/>
    <ds:schemaRef ds:uri="7955fe41-16ae-489b-bb6d-2dd9b2d28296"/>
    <ds:schemaRef ds:uri="372e849b-fc60-49fc-88ef-6f6a3a7352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F9F5582-2E7C-484E-A056-ED8FF10BDF90}">
  <ds:schemaRefs>
    <ds:schemaRef ds:uri="http://schemas.microsoft.com/sharepoint/v3/contenttype/forms"/>
  </ds:schemaRefs>
</ds:datastoreItem>
</file>

<file path=customXml/itemProps3.xml><?xml version="1.0" encoding="utf-8"?>
<ds:datastoreItem xmlns:ds="http://schemas.openxmlformats.org/officeDocument/2006/customXml" ds:itemID="{98FA2156-28A9-401B-AF18-4586E042D708}">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schemas.microsoft.com/sharepoint/v3"/>
    <ds:schemaRef ds:uri="372e849b-fc60-49fc-88ef-6f6a3a7352cc"/>
    <ds:schemaRef ds:uri="http://purl.org/dc/terms/"/>
    <ds:schemaRef ds:uri="7955fe41-16ae-489b-bb6d-2dd9b2d28296"/>
    <ds:schemaRef ds:uri="b7a58cbc-cd1f-4316-8e97-a0bb4c57e2d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3916</TotalTime>
  <Words>1970</Words>
  <Application>Microsoft Office PowerPoint</Application>
  <PresentationFormat>Widescreen</PresentationFormat>
  <Paragraphs>478</Paragraphs>
  <Slides>31</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2" baseType="lpstr">
      <vt:lpstr>ＭＳ Ｐゴシック</vt:lpstr>
      <vt:lpstr>Arial</vt:lpstr>
      <vt:lpstr>Calibri</vt:lpstr>
      <vt:lpstr>Calibri Light</vt:lpstr>
      <vt:lpstr>Courier New</vt:lpstr>
      <vt:lpstr>Georgia</vt:lpstr>
      <vt:lpstr>Trebuchet MS</vt:lpstr>
      <vt:lpstr>Wingdings</vt:lpstr>
      <vt:lpstr>Blank</vt:lpstr>
      <vt:lpstr>Worksheet</vt:lpstr>
      <vt:lpstr>Clip</vt:lpstr>
      <vt:lpstr>PowerPoint Presentation</vt:lpstr>
      <vt:lpstr>PowerPoint Presentation</vt:lpstr>
      <vt:lpstr>PowerPoint Presentation</vt:lpstr>
      <vt:lpstr>Step 1 Build Process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2 Operational Excellence Risk Assessment</vt:lpstr>
      <vt:lpstr>PowerPoint Presentation</vt:lpstr>
      <vt:lpstr>Step 3 Finalizing (Input, Process, Output) Metrics</vt:lpstr>
      <vt:lpstr>PowerPoint Presentation</vt:lpstr>
      <vt:lpstr>PowerPoint Presentation</vt:lpstr>
      <vt:lpstr>Step 4 Set Up Measurement System</vt:lpstr>
      <vt:lpstr>PowerPoint Presentation</vt:lpstr>
      <vt:lpstr>PowerPoint Presentation</vt:lpstr>
      <vt:lpstr>Step 5 Setting Up Reporting Structure</vt:lpstr>
      <vt:lpstr>PowerPoint Presentation</vt:lpstr>
      <vt:lpstr>PowerPoint Presentation</vt:lpstr>
      <vt:lpstr>Step 6 Visual Management Standardization</vt:lpstr>
      <vt:lpstr>PowerPoint Presentation</vt:lpstr>
      <vt:lpstr>Step 7 Continuous Improvement Roadmap</vt:lpstr>
      <vt:lpstr>PowerPoint Presentation</vt:lpstr>
      <vt:lpstr>PowerPoint Presentation</vt:lpstr>
      <vt:lpstr>PowerPoint Presentation</vt:lpstr>
      <vt:lpstr>Approval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 of</dc:title>
  <dc:creator>Das H.S, Hemanth</dc:creator>
  <cp:lastModifiedBy>Shalini, Akunur</cp:lastModifiedBy>
  <cp:revision>327</cp:revision>
  <dcterms:created xsi:type="dcterms:W3CDTF">2017-09-11T16:52:07Z</dcterms:created>
  <dcterms:modified xsi:type="dcterms:W3CDTF">2020-11-02T14:30:27Z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2017-09-11T00:00:00Z</vt:filetime>
  </property>
  <property fmtid="{D5CDD505-2E9C-101B-9397-08002B2CF9AE}" pid="3" name="Creator">
    <vt:lpwstr>Adobe InDesign CC 2017 (Windows)</vt:lpwstr>
  </property>
  <property fmtid="{D5CDD505-2E9C-101B-9397-08002B2CF9AE}" pid="4" name="LastSaved">
    <vt:filetime>2017-09-11T00:00:00Z</vt:filetime>
  </property>
  <property fmtid="{D5CDD505-2E9C-101B-9397-08002B2CF9AE}" pid="5" name="ContentTypeId">
    <vt:lpwstr>0x010100FD9387E64A2A4343BD96EB39AF3A92F6</vt:lpwstr>
  </property>
  <property fmtid="{D5CDD505-2E9C-101B-9397-08002B2CF9AE}" pid="6" name="TaxKeyword">
    <vt:lpwstr/>
  </property>
  <property fmtid="{D5CDD505-2E9C-101B-9397-08002B2CF9AE}" pid="7" name="Tag">
    <vt:lpwstr/>
  </property>
</Properties>
</file>