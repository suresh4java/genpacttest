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5"/>
  </p:notesMasterIdLst>
  <p:handoutMasterIdLst>
    <p:handoutMasterId r:id="rId36"/>
  </p:handoutMasterIdLst>
  <p:sldIdLst>
    <p:sldId id="279" r:id="rId5"/>
    <p:sldId id="323" r:id="rId6"/>
    <p:sldId id="324" r:id="rId7"/>
    <p:sldId id="325" r:id="rId8"/>
    <p:sldId id="326" r:id="rId9"/>
    <p:sldId id="327" r:id="rId10"/>
    <p:sldId id="328" r:id="rId11"/>
    <p:sldId id="261" r:id="rId12"/>
    <p:sldId id="330" r:id="rId13"/>
    <p:sldId id="262" r:id="rId14"/>
    <p:sldId id="332" r:id="rId15"/>
    <p:sldId id="333" r:id="rId16"/>
    <p:sldId id="334" r:id="rId17"/>
    <p:sldId id="336" r:id="rId18"/>
    <p:sldId id="337" r:id="rId19"/>
    <p:sldId id="338" r:id="rId20"/>
    <p:sldId id="339" r:id="rId21"/>
    <p:sldId id="342" r:id="rId22"/>
    <p:sldId id="345" r:id="rId23"/>
    <p:sldId id="347" r:id="rId24"/>
    <p:sldId id="348" r:id="rId25"/>
    <p:sldId id="349" r:id="rId26"/>
    <p:sldId id="362" r:id="rId27"/>
    <p:sldId id="375" r:id="rId28"/>
    <p:sldId id="365" r:id="rId29"/>
    <p:sldId id="366" r:id="rId30"/>
    <p:sldId id="367" r:id="rId31"/>
    <p:sldId id="377" r:id="rId32"/>
    <p:sldId id="290" r:id="rId33"/>
    <p:sldId id="310" r:id="rId34"/>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guide id="3" orient="horz" pos="384">
          <p15:clr>
            <a:srgbClr val="A4A3A4"/>
          </p15:clr>
        </p15:guide>
        <p15:guide id="4" orient="horz" pos="3940">
          <p15:clr>
            <a:srgbClr val="A4A3A4"/>
          </p15:clr>
        </p15:guide>
        <p15:guide id="5" orient="horz" pos="288">
          <p15:clr>
            <a:srgbClr val="A4A3A4"/>
          </p15:clr>
        </p15:guide>
        <p15:guide id="6" orient="horz" pos="731">
          <p15:clr>
            <a:srgbClr val="A4A3A4"/>
          </p15:clr>
        </p15:guide>
        <p15:guide id="7" orient="horz" pos="649">
          <p15:clr>
            <a:srgbClr val="A4A3A4"/>
          </p15:clr>
        </p15:guide>
        <p15:guide id="8" orient="horz" pos="1229">
          <p15:clr>
            <a:srgbClr val="A4A3A4"/>
          </p15:clr>
        </p15:guide>
        <p15:guide id="9" orient="horz" pos="1680">
          <p15:clr>
            <a:srgbClr val="A4A3A4"/>
          </p15:clr>
        </p15:guide>
        <p15:guide id="10" orient="horz" pos="4319">
          <p15:clr>
            <a:srgbClr val="A4A3A4"/>
          </p15:clr>
        </p15:guide>
        <p15:guide id="11" pos="304">
          <p15:clr>
            <a:srgbClr val="A4A3A4"/>
          </p15:clr>
        </p15:guide>
        <p15:guide id="12" pos="7408">
          <p15:clr>
            <a:srgbClr val="A4A3A4"/>
          </p15:clr>
        </p15:guide>
      </p15:sldGuideLst>
    </p:ext>
    <p:ext uri="{2D200454-40CA-4A62-9FC3-DE9A4176ACB9}">
      <p15:notesGuideLst xmlns:p15="http://schemas.microsoft.com/office/powerpoint/2012/main">
        <p15:guide id="1" orient="horz" pos="2160">
          <p15:clr>
            <a:srgbClr val="A4A3A4"/>
          </p15:clr>
        </p15:guide>
        <p15:guide id="2" pos="384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000000"/>
    <a:srgbClr val="073262"/>
    <a:srgbClr val="063161"/>
    <a:srgbClr val="EBECED"/>
    <a:srgbClr val="BFC0C1"/>
    <a:srgbClr val="60C7D7"/>
    <a:srgbClr val="EA3946"/>
    <a:srgbClr val="00AECF"/>
    <a:srgbClr val="FF555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824" autoAdjust="0"/>
    <p:restoredTop sz="94614" autoAdjust="0"/>
  </p:normalViewPr>
  <p:slideViewPr>
    <p:cSldViewPr>
      <p:cViewPr varScale="1">
        <p:scale>
          <a:sx n="68" d="100"/>
          <a:sy n="68" d="100"/>
        </p:scale>
        <p:origin x="456" y="60"/>
      </p:cViewPr>
      <p:guideLst>
        <p:guide orient="horz" pos="2880"/>
        <p:guide pos="2160"/>
        <p:guide orient="horz" pos="384"/>
        <p:guide orient="horz" pos="3940"/>
        <p:guide orient="horz" pos="288"/>
        <p:guide orient="horz" pos="731"/>
        <p:guide orient="horz" pos="649"/>
        <p:guide orient="horz" pos="1229"/>
        <p:guide orient="horz" pos="1680"/>
        <p:guide orient="horz" pos="4319"/>
        <p:guide pos="304"/>
        <p:guide pos="740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showGuides="1">
      <p:cViewPr varScale="1">
        <p:scale>
          <a:sx n="71" d="100"/>
          <a:sy n="71" d="100"/>
        </p:scale>
        <p:origin x="-1296" y="-90"/>
      </p:cViewPr>
      <p:guideLst>
        <p:guide orient="horz" pos="2160"/>
        <p:guide pos="384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notesMaster" Target="notesMasters/notesMaster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FEEF44-4767-4D3C-B911-9D8BFEFB886E}" type="doc">
      <dgm:prSet loTypeId="urn:microsoft.com/office/officeart/2005/8/layout/process1" loCatId="process" qsTypeId="urn:microsoft.com/office/officeart/2005/8/quickstyle/simple1" qsCatId="simple" csTypeId="urn:microsoft.com/office/officeart/2005/8/colors/accent0_3" csCatId="mainScheme" phldr="1"/>
      <dgm:spPr/>
    </dgm:pt>
    <dgm:pt modelId="{1197DC93-9ED4-417E-BA2F-87B306C1F785}">
      <dgm:prSet phldrT="[Text]"/>
      <dgm:spPr>
        <a:xfrm>
          <a:off x="4190" y="61233"/>
          <a:ext cx="1299036" cy="779422"/>
        </a:xfr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gm:spPr>
      <dgm:t>
        <a:bodyPr/>
        <a:lstStyle/>
        <a:p>
          <a:r>
            <a:rPr lang="en-US" b="1" dirty="0">
              <a:solidFill>
                <a:srgbClr val="FFFFFF"/>
              </a:solidFill>
              <a:latin typeface=""/>
              <a:ea typeface="ＭＳ Ｐゴシック"/>
              <a:cs typeface="+mn-cs"/>
            </a:rPr>
            <a:t>C</a:t>
          </a:r>
          <a:r>
            <a:rPr lang="en-US" dirty="0">
              <a:solidFill>
                <a:srgbClr val="FFFFFF"/>
              </a:solidFill>
              <a:latin typeface=""/>
              <a:ea typeface="ＭＳ Ｐゴシック"/>
              <a:cs typeface="+mn-cs"/>
            </a:rPr>
            <a:t>ustomer</a:t>
          </a:r>
        </a:p>
      </dgm:t>
    </dgm:pt>
    <dgm:pt modelId="{FF02EB3B-430A-415A-80F7-5D44FB31E732}" type="parTrans" cxnId="{E3F62FB9-07B1-48F0-BCBA-98CB901C866C}">
      <dgm:prSet/>
      <dgm:spPr/>
      <dgm:t>
        <a:bodyPr/>
        <a:lstStyle/>
        <a:p>
          <a:endParaRPr lang="en-US"/>
        </a:p>
      </dgm:t>
    </dgm:pt>
    <dgm:pt modelId="{3F616046-9B3C-4ED7-849F-74CB163FAB44}" type="sibTrans" cxnId="{E3F62FB9-07B1-48F0-BCBA-98CB901C866C}">
      <dgm:prSet/>
      <dgm:spPr>
        <a:xfrm>
          <a:off x="1433130" y="289864"/>
          <a:ext cx="275395" cy="322161"/>
        </a:xfr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gm:spPr>
      <dgm:t>
        <a:bodyPr/>
        <a:lstStyle/>
        <a:p>
          <a:endParaRPr lang="en-US">
            <a:solidFill>
              <a:srgbClr val="FFFFFF"/>
            </a:solidFill>
            <a:latin typeface=""/>
            <a:ea typeface="ＭＳ Ｐゴシック"/>
            <a:cs typeface="+mn-cs"/>
          </a:endParaRPr>
        </a:p>
      </dgm:t>
    </dgm:pt>
    <dgm:pt modelId="{C86C29F9-31F0-4CBC-9430-512115312AFD}">
      <dgm:prSet phldrT="[Text]"/>
      <dgm:spPr>
        <a:xfrm>
          <a:off x="1822842" y="61233"/>
          <a:ext cx="1299036" cy="779422"/>
        </a:xfr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gm:spPr>
      <dgm:t>
        <a:bodyPr/>
        <a:lstStyle/>
        <a:p>
          <a:r>
            <a:rPr lang="en-US" b="1" dirty="0">
              <a:solidFill>
                <a:srgbClr val="FFFFFF"/>
              </a:solidFill>
              <a:latin typeface=""/>
              <a:ea typeface="ＭＳ Ｐゴシック"/>
              <a:cs typeface="+mn-cs"/>
            </a:rPr>
            <a:t>O</a:t>
          </a:r>
          <a:r>
            <a:rPr lang="en-US" dirty="0">
              <a:solidFill>
                <a:srgbClr val="FFFFFF"/>
              </a:solidFill>
              <a:latin typeface=""/>
              <a:ea typeface="ＭＳ Ｐゴシック"/>
              <a:cs typeface="+mn-cs"/>
            </a:rPr>
            <a:t>utput</a:t>
          </a:r>
        </a:p>
      </dgm:t>
    </dgm:pt>
    <dgm:pt modelId="{504FE52A-5E38-43E2-8ADA-EC728C94AE10}" type="parTrans" cxnId="{277D055C-ED70-4CAA-B21F-DF833C7C7E2B}">
      <dgm:prSet/>
      <dgm:spPr/>
      <dgm:t>
        <a:bodyPr/>
        <a:lstStyle/>
        <a:p>
          <a:endParaRPr lang="en-US"/>
        </a:p>
      </dgm:t>
    </dgm:pt>
    <dgm:pt modelId="{5E9AC0AF-2F7B-421E-852E-15773E99B1C9}" type="sibTrans" cxnId="{277D055C-ED70-4CAA-B21F-DF833C7C7E2B}">
      <dgm:prSet/>
      <dgm:spPr>
        <a:xfrm>
          <a:off x="3251782" y="289864"/>
          <a:ext cx="275395" cy="322161"/>
        </a:xfr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gm:spPr>
      <dgm:t>
        <a:bodyPr/>
        <a:lstStyle/>
        <a:p>
          <a:endParaRPr lang="en-US">
            <a:solidFill>
              <a:srgbClr val="FFFFFF"/>
            </a:solidFill>
            <a:latin typeface=""/>
            <a:ea typeface="ＭＳ Ｐゴシック"/>
            <a:cs typeface="+mn-cs"/>
          </a:endParaRPr>
        </a:p>
      </dgm:t>
    </dgm:pt>
    <dgm:pt modelId="{C78553EA-15F1-400D-AC59-437DDDA1E615}">
      <dgm:prSet phldrT="[Text]"/>
      <dgm:spPr>
        <a:xfrm>
          <a:off x="3641493" y="61233"/>
          <a:ext cx="1299036" cy="779422"/>
        </a:xfr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gm:spPr>
      <dgm:t>
        <a:bodyPr/>
        <a:lstStyle/>
        <a:p>
          <a:r>
            <a:rPr lang="en-US" b="1" dirty="0">
              <a:solidFill>
                <a:srgbClr val="FFFFFF"/>
              </a:solidFill>
              <a:latin typeface=""/>
              <a:ea typeface="ＭＳ Ｐゴシック"/>
              <a:cs typeface="+mn-cs"/>
            </a:rPr>
            <a:t>P</a:t>
          </a:r>
          <a:r>
            <a:rPr lang="en-US" dirty="0">
              <a:solidFill>
                <a:srgbClr val="FFFFFF"/>
              </a:solidFill>
              <a:latin typeface=""/>
              <a:ea typeface="ＭＳ Ｐゴシック"/>
              <a:cs typeface="+mn-cs"/>
            </a:rPr>
            <a:t>rocess</a:t>
          </a:r>
        </a:p>
      </dgm:t>
    </dgm:pt>
    <dgm:pt modelId="{E1AE99FD-2524-419A-9130-15670957D837}" type="parTrans" cxnId="{66B64381-2575-42F0-B642-45AE137C40F7}">
      <dgm:prSet/>
      <dgm:spPr/>
      <dgm:t>
        <a:bodyPr/>
        <a:lstStyle/>
        <a:p>
          <a:endParaRPr lang="en-US"/>
        </a:p>
      </dgm:t>
    </dgm:pt>
    <dgm:pt modelId="{12F75985-09A8-4782-9551-776506CEB9AE}" type="sibTrans" cxnId="{66B64381-2575-42F0-B642-45AE137C40F7}">
      <dgm:prSet/>
      <dgm:spPr>
        <a:xfrm>
          <a:off x="5070434" y="289864"/>
          <a:ext cx="275395" cy="322161"/>
        </a:xfr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gm:spPr>
      <dgm:t>
        <a:bodyPr/>
        <a:lstStyle/>
        <a:p>
          <a:endParaRPr lang="en-US">
            <a:solidFill>
              <a:srgbClr val="FFFFFF"/>
            </a:solidFill>
            <a:latin typeface=""/>
            <a:ea typeface="ＭＳ Ｐゴシック"/>
            <a:cs typeface="+mn-cs"/>
          </a:endParaRPr>
        </a:p>
      </dgm:t>
    </dgm:pt>
    <dgm:pt modelId="{4E7E537B-7F3A-49F8-A0C5-D43D680077D3}">
      <dgm:prSet phldrT="[Text]"/>
      <dgm:spPr>
        <a:xfrm>
          <a:off x="5460145" y="61233"/>
          <a:ext cx="1299036" cy="779422"/>
        </a:xfr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gm:spPr>
      <dgm:t>
        <a:bodyPr/>
        <a:lstStyle/>
        <a:p>
          <a:r>
            <a:rPr lang="en-US" b="1" dirty="0">
              <a:solidFill>
                <a:srgbClr val="FFFFFF"/>
              </a:solidFill>
              <a:latin typeface=""/>
              <a:ea typeface="ＭＳ Ｐゴシック"/>
              <a:cs typeface="+mn-cs"/>
            </a:rPr>
            <a:t>I</a:t>
          </a:r>
          <a:r>
            <a:rPr lang="en-US" dirty="0">
              <a:solidFill>
                <a:srgbClr val="FFFFFF"/>
              </a:solidFill>
              <a:latin typeface=""/>
              <a:ea typeface="ＭＳ Ｐゴシック"/>
              <a:cs typeface="+mn-cs"/>
            </a:rPr>
            <a:t>nput</a:t>
          </a:r>
        </a:p>
      </dgm:t>
    </dgm:pt>
    <dgm:pt modelId="{244BB3CC-B826-4F9B-B3C2-06CC5D66B191}" type="parTrans" cxnId="{90C8BC01-C594-4C79-B15A-7B84682D3205}">
      <dgm:prSet/>
      <dgm:spPr/>
      <dgm:t>
        <a:bodyPr/>
        <a:lstStyle/>
        <a:p>
          <a:endParaRPr lang="en-US"/>
        </a:p>
      </dgm:t>
    </dgm:pt>
    <dgm:pt modelId="{124D2232-66B4-4685-9F06-04DCF46D92E7}" type="sibTrans" cxnId="{90C8BC01-C594-4C79-B15A-7B84682D3205}">
      <dgm:prSet/>
      <dgm:spPr>
        <a:xfrm>
          <a:off x="6889085" y="289864"/>
          <a:ext cx="275395" cy="322161"/>
        </a:xfr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gm:spPr>
      <dgm:t>
        <a:bodyPr/>
        <a:lstStyle/>
        <a:p>
          <a:endParaRPr lang="en-US">
            <a:solidFill>
              <a:srgbClr val="FFFFFF"/>
            </a:solidFill>
            <a:latin typeface=""/>
            <a:ea typeface="ＭＳ Ｐゴシック"/>
            <a:cs typeface="+mn-cs"/>
          </a:endParaRPr>
        </a:p>
      </dgm:t>
    </dgm:pt>
    <dgm:pt modelId="{8DA66D50-70B9-40B9-A086-7327ED5C5369}">
      <dgm:prSet phldrT="[Text]"/>
      <dgm:spPr>
        <a:xfrm>
          <a:off x="7278796" y="61233"/>
          <a:ext cx="1299036" cy="779422"/>
        </a:xfr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gm:spPr>
      <dgm:t>
        <a:bodyPr/>
        <a:lstStyle/>
        <a:p>
          <a:r>
            <a:rPr lang="en-US" b="1" dirty="0">
              <a:solidFill>
                <a:srgbClr val="FFFFFF"/>
              </a:solidFill>
              <a:latin typeface=""/>
              <a:ea typeface="ＭＳ Ｐゴシック"/>
              <a:cs typeface="+mn-cs"/>
            </a:rPr>
            <a:t>S</a:t>
          </a:r>
          <a:r>
            <a:rPr lang="en-US" dirty="0">
              <a:solidFill>
                <a:srgbClr val="FFFFFF"/>
              </a:solidFill>
              <a:latin typeface=""/>
              <a:ea typeface="ＭＳ Ｐゴシック"/>
              <a:cs typeface="+mn-cs"/>
            </a:rPr>
            <a:t>upplier</a:t>
          </a:r>
        </a:p>
      </dgm:t>
    </dgm:pt>
    <dgm:pt modelId="{94C27709-E331-442E-B954-09301A71D3F6}" type="parTrans" cxnId="{F1703DFE-9645-4DC2-89EC-3B1FC72259A2}">
      <dgm:prSet/>
      <dgm:spPr/>
      <dgm:t>
        <a:bodyPr/>
        <a:lstStyle/>
        <a:p>
          <a:endParaRPr lang="en-US"/>
        </a:p>
      </dgm:t>
    </dgm:pt>
    <dgm:pt modelId="{74A04074-7DE5-4A97-8AD8-C1BB2699108D}" type="sibTrans" cxnId="{F1703DFE-9645-4DC2-89EC-3B1FC72259A2}">
      <dgm:prSet/>
      <dgm:spPr/>
      <dgm:t>
        <a:bodyPr/>
        <a:lstStyle/>
        <a:p>
          <a:endParaRPr lang="en-US"/>
        </a:p>
      </dgm:t>
    </dgm:pt>
    <dgm:pt modelId="{7114879C-CA94-4B88-B72E-4150D9637B2D}" type="pres">
      <dgm:prSet presAssocID="{BAFEEF44-4767-4D3C-B911-9D8BFEFB886E}" presName="Name0" presStyleCnt="0">
        <dgm:presLayoutVars>
          <dgm:dir/>
          <dgm:resizeHandles val="exact"/>
        </dgm:presLayoutVars>
      </dgm:prSet>
      <dgm:spPr/>
    </dgm:pt>
    <dgm:pt modelId="{77B90A6C-2060-4953-B6F0-709F9FDD72DB}" type="pres">
      <dgm:prSet presAssocID="{1197DC93-9ED4-417E-BA2F-87B306C1F785}" presName="node" presStyleLbl="node1" presStyleIdx="0" presStyleCnt="5">
        <dgm:presLayoutVars>
          <dgm:bulletEnabled val="1"/>
        </dgm:presLayoutVars>
      </dgm:prSet>
      <dgm:spPr>
        <a:prstGeom prst="roundRect">
          <a:avLst>
            <a:gd name="adj" fmla="val 10000"/>
          </a:avLst>
        </a:prstGeom>
      </dgm:spPr>
    </dgm:pt>
    <dgm:pt modelId="{80DA023A-D7B9-4BDD-BEBF-9381087C188D}" type="pres">
      <dgm:prSet presAssocID="{3F616046-9B3C-4ED7-849F-74CB163FAB44}" presName="sibTrans" presStyleLbl="sibTrans2D1" presStyleIdx="0" presStyleCnt="4"/>
      <dgm:spPr>
        <a:prstGeom prst="rect">
          <a:avLst/>
        </a:prstGeom>
      </dgm:spPr>
    </dgm:pt>
    <dgm:pt modelId="{34212F02-1521-4A76-ACEF-09B8E626DBDA}" type="pres">
      <dgm:prSet presAssocID="{3F616046-9B3C-4ED7-849F-74CB163FAB44}" presName="connectorText" presStyleLbl="sibTrans2D1" presStyleIdx="0" presStyleCnt="4"/>
      <dgm:spPr/>
    </dgm:pt>
    <dgm:pt modelId="{5C0439AB-0255-4EF6-AFDF-7C490C7B4AA3}" type="pres">
      <dgm:prSet presAssocID="{C86C29F9-31F0-4CBC-9430-512115312AFD}" presName="node" presStyleLbl="node1" presStyleIdx="1" presStyleCnt="5">
        <dgm:presLayoutVars>
          <dgm:bulletEnabled val="1"/>
        </dgm:presLayoutVars>
      </dgm:prSet>
      <dgm:spPr>
        <a:prstGeom prst="roundRect">
          <a:avLst>
            <a:gd name="adj" fmla="val 10000"/>
          </a:avLst>
        </a:prstGeom>
      </dgm:spPr>
    </dgm:pt>
    <dgm:pt modelId="{F5740FD9-F923-416F-A7B5-EB6B70B6C8C1}" type="pres">
      <dgm:prSet presAssocID="{5E9AC0AF-2F7B-421E-852E-15773E99B1C9}" presName="sibTrans" presStyleLbl="sibTrans2D1" presStyleIdx="1" presStyleCnt="4"/>
      <dgm:spPr>
        <a:prstGeom prst="rect">
          <a:avLst/>
        </a:prstGeom>
      </dgm:spPr>
    </dgm:pt>
    <dgm:pt modelId="{17EFAC04-56B0-4022-B934-D9C189581BBA}" type="pres">
      <dgm:prSet presAssocID="{5E9AC0AF-2F7B-421E-852E-15773E99B1C9}" presName="connectorText" presStyleLbl="sibTrans2D1" presStyleIdx="1" presStyleCnt="4"/>
      <dgm:spPr/>
    </dgm:pt>
    <dgm:pt modelId="{7944A39F-8E5E-4EA6-A9EF-51617411812E}" type="pres">
      <dgm:prSet presAssocID="{C78553EA-15F1-400D-AC59-437DDDA1E615}" presName="node" presStyleLbl="node1" presStyleIdx="2" presStyleCnt="5">
        <dgm:presLayoutVars>
          <dgm:bulletEnabled val="1"/>
        </dgm:presLayoutVars>
      </dgm:prSet>
      <dgm:spPr>
        <a:prstGeom prst="roundRect">
          <a:avLst>
            <a:gd name="adj" fmla="val 10000"/>
          </a:avLst>
        </a:prstGeom>
      </dgm:spPr>
    </dgm:pt>
    <dgm:pt modelId="{D6E052B8-8D32-47E3-9772-E56F0614A443}" type="pres">
      <dgm:prSet presAssocID="{12F75985-09A8-4782-9551-776506CEB9AE}" presName="sibTrans" presStyleLbl="sibTrans2D1" presStyleIdx="2" presStyleCnt="4"/>
      <dgm:spPr>
        <a:prstGeom prst="rect">
          <a:avLst/>
        </a:prstGeom>
      </dgm:spPr>
    </dgm:pt>
    <dgm:pt modelId="{9360EDF8-CA96-4468-B966-DDA7E3F08EE6}" type="pres">
      <dgm:prSet presAssocID="{12F75985-09A8-4782-9551-776506CEB9AE}" presName="connectorText" presStyleLbl="sibTrans2D1" presStyleIdx="2" presStyleCnt="4"/>
      <dgm:spPr/>
    </dgm:pt>
    <dgm:pt modelId="{64201D91-0A94-4633-AFE1-A5293B216B3D}" type="pres">
      <dgm:prSet presAssocID="{4E7E537B-7F3A-49F8-A0C5-D43D680077D3}" presName="node" presStyleLbl="node1" presStyleIdx="3" presStyleCnt="5">
        <dgm:presLayoutVars>
          <dgm:bulletEnabled val="1"/>
        </dgm:presLayoutVars>
      </dgm:prSet>
      <dgm:spPr>
        <a:prstGeom prst="roundRect">
          <a:avLst>
            <a:gd name="adj" fmla="val 10000"/>
          </a:avLst>
        </a:prstGeom>
      </dgm:spPr>
    </dgm:pt>
    <dgm:pt modelId="{9F593467-1E4F-4964-AA37-DD2836BFC9B5}" type="pres">
      <dgm:prSet presAssocID="{124D2232-66B4-4685-9F06-04DCF46D92E7}" presName="sibTrans" presStyleLbl="sibTrans2D1" presStyleIdx="3" presStyleCnt="4"/>
      <dgm:spPr>
        <a:prstGeom prst="rect">
          <a:avLst/>
        </a:prstGeom>
      </dgm:spPr>
    </dgm:pt>
    <dgm:pt modelId="{776673AF-0235-4B32-81B1-23CD6DF7369E}" type="pres">
      <dgm:prSet presAssocID="{124D2232-66B4-4685-9F06-04DCF46D92E7}" presName="connectorText" presStyleLbl="sibTrans2D1" presStyleIdx="3" presStyleCnt="4"/>
      <dgm:spPr/>
    </dgm:pt>
    <dgm:pt modelId="{C302578C-81C3-42A6-B2B1-D8BC938387F7}" type="pres">
      <dgm:prSet presAssocID="{8DA66D50-70B9-40B9-A086-7327ED5C5369}" presName="node" presStyleLbl="node1" presStyleIdx="4" presStyleCnt="5">
        <dgm:presLayoutVars>
          <dgm:bulletEnabled val="1"/>
        </dgm:presLayoutVars>
      </dgm:prSet>
      <dgm:spPr>
        <a:prstGeom prst="roundRect">
          <a:avLst>
            <a:gd name="adj" fmla="val 10000"/>
          </a:avLst>
        </a:prstGeom>
      </dgm:spPr>
    </dgm:pt>
  </dgm:ptLst>
  <dgm:cxnLst>
    <dgm:cxn modelId="{90C8BC01-C594-4C79-B15A-7B84682D3205}" srcId="{BAFEEF44-4767-4D3C-B911-9D8BFEFB886E}" destId="{4E7E537B-7F3A-49F8-A0C5-D43D680077D3}" srcOrd="3" destOrd="0" parTransId="{244BB3CC-B826-4F9B-B3C2-06CC5D66B191}" sibTransId="{124D2232-66B4-4685-9F06-04DCF46D92E7}"/>
    <dgm:cxn modelId="{FABAFD1E-F672-4221-86FC-4FE73095C4B9}" type="presOf" srcId="{5E9AC0AF-2F7B-421E-852E-15773E99B1C9}" destId="{17EFAC04-56B0-4022-B934-D9C189581BBA}" srcOrd="1" destOrd="0" presId="urn:microsoft.com/office/officeart/2005/8/layout/process1"/>
    <dgm:cxn modelId="{09418F35-2242-42E5-9AD5-32A337860927}" type="presOf" srcId="{3F616046-9B3C-4ED7-849F-74CB163FAB44}" destId="{34212F02-1521-4A76-ACEF-09B8E626DBDA}" srcOrd="1" destOrd="0" presId="urn:microsoft.com/office/officeart/2005/8/layout/process1"/>
    <dgm:cxn modelId="{97BDB03C-9D88-4CE7-B5C4-41848A085045}" type="presOf" srcId="{BAFEEF44-4767-4D3C-B911-9D8BFEFB886E}" destId="{7114879C-CA94-4B88-B72E-4150D9637B2D}" srcOrd="0" destOrd="0" presId="urn:microsoft.com/office/officeart/2005/8/layout/process1"/>
    <dgm:cxn modelId="{277D055C-ED70-4CAA-B21F-DF833C7C7E2B}" srcId="{BAFEEF44-4767-4D3C-B911-9D8BFEFB886E}" destId="{C86C29F9-31F0-4CBC-9430-512115312AFD}" srcOrd="1" destOrd="0" parTransId="{504FE52A-5E38-43E2-8ADA-EC728C94AE10}" sibTransId="{5E9AC0AF-2F7B-421E-852E-15773E99B1C9}"/>
    <dgm:cxn modelId="{62743348-7EE0-4DA2-96A1-64E046D4DC41}" type="presOf" srcId="{4E7E537B-7F3A-49F8-A0C5-D43D680077D3}" destId="{64201D91-0A94-4633-AFE1-A5293B216B3D}" srcOrd="0" destOrd="0" presId="urn:microsoft.com/office/officeart/2005/8/layout/process1"/>
    <dgm:cxn modelId="{EEEB514A-F6DC-41D5-BF4F-88F4D50DA3DC}" type="presOf" srcId="{12F75985-09A8-4782-9551-776506CEB9AE}" destId="{D6E052B8-8D32-47E3-9772-E56F0614A443}" srcOrd="0" destOrd="0" presId="urn:microsoft.com/office/officeart/2005/8/layout/process1"/>
    <dgm:cxn modelId="{93371480-83EE-42C6-9BFD-821AB20BB5C3}" type="presOf" srcId="{3F616046-9B3C-4ED7-849F-74CB163FAB44}" destId="{80DA023A-D7B9-4BDD-BEBF-9381087C188D}" srcOrd="0" destOrd="0" presId="urn:microsoft.com/office/officeart/2005/8/layout/process1"/>
    <dgm:cxn modelId="{66B64381-2575-42F0-B642-45AE137C40F7}" srcId="{BAFEEF44-4767-4D3C-B911-9D8BFEFB886E}" destId="{C78553EA-15F1-400D-AC59-437DDDA1E615}" srcOrd="2" destOrd="0" parTransId="{E1AE99FD-2524-419A-9130-15670957D837}" sibTransId="{12F75985-09A8-4782-9551-776506CEB9AE}"/>
    <dgm:cxn modelId="{56A766A6-1D17-4AB6-B837-A7F85C60C363}" type="presOf" srcId="{124D2232-66B4-4685-9F06-04DCF46D92E7}" destId="{776673AF-0235-4B32-81B1-23CD6DF7369E}" srcOrd="1" destOrd="0" presId="urn:microsoft.com/office/officeart/2005/8/layout/process1"/>
    <dgm:cxn modelId="{44C0E9B3-92F1-4333-9F45-D9681E73F19D}" type="presOf" srcId="{1197DC93-9ED4-417E-BA2F-87B306C1F785}" destId="{77B90A6C-2060-4953-B6F0-709F9FDD72DB}" srcOrd="0" destOrd="0" presId="urn:microsoft.com/office/officeart/2005/8/layout/process1"/>
    <dgm:cxn modelId="{E3F62FB9-07B1-48F0-BCBA-98CB901C866C}" srcId="{BAFEEF44-4767-4D3C-B911-9D8BFEFB886E}" destId="{1197DC93-9ED4-417E-BA2F-87B306C1F785}" srcOrd="0" destOrd="0" parTransId="{FF02EB3B-430A-415A-80F7-5D44FB31E732}" sibTransId="{3F616046-9B3C-4ED7-849F-74CB163FAB44}"/>
    <dgm:cxn modelId="{CA2C04BB-B0D5-4BC2-862B-13E2BD5E0ED8}" type="presOf" srcId="{124D2232-66B4-4685-9F06-04DCF46D92E7}" destId="{9F593467-1E4F-4964-AA37-DD2836BFC9B5}" srcOrd="0" destOrd="0" presId="urn:microsoft.com/office/officeart/2005/8/layout/process1"/>
    <dgm:cxn modelId="{85F3B2BB-2938-4D3F-B863-150A952ACC0D}" type="presOf" srcId="{5E9AC0AF-2F7B-421E-852E-15773E99B1C9}" destId="{F5740FD9-F923-416F-A7B5-EB6B70B6C8C1}" srcOrd="0" destOrd="0" presId="urn:microsoft.com/office/officeart/2005/8/layout/process1"/>
    <dgm:cxn modelId="{9A282BBC-F9DE-4D24-B37E-19231E1D126B}" type="presOf" srcId="{12F75985-09A8-4782-9551-776506CEB9AE}" destId="{9360EDF8-CA96-4468-B966-DDA7E3F08EE6}" srcOrd="1" destOrd="0" presId="urn:microsoft.com/office/officeart/2005/8/layout/process1"/>
    <dgm:cxn modelId="{E27397BE-29A2-4C8B-B6C6-DACD2DACEB0C}" type="presOf" srcId="{C78553EA-15F1-400D-AC59-437DDDA1E615}" destId="{7944A39F-8E5E-4EA6-A9EF-51617411812E}" srcOrd="0" destOrd="0" presId="urn:microsoft.com/office/officeart/2005/8/layout/process1"/>
    <dgm:cxn modelId="{486A1CE7-F9D0-41BA-8CEB-6F0F8D483928}" type="presOf" srcId="{C86C29F9-31F0-4CBC-9430-512115312AFD}" destId="{5C0439AB-0255-4EF6-AFDF-7C490C7B4AA3}" srcOrd="0" destOrd="0" presId="urn:microsoft.com/office/officeart/2005/8/layout/process1"/>
    <dgm:cxn modelId="{1A5C74F2-E5A6-41D7-81B8-C7872FDD116C}" type="presOf" srcId="{8DA66D50-70B9-40B9-A086-7327ED5C5369}" destId="{C302578C-81C3-42A6-B2B1-D8BC938387F7}" srcOrd="0" destOrd="0" presId="urn:microsoft.com/office/officeart/2005/8/layout/process1"/>
    <dgm:cxn modelId="{F1703DFE-9645-4DC2-89EC-3B1FC72259A2}" srcId="{BAFEEF44-4767-4D3C-B911-9D8BFEFB886E}" destId="{8DA66D50-70B9-40B9-A086-7327ED5C5369}" srcOrd="4" destOrd="0" parTransId="{94C27709-E331-442E-B954-09301A71D3F6}" sibTransId="{74A04074-7DE5-4A97-8AD8-C1BB2699108D}"/>
    <dgm:cxn modelId="{16DBD834-0C77-4687-8302-B3C0DF3935B9}" type="presParOf" srcId="{7114879C-CA94-4B88-B72E-4150D9637B2D}" destId="{77B90A6C-2060-4953-B6F0-709F9FDD72DB}" srcOrd="0" destOrd="0" presId="urn:microsoft.com/office/officeart/2005/8/layout/process1"/>
    <dgm:cxn modelId="{AD3DA4FF-B88F-4D78-93D4-078EAAE12F70}" type="presParOf" srcId="{7114879C-CA94-4B88-B72E-4150D9637B2D}" destId="{80DA023A-D7B9-4BDD-BEBF-9381087C188D}" srcOrd="1" destOrd="0" presId="urn:microsoft.com/office/officeart/2005/8/layout/process1"/>
    <dgm:cxn modelId="{67C4D821-6F9F-4A00-BB96-8BE8637670E6}" type="presParOf" srcId="{80DA023A-D7B9-4BDD-BEBF-9381087C188D}" destId="{34212F02-1521-4A76-ACEF-09B8E626DBDA}" srcOrd="0" destOrd="0" presId="urn:microsoft.com/office/officeart/2005/8/layout/process1"/>
    <dgm:cxn modelId="{C7489697-AA92-40F4-B7BE-CBBB7513D7EA}" type="presParOf" srcId="{7114879C-CA94-4B88-B72E-4150D9637B2D}" destId="{5C0439AB-0255-4EF6-AFDF-7C490C7B4AA3}" srcOrd="2" destOrd="0" presId="urn:microsoft.com/office/officeart/2005/8/layout/process1"/>
    <dgm:cxn modelId="{E2578536-95AB-4E71-9829-25B16340AF53}" type="presParOf" srcId="{7114879C-CA94-4B88-B72E-4150D9637B2D}" destId="{F5740FD9-F923-416F-A7B5-EB6B70B6C8C1}" srcOrd="3" destOrd="0" presId="urn:microsoft.com/office/officeart/2005/8/layout/process1"/>
    <dgm:cxn modelId="{BE3DB449-F680-4321-9A80-1102E9DFF22F}" type="presParOf" srcId="{F5740FD9-F923-416F-A7B5-EB6B70B6C8C1}" destId="{17EFAC04-56B0-4022-B934-D9C189581BBA}" srcOrd="0" destOrd="0" presId="urn:microsoft.com/office/officeart/2005/8/layout/process1"/>
    <dgm:cxn modelId="{2C86EBCC-EEDD-4374-A7B4-4BD117B2694C}" type="presParOf" srcId="{7114879C-CA94-4B88-B72E-4150D9637B2D}" destId="{7944A39F-8E5E-4EA6-A9EF-51617411812E}" srcOrd="4" destOrd="0" presId="urn:microsoft.com/office/officeart/2005/8/layout/process1"/>
    <dgm:cxn modelId="{9B28384C-96F8-44F4-9AA8-EDA85A65E271}" type="presParOf" srcId="{7114879C-CA94-4B88-B72E-4150D9637B2D}" destId="{D6E052B8-8D32-47E3-9772-E56F0614A443}" srcOrd="5" destOrd="0" presId="urn:microsoft.com/office/officeart/2005/8/layout/process1"/>
    <dgm:cxn modelId="{3C9F1865-69CB-4F29-A933-FE446B2CD9F7}" type="presParOf" srcId="{D6E052B8-8D32-47E3-9772-E56F0614A443}" destId="{9360EDF8-CA96-4468-B966-DDA7E3F08EE6}" srcOrd="0" destOrd="0" presId="urn:microsoft.com/office/officeart/2005/8/layout/process1"/>
    <dgm:cxn modelId="{EB8066D6-CF27-447A-BAA6-7B05D4A68ED1}" type="presParOf" srcId="{7114879C-CA94-4B88-B72E-4150D9637B2D}" destId="{64201D91-0A94-4633-AFE1-A5293B216B3D}" srcOrd="6" destOrd="0" presId="urn:microsoft.com/office/officeart/2005/8/layout/process1"/>
    <dgm:cxn modelId="{642B5DEA-95A8-4713-9E62-98D1036C1DEA}" type="presParOf" srcId="{7114879C-CA94-4B88-B72E-4150D9637B2D}" destId="{9F593467-1E4F-4964-AA37-DD2836BFC9B5}" srcOrd="7" destOrd="0" presId="urn:microsoft.com/office/officeart/2005/8/layout/process1"/>
    <dgm:cxn modelId="{0AE736F8-3298-4634-8409-2C23B2E312FE}" type="presParOf" srcId="{9F593467-1E4F-4964-AA37-DD2836BFC9B5}" destId="{776673AF-0235-4B32-81B1-23CD6DF7369E}" srcOrd="0" destOrd="0" presId="urn:microsoft.com/office/officeart/2005/8/layout/process1"/>
    <dgm:cxn modelId="{66C13682-7D99-4EA3-88AC-D8BFFBD24EF9}" type="presParOf" srcId="{7114879C-CA94-4B88-B72E-4150D9637B2D}" destId="{C302578C-81C3-42A6-B2B1-D8BC938387F7}" srcOrd="8" destOrd="0" presId="urn:microsoft.com/office/officeart/2005/8/layout/process1"/>
  </dgm:cxnLst>
  <dgm:bg>
    <a:effectLst>
      <a:outerShdw blurRad="50800" dist="38100" dir="2700000" algn="tl" rotWithShape="0">
        <a:prstClr val="black">
          <a:alpha val="40000"/>
        </a:prstClr>
      </a:outerShd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7B90A6C-2060-4953-B6F0-709F9FDD72DB}">
      <dsp:nvSpPr>
        <dsp:cNvPr id="0" name=""/>
        <dsp:cNvSpPr/>
      </dsp:nvSpPr>
      <dsp:spPr>
        <a:xfrm>
          <a:off x="5587" y="0"/>
          <a:ext cx="1732049" cy="272927"/>
        </a:xfrm>
        <a:prstGeom prst="roundRect">
          <a:avLst>
            <a:gd name="adj" fmla="val 10000"/>
          </a:avLst>
        </a:prstGeo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FFFFFF"/>
              </a:solidFill>
              <a:latin typeface=""/>
              <a:ea typeface="ＭＳ Ｐゴシック"/>
              <a:cs typeface="+mn-cs"/>
            </a:rPr>
            <a:t>C</a:t>
          </a:r>
          <a:r>
            <a:rPr lang="en-US" sz="1200" kern="1200" dirty="0">
              <a:solidFill>
                <a:srgbClr val="FFFFFF"/>
              </a:solidFill>
              <a:latin typeface=""/>
              <a:ea typeface="ＭＳ Ｐゴシック"/>
              <a:cs typeface="+mn-cs"/>
            </a:rPr>
            <a:t>ustomer</a:t>
          </a:r>
        </a:p>
      </dsp:txBody>
      <dsp:txXfrm>
        <a:off x="13581" y="7994"/>
        <a:ext cx="1716061" cy="256939"/>
      </dsp:txXfrm>
    </dsp:sp>
    <dsp:sp modelId="{80DA023A-D7B9-4BDD-BEBF-9381087C188D}">
      <dsp:nvSpPr>
        <dsp:cNvPr id="0" name=""/>
        <dsp:cNvSpPr/>
      </dsp:nvSpPr>
      <dsp:spPr>
        <a:xfrm>
          <a:off x="1910841" y="0"/>
          <a:ext cx="367194" cy="272927"/>
        </a:xfrm>
        <a:prstGeom prst="rect">
          <a:avLst/>
        </a:prstGeo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solidFill>
              <a:srgbClr val="FFFFFF"/>
            </a:solidFill>
            <a:latin typeface=""/>
            <a:ea typeface="ＭＳ Ｐゴシック"/>
            <a:cs typeface="+mn-cs"/>
          </a:endParaRPr>
        </a:p>
      </dsp:txBody>
      <dsp:txXfrm>
        <a:off x="1910841" y="54585"/>
        <a:ext cx="285316" cy="163757"/>
      </dsp:txXfrm>
    </dsp:sp>
    <dsp:sp modelId="{5C0439AB-0255-4EF6-AFDF-7C490C7B4AA3}">
      <dsp:nvSpPr>
        <dsp:cNvPr id="0" name=""/>
        <dsp:cNvSpPr/>
      </dsp:nvSpPr>
      <dsp:spPr>
        <a:xfrm>
          <a:off x="2430456" y="0"/>
          <a:ext cx="1732049" cy="272927"/>
        </a:xfrm>
        <a:prstGeom prst="roundRect">
          <a:avLst>
            <a:gd name="adj" fmla="val 10000"/>
          </a:avLst>
        </a:prstGeo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FFFFFF"/>
              </a:solidFill>
              <a:latin typeface=""/>
              <a:ea typeface="ＭＳ Ｐゴシック"/>
              <a:cs typeface="+mn-cs"/>
            </a:rPr>
            <a:t>O</a:t>
          </a:r>
          <a:r>
            <a:rPr lang="en-US" sz="1200" kern="1200" dirty="0">
              <a:solidFill>
                <a:srgbClr val="FFFFFF"/>
              </a:solidFill>
              <a:latin typeface=""/>
              <a:ea typeface="ＭＳ Ｐゴシック"/>
              <a:cs typeface="+mn-cs"/>
            </a:rPr>
            <a:t>utput</a:t>
          </a:r>
        </a:p>
      </dsp:txBody>
      <dsp:txXfrm>
        <a:off x="2438450" y="7994"/>
        <a:ext cx="1716061" cy="256939"/>
      </dsp:txXfrm>
    </dsp:sp>
    <dsp:sp modelId="{F5740FD9-F923-416F-A7B5-EB6B70B6C8C1}">
      <dsp:nvSpPr>
        <dsp:cNvPr id="0" name=""/>
        <dsp:cNvSpPr/>
      </dsp:nvSpPr>
      <dsp:spPr>
        <a:xfrm>
          <a:off x="4335710" y="0"/>
          <a:ext cx="367194" cy="272927"/>
        </a:xfrm>
        <a:prstGeom prst="rect">
          <a:avLst/>
        </a:prstGeo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solidFill>
              <a:srgbClr val="FFFFFF"/>
            </a:solidFill>
            <a:latin typeface=""/>
            <a:ea typeface="ＭＳ Ｐゴシック"/>
            <a:cs typeface="+mn-cs"/>
          </a:endParaRPr>
        </a:p>
      </dsp:txBody>
      <dsp:txXfrm>
        <a:off x="4335710" y="54585"/>
        <a:ext cx="285316" cy="163757"/>
      </dsp:txXfrm>
    </dsp:sp>
    <dsp:sp modelId="{7944A39F-8E5E-4EA6-A9EF-51617411812E}">
      <dsp:nvSpPr>
        <dsp:cNvPr id="0" name=""/>
        <dsp:cNvSpPr/>
      </dsp:nvSpPr>
      <dsp:spPr>
        <a:xfrm>
          <a:off x="4855324" y="0"/>
          <a:ext cx="1732049" cy="272927"/>
        </a:xfrm>
        <a:prstGeom prst="roundRect">
          <a:avLst>
            <a:gd name="adj" fmla="val 10000"/>
          </a:avLst>
        </a:prstGeo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FFFFFF"/>
              </a:solidFill>
              <a:latin typeface=""/>
              <a:ea typeface="ＭＳ Ｐゴシック"/>
              <a:cs typeface="+mn-cs"/>
            </a:rPr>
            <a:t>P</a:t>
          </a:r>
          <a:r>
            <a:rPr lang="en-US" sz="1200" kern="1200" dirty="0">
              <a:solidFill>
                <a:srgbClr val="FFFFFF"/>
              </a:solidFill>
              <a:latin typeface=""/>
              <a:ea typeface="ＭＳ Ｐゴシック"/>
              <a:cs typeface="+mn-cs"/>
            </a:rPr>
            <a:t>rocess</a:t>
          </a:r>
        </a:p>
      </dsp:txBody>
      <dsp:txXfrm>
        <a:off x="4863318" y="7994"/>
        <a:ext cx="1716061" cy="256939"/>
      </dsp:txXfrm>
    </dsp:sp>
    <dsp:sp modelId="{D6E052B8-8D32-47E3-9772-E56F0614A443}">
      <dsp:nvSpPr>
        <dsp:cNvPr id="0" name=""/>
        <dsp:cNvSpPr/>
      </dsp:nvSpPr>
      <dsp:spPr>
        <a:xfrm>
          <a:off x="6760578" y="0"/>
          <a:ext cx="367194" cy="272927"/>
        </a:xfrm>
        <a:prstGeom prst="rect">
          <a:avLst/>
        </a:prstGeo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solidFill>
              <a:srgbClr val="FFFFFF"/>
            </a:solidFill>
            <a:latin typeface=""/>
            <a:ea typeface="ＭＳ Ｐゴシック"/>
            <a:cs typeface="+mn-cs"/>
          </a:endParaRPr>
        </a:p>
      </dsp:txBody>
      <dsp:txXfrm>
        <a:off x="6760578" y="54585"/>
        <a:ext cx="285316" cy="163757"/>
      </dsp:txXfrm>
    </dsp:sp>
    <dsp:sp modelId="{64201D91-0A94-4633-AFE1-A5293B216B3D}">
      <dsp:nvSpPr>
        <dsp:cNvPr id="0" name=""/>
        <dsp:cNvSpPr/>
      </dsp:nvSpPr>
      <dsp:spPr>
        <a:xfrm>
          <a:off x="7280193" y="0"/>
          <a:ext cx="1732049" cy="272927"/>
        </a:xfrm>
        <a:prstGeom prst="roundRect">
          <a:avLst>
            <a:gd name="adj" fmla="val 10000"/>
          </a:avLst>
        </a:prstGeo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FFFFFF"/>
              </a:solidFill>
              <a:latin typeface=""/>
              <a:ea typeface="ＭＳ Ｐゴシック"/>
              <a:cs typeface="+mn-cs"/>
            </a:rPr>
            <a:t>I</a:t>
          </a:r>
          <a:r>
            <a:rPr lang="en-US" sz="1200" kern="1200" dirty="0">
              <a:solidFill>
                <a:srgbClr val="FFFFFF"/>
              </a:solidFill>
              <a:latin typeface=""/>
              <a:ea typeface="ＭＳ Ｐゴシック"/>
              <a:cs typeface="+mn-cs"/>
            </a:rPr>
            <a:t>nput</a:t>
          </a:r>
        </a:p>
      </dsp:txBody>
      <dsp:txXfrm>
        <a:off x="7288187" y="7994"/>
        <a:ext cx="1716061" cy="256939"/>
      </dsp:txXfrm>
    </dsp:sp>
    <dsp:sp modelId="{9F593467-1E4F-4964-AA37-DD2836BFC9B5}">
      <dsp:nvSpPr>
        <dsp:cNvPr id="0" name=""/>
        <dsp:cNvSpPr/>
      </dsp:nvSpPr>
      <dsp:spPr>
        <a:xfrm>
          <a:off x="9185447" y="0"/>
          <a:ext cx="367194" cy="272927"/>
        </a:xfrm>
        <a:prstGeom prst="rect">
          <a:avLst/>
        </a:prstGeom>
        <a:solidFill>
          <a:srgbClr val="91AD2A">
            <a:tint val="60000"/>
            <a:hueOff val="0"/>
            <a:satOff val="0"/>
            <a:lumOff val="0"/>
            <a:alphaOff val="0"/>
          </a:srgbClr>
        </a:solidFill>
        <a:ln>
          <a:noFill/>
        </a:ln>
        <a:effectLst>
          <a:outerShdw blurRad="50800" dist="38100" dir="2700000" algn="tl" rotWithShape="0">
            <a:prstClr val="black">
              <a:alpha val="40000"/>
            </a:prstClr>
          </a:outerShdw>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solidFill>
              <a:srgbClr val="FFFFFF"/>
            </a:solidFill>
            <a:latin typeface=""/>
            <a:ea typeface="ＭＳ Ｐゴシック"/>
            <a:cs typeface="+mn-cs"/>
          </a:endParaRPr>
        </a:p>
      </dsp:txBody>
      <dsp:txXfrm>
        <a:off x="9185447" y="54585"/>
        <a:ext cx="285316" cy="163757"/>
      </dsp:txXfrm>
    </dsp:sp>
    <dsp:sp modelId="{C302578C-81C3-42A6-B2B1-D8BC938387F7}">
      <dsp:nvSpPr>
        <dsp:cNvPr id="0" name=""/>
        <dsp:cNvSpPr/>
      </dsp:nvSpPr>
      <dsp:spPr>
        <a:xfrm>
          <a:off x="9705062" y="0"/>
          <a:ext cx="1732049" cy="272927"/>
        </a:xfrm>
        <a:prstGeom prst="roundRect">
          <a:avLst>
            <a:gd name="adj" fmla="val 10000"/>
          </a:avLst>
        </a:prstGeom>
        <a:solidFill>
          <a:schemeClr val="tx1">
            <a:lumMod val="60000"/>
            <a:lumOff val="40000"/>
          </a:schemeClr>
        </a:solidFill>
        <a:ln w="25400" cap="flat" cmpd="sng" algn="ctr">
          <a:solidFill>
            <a:srgbClr val="9FA1A4">
              <a:hueOff val="0"/>
              <a:satOff val="0"/>
              <a:lumOff val="0"/>
              <a:alphaOff val="0"/>
            </a:srgbClr>
          </a:solidFill>
          <a:prstDash val="solid"/>
        </a:ln>
        <a:effectLst>
          <a:outerShdw blurRad="50800" dist="38100" dir="2700000" algn="tl" rotWithShape="0">
            <a:prstClr val="black">
              <a:alpha val="40000"/>
            </a:prstClr>
          </a:outerShdw>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solidFill>
                <a:srgbClr val="FFFFFF"/>
              </a:solidFill>
              <a:latin typeface=""/>
              <a:ea typeface="ＭＳ Ｐゴシック"/>
              <a:cs typeface="+mn-cs"/>
            </a:rPr>
            <a:t>S</a:t>
          </a:r>
          <a:r>
            <a:rPr lang="en-US" sz="1200" kern="1200" dirty="0">
              <a:solidFill>
                <a:srgbClr val="FFFFFF"/>
              </a:solidFill>
              <a:latin typeface=""/>
              <a:ea typeface="ＭＳ Ｐゴシック"/>
              <a:cs typeface="+mn-cs"/>
            </a:rPr>
            <a:t>upplier</a:t>
          </a:r>
        </a:p>
      </dsp:txBody>
      <dsp:txXfrm>
        <a:off x="9713056" y="7994"/>
        <a:ext cx="1716061" cy="25693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3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6905625" y="0"/>
            <a:ext cx="5283200" cy="342900"/>
          </a:xfrm>
          <a:prstGeom prst="rect">
            <a:avLst/>
          </a:prstGeom>
        </p:spPr>
        <p:txBody>
          <a:bodyPr vert="horz" lIns="91440" tIns="45720" rIns="91440" bIns="45720" rtlCol="0"/>
          <a:lstStyle>
            <a:lvl1pPr algn="r">
              <a:defRPr sz="1200"/>
            </a:lvl1pPr>
          </a:lstStyle>
          <a:p>
            <a:fld id="{6D9754AE-697F-42A9-9719-8DA05FCEF8D3}" type="datetimeFigureOut">
              <a:rPr lang="en-US" smtClean="0"/>
              <a:t>11/11/2020</a:t>
            </a:fld>
            <a:endParaRPr lang="en-US"/>
          </a:p>
        </p:txBody>
      </p:sp>
      <p:sp>
        <p:nvSpPr>
          <p:cNvPr id="4" name="Footer Placeholder 3"/>
          <p:cNvSpPr>
            <a:spLocks noGrp="1"/>
          </p:cNvSpPr>
          <p:nvPr>
            <p:ph type="ftr" sz="quarter" idx="2"/>
          </p:nvPr>
        </p:nvSpPr>
        <p:spPr>
          <a:xfrm>
            <a:off x="0" y="6513513"/>
            <a:ext cx="5283200" cy="3429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6905625" y="6513513"/>
            <a:ext cx="5283200" cy="342900"/>
          </a:xfrm>
          <a:prstGeom prst="rect">
            <a:avLst/>
          </a:prstGeom>
        </p:spPr>
        <p:txBody>
          <a:bodyPr vert="horz" lIns="91440" tIns="45720" rIns="91440" bIns="45720" rtlCol="0" anchor="b"/>
          <a:lstStyle>
            <a:lvl1pPr algn="r">
              <a:defRPr sz="1200"/>
            </a:lvl1pPr>
          </a:lstStyle>
          <a:p>
            <a:fld id="{592C7473-1509-4028-BC30-349E7D217234}" type="slidenum">
              <a:rPr lang="en-US" smtClean="0"/>
              <a:t>‹#›</a:t>
            </a:fld>
            <a:endParaRPr lang="en-US"/>
          </a:p>
        </p:txBody>
      </p:sp>
    </p:spTree>
    <p:extLst>
      <p:ext uri="{BB962C8B-B14F-4D97-AF65-F5344CB8AC3E}">
        <p14:creationId xmlns:p14="http://schemas.microsoft.com/office/powerpoint/2010/main" val="32631358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93B7A983-4704-4D9A-98C7-187086649296}" type="datetimeFigureOut">
              <a:rPr lang="en-IN" smtClean="0"/>
              <a:t>11-11-2020</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7E9718DD-4AAF-4D8A-BA7D-B91CCB27E3C3}" type="slidenum">
              <a:rPr lang="en-IN" smtClean="0"/>
              <a:t>‹#›</a:t>
            </a:fld>
            <a:endParaRPr lang="en-IN"/>
          </a:p>
        </p:txBody>
      </p:sp>
    </p:spTree>
    <p:extLst>
      <p:ext uri="{BB962C8B-B14F-4D97-AF65-F5344CB8AC3E}">
        <p14:creationId xmlns:p14="http://schemas.microsoft.com/office/powerpoint/2010/main" val="636301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38600" y="857250"/>
            <a:ext cx="4114800" cy="2314575"/>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Commodities and Global Markets</a:t>
            </a:r>
          </a:p>
        </p:txBody>
      </p:sp>
      <p:sp>
        <p:nvSpPr>
          <p:cNvPr id="4" name="Slide Number Placeholder 3"/>
          <p:cNvSpPr>
            <a:spLocks noGrp="1"/>
          </p:cNvSpPr>
          <p:nvPr>
            <p:ph type="sldNum" sz="quarter" idx="10"/>
          </p:nvPr>
        </p:nvSpPr>
        <p:spPr/>
        <p:txBody>
          <a:bodyPr/>
          <a:lstStyle/>
          <a:p>
            <a:fld id="{331F72DE-A768-448A-A6D6-35C918E7D505}"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1065002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4"/>
        <p:cNvGrpSpPr/>
        <p:nvPr/>
      </p:nvGrpSpPr>
      <p:grpSpPr>
        <a:xfrm>
          <a:off x="0" y="0"/>
          <a:ext cx="0" cy="0"/>
          <a:chOff x="0" y="0"/>
          <a:chExt cx="0" cy="0"/>
        </a:xfrm>
      </p:grpSpPr>
      <p:sp>
        <p:nvSpPr>
          <p:cNvPr id="925" name="Google Shape;925;p6: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26" name="Google Shape;926;p6: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2"/>
        <p:cNvGrpSpPr/>
        <p:nvPr/>
      </p:nvGrpSpPr>
      <p:grpSpPr>
        <a:xfrm>
          <a:off x="0" y="0"/>
          <a:ext cx="0" cy="0"/>
          <a:chOff x="0" y="0"/>
          <a:chExt cx="0" cy="0"/>
        </a:xfrm>
      </p:grpSpPr>
      <p:sp>
        <p:nvSpPr>
          <p:cNvPr id="933" name="Google Shape;933;p7: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4" name="Google Shape;934;p7: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6"/>
        <p:cNvGrpSpPr/>
        <p:nvPr/>
      </p:nvGrpSpPr>
      <p:grpSpPr>
        <a:xfrm>
          <a:off x="0" y="0"/>
          <a:ext cx="0" cy="0"/>
          <a:chOff x="0" y="0"/>
          <a:chExt cx="0" cy="0"/>
        </a:xfrm>
      </p:grpSpPr>
      <p:sp>
        <p:nvSpPr>
          <p:cNvPr id="1357" name="Google Shape;1357;p35:notes"/>
          <p:cNvSpPr txBox="1">
            <a:spLocks noGrp="1"/>
          </p:cNvSpPr>
          <p:nvPr>
            <p:ph type="body" idx="1"/>
          </p:nvPr>
        </p:nvSpPr>
        <p:spPr>
          <a:xfrm>
            <a:off x="1219200" y="3300413"/>
            <a:ext cx="9753600" cy="2700337"/>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8" name="Google Shape;1358;p35:notes"/>
          <p:cNvSpPr>
            <a:spLocks noGrp="1" noRot="1" noChangeAspect="1"/>
          </p:cNvSpPr>
          <p:nvPr>
            <p:ph type="sldImg" idx="2"/>
          </p:nvPr>
        </p:nvSpPr>
        <p:spPr>
          <a:xfrm>
            <a:off x="4038600" y="857250"/>
            <a:ext cx="4114800" cy="2314575"/>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Master" Target="../slideMasters/slideMaster1.xml"/><Relationship Id="rId4" Type="http://schemas.openxmlformats.org/officeDocument/2006/relationships/image" Target="../media/image1.tiff"/></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Master" Target="../slideMasters/slideMaster1.xml"/><Relationship Id="rId4" Type="http://schemas.openxmlformats.org/officeDocument/2006/relationships/image" Target="../media/image1.tif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5.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6.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5.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6.emf"/><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tiff"/><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Master" Target="../slideMasters/slideMaster1.xml"/><Relationship Id="rId5" Type="http://schemas.openxmlformats.org/officeDocument/2006/relationships/image" Target="../media/image22.png"/><Relationship Id="rId4" Type="http://schemas.openxmlformats.org/officeDocument/2006/relationships/image" Target="../media/image21.jpe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over Slide">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1838"/>
            <a:ext cx="12209991" cy="6869837"/>
          </a:xfrm>
          <a:prstGeom prst="rect">
            <a:avLst/>
          </a:prstGeom>
        </p:spPr>
      </p:pic>
      <p:sp>
        <p:nvSpPr>
          <p:cNvPr id="16" name="Text Placeholder 15"/>
          <p:cNvSpPr>
            <a:spLocks noGrp="1"/>
          </p:cNvSpPr>
          <p:nvPr>
            <p:ph type="body" sz="quarter" idx="13" hasCustomPrompt="1"/>
          </p:nvPr>
        </p:nvSpPr>
        <p:spPr>
          <a:xfrm>
            <a:off x="3182233" y="4175579"/>
            <a:ext cx="6459537" cy="1828800"/>
          </a:xfrm>
          <a:prstGeom prst="rect">
            <a:avLst/>
          </a:prstGeom>
        </p:spPr>
        <p:txBody>
          <a:bodyPr/>
          <a:lstStyle>
            <a:lvl1pPr>
              <a:lnSpc>
                <a:spcPts val="2200"/>
              </a:lnSpc>
              <a:defRPr sz="2000">
                <a:solidFill>
                  <a:schemeClr val="accent6"/>
                </a:solidFill>
                <a:latin typeface="+mj-lt"/>
              </a:defRPr>
            </a:lvl1pPr>
            <a:lvl2pPr algn="l">
              <a:defRPr/>
            </a:lvl2pPr>
          </a:lstStyle>
          <a:p>
            <a:pPr lvl="0"/>
            <a:r>
              <a:rPr lang="en-US" dirty="0"/>
              <a:t>Second level</a:t>
            </a:r>
          </a:p>
          <a:p>
            <a:pPr lvl="0"/>
            <a:r>
              <a:rPr lang="en-US" dirty="0"/>
              <a:t>Third level</a:t>
            </a:r>
          </a:p>
        </p:txBody>
      </p:sp>
      <p:sp>
        <p:nvSpPr>
          <p:cNvPr id="7" name="Text Placeholder 6"/>
          <p:cNvSpPr>
            <a:spLocks noGrp="1"/>
          </p:cNvSpPr>
          <p:nvPr>
            <p:ph type="body" sz="quarter" idx="10" hasCustomPrompt="1"/>
          </p:nvPr>
        </p:nvSpPr>
        <p:spPr>
          <a:xfrm>
            <a:off x="3182233" y="2008094"/>
            <a:ext cx="6858000" cy="381000"/>
          </a:xfrm>
          <a:prstGeom prst="rect">
            <a:avLst/>
          </a:prstGeom>
        </p:spPr>
        <p:txBody>
          <a:bodyPr/>
          <a:lstStyle>
            <a:lvl1pPr>
              <a:defRPr sz="2000" baseline="0">
                <a:solidFill>
                  <a:schemeClr val="accent6"/>
                </a:solidFill>
                <a:latin typeface="+mj-lt"/>
              </a:defRPr>
            </a:lvl1pPr>
          </a:lstStyle>
          <a:p>
            <a:pPr lvl="0"/>
            <a:r>
              <a:rPr lang="en-US" dirty="0"/>
              <a:t>Click to edit text</a:t>
            </a:r>
          </a:p>
        </p:txBody>
      </p:sp>
      <p:pic>
        <p:nvPicPr>
          <p:cNvPr id="8" name="Picture 7"/>
          <p:cNvPicPr>
            <a:picLocks noChangeAspect="1"/>
          </p:cNvPicPr>
          <p:nvPr userDrawn="1"/>
        </p:nvPicPr>
        <p:blipFill>
          <a:blip r:embed="rId3"/>
          <a:stretch>
            <a:fillRect/>
          </a:stretch>
        </p:blipFill>
        <p:spPr>
          <a:xfrm>
            <a:off x="9753600" y="475034"/>
            <a:ext cx="1979794" cy="728362"/>
          </a:xfrm>
          <a:prstGeom prst="rect">
            <a:avLst/>
          </a:prstGeom>
        </p:spPr>
      </p:pic>
      <p:sp>
        <p:nvSpPr>
          <p:cNvPr id="10" name="Title 4"/>
          <p:cNvSpPr txBox="1">
            <a:spLocks/>
          </p:cNvSpPr>
          <p:nvPr userDrawn="1"/>
        </p:nvSpPr>
        <p:spPr>
          <a:xfrm>
            <a:off x="457200" y="6408032"/>
            <a:ext cx="5129684" cy="256233"/>
          </a:xfrm>
          <a:prstGeom prst="rect">
            <a:avLst/>
          </a:prstGeom>
        </p:spPr>
        <p:txBody>
          <a:bodyPr lIns="0" tIns="0" rIns="0" bIns="0"/>
          <a:lstStyle>
            <a:lvl1pPr algn="l" defTabSz="914400" rtl="0" eaLnBrk="1" latinLnBrk="0" hangingPunct="1">
              <a:lnSpc>
                <a:spcPct val="90000"/>
              </a:lnSpc>
              <a:spcBef>
                <a:spcPct val="0"/>
              </a:spcBef>
              <a:buNone/>
              <a:defRPr sz="3000" kern="1200">
                <a:solidFill>
                  <a:srgbClr val="053061"/>
                </a:solidFill>
                <a:latin typeface="Georgia" charset="0"/>
                <a:ea typeface="Georgia" charset="0"/>
                <a:cs typeface="Georgia" charset="0"/>
              </a:defRPr>
            </a:lvl1pPr>
          </a:lstStyle>
          <a:p>
            <a:r>
              <a:rPr lang="en-US" sz="800" dirty="0">
                <a:solidFill>
                  <a:srgbClr val="44546A"/>
                </a:solidFill>
                <a:latin typeface="+mn-lt"/>
                <a:ea typeface="Calibri" charset="0"/>
                <a:cs typeface="Calibri" charset="0"/>
              </a:rPr>
              <a:t>® 2017 Copyright </a:t>
            </a:r>
            <a:r>
              <a:rPr lang="en-US" sz="800" dirty="0" err="1">
                <a:solidFill>
                  <a:srgbClr val="44546A"/>
                </a:solidFill>
                <a:latin typeface="+mn-lt"/>
                <a:ea typeface="Calibri" charset="0"/>
                <a:cs typeface="Calibri" charset="0"/>
              </a:rPr>
              <a:t>Genpact</a:t>
            </a:r>
            <a:r>
              <a:rPr lang="en-US" sz="800" dirty="0">
                <a:solidFill>
                  <a:srgbClr val="44546A"/>
                </a:solidFill>
                <a:latin typeface="+mn-lt"/>
                <a:ea typeface="Calibri" charset="0"/>
                <a:cs typeface="Calibri" charset="0"/>
              </a:rPr>
              <a:t>. All Rights Reserved.</a:t>
            </a:r>
          </a:p>
        </p:txBody>
      </p:sp>
      <p:sp>
        <p:nvSpPr>
          <p:cNvPr id="5" name="Text Placeholder 4"/>
          <p:cNvSpPr>
            <a:spLocks noGrp="1"/>
          </p:cNvSpPr>
          <p:nvPr>
            <p:ph type="body" sz="quarter" idx="14" hasCustomPrompt="1"/>
          </p:nvPr>
        </p:nvSpPr>
        <p:spPr>
          <a:xfrm>
            <a:off x="3182233" y="2597150"/>
            <a:ext cx="6876167" cy="1447800"/>
          </a:xfrm>
          <a:prstGeom prst="rect">
            <a:avLst/>
          </a:prstGeom>
        </p:spPr>
        <p:txBody>
          <a:bodyPr/>
          <a:lstStyle>
            <a:lvl1pPr>
              <a:lnSpc>
                <a:spcPts val="5100"/>
              </a:lnSpc>
              <a:defRPr kumimoji="0" lang="en-US" sz="4800" b="0" i="0" u="none" strike="noStrike" kern="1200" cap="none" spc="0" normalizeH="0" baseline="0" dirty="0" smtClean="0">
                <a:ln>
                  <a:noFill/>
                </a:ln>
                <a:solidFill>
                  <a:schemeClr val="accent6"/>
                </a:solidFill>
                <a:effectLst/>
                <a:uLnTx/>
                <a:uFillTx/>
                <a:latin typeface="Georgia" charset="0"/>
                <a:ea typeface="+mn-ea"/>
                <a:cs typeface="+mn-cs"/>
              </a:defRPr>
            </a:lvl1pPr>
            <a:lvl2pPr>
              <a:defRPr kumimoji="0" lang="en-US" sz="4800" b="0" i="0" u="none" strike="noStrike" kern="1200" cap="none" spc="0" normalizeH="0" baseline="0" dirty="0" smtClean="0">
                <a:ln>
                  <a:noFill/>
                </a:ln>
                <a:solidFill>
                  <a:schemeClr val="accent6"/>
                </a:solidFill>
                <a:effectLst/>
                <a:uLnTx/>
                <a:uFillTx/>
                <a:latin typeface="Georgia" charset="0"/>
                <a:ea typeface="+mn-ea"/>
                <a:cs typeface="+mn-cs"/>
              </a:defRPr>
            </a:lvl2pPr>
            <a:lvl3pPr>
              <a:defRPr kumimoji="0" lang="en-US" sz="4800" b="0" i="0" u="none" strike="noStrike" kern="1200" cap="none" spc="0" normalizeH="0" baseline="0" dirty="0" smtClean="0">
                <a:ln>
                  <a:noFill/>
                </a:ln>
                <a:solidFill>
                  <a:schemeClr val="accent6"/>
                </a:solidFill>
                <a:effectLst/>
                <a:uLnTx/>
                <a:uFillTx/>
                <a:latin typeface="Georgia" charset="0"/>
                <a:ea typeface="+mn-ea"/>
                <a:cs typeface="+mn-cs"/>
              </a:defRPr>
            </a:lvl3pPr>
            <a:lvl4pPr>
              <a:defRPr kumimoji="0" lang="en-US" sz="4800" b="0" i="0" u="none" strike="noStrike" kern="1200" cap="none" spc="0" normalizeH="0" baseline="0" dirty="0" smtClean="0">
                <a:ln>
                  <a:noFill/>
                </a:ln>
                <a:solidFill>
                  <a:schemeClr val="accent6"/>
                </a:solidFill>
                <a:effectLst/>
                <a:uLnTx/>
                <a:uFillTx/>
                <a:latin typeface="Georgia" charset="0"/>
                <a:ea typeface="+mn-ea"/>
                <a:cs typeface="+mn-cs"/>
              </a:defRPr>
            </a:lvl4pPr>
            <a:lvl5pPr>
              <a:defRPr kumimoji="0" lang="en-US" sz="4800" b="0" i="0" u="none" strike="noStrike" kern="1200" cap="none" spc="0" normalizeH="0" baseline="0" dirty="0">
                <a:ln>
                  <a:noFill/>
                </a:ln>
                <a:solidFill>
                  <a:schemeClr val="accent6"/>
                </a:solidFill>
                <a:effectLst/>
                <a:uLnTx/>
                <a:uFillTx/>
                <a:latin typeface="Georgia" charset="0"/>
                <a:ea typeface="+mn-ea"/>
                <a:cs typeface="+mn-cs"/>
              </a:defRPr>
            </a:lvl5pPr>
          </a:lstStyle>
          <a:p>
            <a:pPr lvl="0"/>
            <a:r>
              <a:rPr lang="en-US" dirty="0"/>
              <a:t>Click to edit title text</a:t>
            </a:r>
          </a:p>
        </p:txBody>
      </p:sp>
    </p:spTree>
    <p:extLst>
      <p:ext uri="{BB962C8B-B14F-4D97-AF65-F5344CB8AC3E}">
        <p14:creationId xmlns:p14="http://schemas.microsoft.com/office/powerpoint/2010/main" val="392634163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Slide Option 1">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72513"/>
          </a:xfrm>
          <a:prstGeom prst="rect">
            <a:avLst/>
          </a:prstGeom>
        </p:spPr>
      </p:pic>
      <p:sp>
        <p:nvSpPr>
          <p:cNvPr id="4" name="Text Placeholder 3"/>
          <p:cNvSpPr>
            <a:spLocks noGrp="1"/>
          </p:cNvSpPr>
          <p:nvPr>
            <p:ph type="body" sz="quarter" idx="10" hasCustomPrompt="1"/>
          </p:nvPr>
        </p:nvSpPr>
        <p:spPr>
          <a:xfrm>
            <a:off x="464594" y="468090"/>
            <a:ext cx="4114800" cy="533400"/>
          </a:xfrm>
          <a:prstGeom prst="rect">
            <a:avLst/>
          </a:prstGeom>
        </p:spPr>
        <p:txBody>
          <a:bodyPr/>
          <a:lstStyle>
            <a:lvl1pPr>
              <a:defRPr sz="3200">
                <a:solidFill>
                  <a:schemeClr val="bg1"/>
                </a:solidFill>
                <a:latin typeface="+mj-lt"/>
              </a:defRPr>
            </a:lvl1pPr>
          </a:lstStyle>
          <a:p>
            <a:r>
              <a:rPr lang="en-US" sz="3200" dirty="0">
                <a:solidFill>
                  <a:schemeClr val="bg1"/>
                </a:solidFill>
              </a:rPr>
              <a:t>Agenda</a:t>
            </a:r>
            <a:r>
              <a:rPr lang="ko-KR" altLang="en-US" sz="3200" dirty="0">
                <a:solidFill>
                  <a:schemeClr val="bg1"/>
                </a:solidFill>
              </a:rPr>
              <a:t> </a:t>
            </a:r>
            <a:r>
              <a:rPr lang="en-US" altLang="ko-KR" sz="3200" dirty="0">
                <a:solidFill>
                  <a:schemeClr val="bg1"/>
                </a:solidFill>
              </a:rPr>
              <a:t>opt 1</a:t>
            </a:r>
            <a:endParaRPr lang="en-US" sz="3200" dirty="0">
              <a:solidFill>
                <a:schemeClr val="bg1"/>
              </a:solidFill>
            </a:endParaRPr>
          </a:p>
        </p:txBody>
      </p:sp>
      <p:pic>
        <p:nvPicPr>
          <p:cNvPr id="22" name="Picture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2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27" name="TextBox 2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sp>
        <p:nvSpPr>
          <p:cNvPr id="8" name="Text Placeholder 5"/>
          <p:cNvSpPr>
            <a:spLocks noGrp="1"/>
          </p:cNvSpPr>
          <p:nvPr>
            <p:ph type="body" sz="quarter" idx="11" hasCustomPrompt="1"/>
          </p:nvPr>
        </p:nvSpPr>
        <p:spPr>
          <a:xfrm>
            <a:off x="464594" y="1828800"/>
            <a:ext cx="9067800" cy="4343400"/>
          </a:xfrm>
          <a:prstGeom prst="rect">
            <a:avLst/>
          </a:prstGeom>
        </p:spPr>
        <p:txBody>
          <a:bodyPr/>
          <a:lstStyle>
            <a:lvl1pPr marL="0" marR="0" indent="0" algn="l" defTabSz="914400" rtl="0" eaLnBrk="1" fontAlgn="auto" latinLnBrk="0" hangingPunct="1">
              <a:lnSpc>
                <a:spcPct val="100000"/>
              </a:lnSpc>
              <a:spcBef>
                <a:spcPts val="0"/>
              </a:spcBef>
              <a:spcAft>
                <a:spcPts val="0"/>
              </a:spcAft>
              <a:buClrTx/>
              <a:buSzTx/>
              <a:buFontTx/>
              <a:buNone/>
              <a:tabLst/>
              <a:defRPr sz="2000">
                <a:solidFill>
                  <a:schemeClr val="bg1"/>
                </a:solidFill>
              </a:defRPr>
            </a:lvl1pPr>
            <a:lvl2pPr>
              <a:defRPr sz="2200">
                <a:solidFill>
                  <a:schemeClr val="bg1"/>
                </a:solidFill>
              </a:defRPr>
            </a:lvl2pPr>
            <a:lvl3pPr>
              <a:defRPr sz="1600">
                <a:solidFill>
                  <a:schemeClr val="bg1"/>
                </a:solidFill>
              </a:defRPr>
            </a:lvl3pPr>
            <a:lvl4pPr>
              <a:defRPr sz="2000">
                <a:solidFill>
                  <a:schemeClr val="bg1"/>
                </a:solidFill>
              </a:defRPr>
            </a:lvl4pPr>
            <a:lvl5pPr>
              <a:defRPr sz="2000">
                <a:solidFill>
                  <a:schemeClr val="bg1"/>
                </a:solidFill>
              </a:defRPr>
            </a:lvl5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chemeClr val="bg1"/>
                </a:solidFill>
                <a:effectLst/>
                <a:uLnTx/>
                <a:uFillTx/>
                <a:latin typeface="Georgia" charset="0"/>
                <a:ea typeface="Georgia" charset="0"/>
                <a:cs typeface="Georgia" charset="0"/>
              </a:rPr>
              <a:t>Lorem ipsum dolor sit </a:t>
            </a:r>
            <a:r>
              <a:rPr kumimoji="0" lang="en-US" sz="2000" b="0" i="0" u="none" strike="noStrike" kern="1200" cap="none" spc="0" normalizeH="0" baseline="0" noProof="0" dirty="0" err="1">
                <a:ln>
                  <a:noFill/>
                </a:ln>
                <a:solidFill>
                  <a:schemeClr val="bg1"/>
                </a:solidFill>
                <a:effectLst/>
                <a:uLnTx/>
                <a:uFillTx/>
                <a:latin typeface="Georgia" charset="0"/>
                <a:ea typeface="Georgia" charset="0"/>
                <a:cs typeface="Georgia" charset="0"/>
              </a:rPr>
              <a:t>amet</a:t>
            </a:r>
            <a:r>
              <a:rPr lang="en-US" dirty="0"/>
              <a:t>						1</a:t>
            </a:r>
          </a:p>
          <a:p>
            <a:pPr marL="914400" marR="0" lvl="2" indent="0" algn="l" defTabSz="914400" rtl="0" eaLnBrk="1" fontAlgn="auto" latinLnBrk="0" hangingPunct="1">
              <a:lnSpc>
                <a:spcPct val="100000"/>
              </a:lnSpc>
              <a:spcBef>
                <a:spcPts val="0"/>
              </a:spcBef>
              <a:spcAft>
                <a:spcPts val="0"/>
              </a:spcAft>
              <a:buClrTx/>
              <a:buSzTx/>
              <a:buFontTx/>
              <a:buNone/>
              <a:tabLst/>
              <a:defRPr/>
            </a:pPr>
            <a:endParaRPr lang="en-US" sz="2000" dirty="0">
              <a:solidFill>
                <a:schemeClr val="bg1"/>
              </a:solidFill>
              <a:latin typeface="Georgia" charset="0"/>
              <a:ea typeface="Georgia" charset="0"/>
              <a:cs typeface="Georgia" charset="0"/>
            </a:endParaRPr>
          </a:p>
        </p:txBody>
      </p:sp>
    </p:spTree>
    <p:extLst>
      <p:ext uri="{BB962C8B-B14F-4D97-AF65-F5344CB8AC3E}">
        <p14:creationId xmlns:p14="http://schemas.microsoft.com/office/powerpoint/2010/main" val="1451723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Slide Option 2">
    <p:spTree>
      <p:nvGrpSpPr>
        <p:cNvPr id="1" name=""/>
        <p:cNvGrpSpPr/>
        <p:nvPr/>
      </p:nvGrpSpPr>
      <p:grpSpPr>
        <a:xfrm>
          <a:off x="0" y="0"/>
          <a:ext cx="0" cy="0"/>
          <a:chOff x="0" y="0"/>
          <a:chExt cx="0" cy="0"/>
        </a:xfrm>
      </p:grpSpPr>
      <p:pic>
        <p:nvPicPr>
          <p:cNvPr id="16" name="Picture 1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4" y="0"/>
            <a:ext cx="12188952" cy="6858000"/>
          </a:xfrm>
          <a:prstGeom prst="rect">
            <a:avLst/>
          </a:prstGeom>
        </p:spPr>
      </p:pic>
      <p:sp>
        <p:nvSpPr>
          <p:cNvPr id="4" name="Text Placeholder 3"/>
          <p:cNvSpPr>
            <a:spLocks noGrp="1"/>
          </p:cNvSpPr>
          <p:nvPr>
            <p:ph type="body" sz="quarter" idx="10" hasCustomPrompt="1"/>
          </p:nvPr>
        </p:nvSpPr>
        <p:spPr>
          <a:xfrm>
            <a:off x="464594" y="468090"/>
            <a:ext cx="4114800" cy="533400"/>
          </a:xfrm>
          <a:prstGeom prst="rect">
            <a:avLst/>
          </a:prstGeom>
        </p:spPr>
        <p:txBody>
          <a:bodyPr/>
          <a:lstStyle>
            <a:lvl1pPr>
              <a:defRPr sz="3200">
                <a:solidFill>
                  <a:schemeClr val="bg1"/>
                </a:solidFill>
                <a:latin typeface="+mj-lt"/>
              </a:defRPr>
            </a:lvl1pPr>
          </a:lstStyle>
          <a:p>
            <a:r>
              <a:rPr lang="en-US" sz="3200" dirty="0">
                <a:solidFill>
                  <a:schemeClr val="bg1"/>
                </a:solidFill>
              </a:rPr>
              <a:t>Agenda</a:t>
            </a:r>
            <a:r>
              <a:rPr lang="ko-KR" altLang="en-US" sz="3200" dirty="0">
                <a:solidFill>
                  <a:schemeClr val="bg1"/>
                </a:solidFill>
              </a:rPr>
              <a:t> </a:t>
            </a:r>
            <a:r>
              <a:rPr lang="en-US" altLang="ko-KR" sz="3200" dirty="0">
                <a:solidFill>
                  <a:schemeClr val="bg1"/>
                </a:solidFill>
              </a:rPr>
              <a:t>opt 1</a:t>
            </a:r>
            <a:endParaRPr lang="en-US" sz="3200" dirty="0">
              <a:solidFill>
                <a:schemeClr val="bg1"/>
              </a:solidFill>
            </a:endParaRPr>
          </a:p>
        </p:txBody>
      </p:sp>
      <p:pic>
        <p:nvPicPr>
          <p:cNvPr id="24" name="Picture 23"/>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2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27" name="TextBox 2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sp>
        <p:nvSpPr>
          <p:cNvPr id="9" name="Text Placeholder 2"/>
          <p:cNvSpPr>
            <a:spLocks noGrp="1"/>
          </p:cNvSpPr>
          <p:nvPr>
            <p:ph type="body" sz="quarter" idx="11" hasCustomPrompt="1"/>
          </p:nvPr>
        </p:nvSpPr>
        <p:spPr>
          <a:xfrm>
            <a:off x="464594" y="1828800"/>
            <a:ext cx="9067800" cy="4343400"/>
          </a:xfrm>
          <a:prstGeom prst="rect">
            <a:avLst/>
          </a:prstGeom>
        </p:spPr>
        <p:txBody>
          <a:bodyPr/>
          <a:lstStyle>
            <a:lvl1pPr>
              <a:defRPr sz="2000">
                <a:solidFill>
                  <a:schemeClr val="bg1"/>
                </a:solidFill>
              </a:defRPr>
            </a:lvl1pPr>
          </a:lstStyle>
          <a:p>
            <a:pPr lvl="0"/>
            <a:r>
              <a:rPr lang="en-US" dirty="0"/>
              <a:t>Lorem ipsum dolor sit </a:t>
            </a:r>
            <a:r>
              <a:rPr lang="en-US" dirty="0" err="1"/>
              <a:t>amet</a:t>
            </a:r>
            <a:r>
              <a:rPr lang="en-US" dirty="0"/>
              <a:t>					1</a:t>
            </a:r>
          </a:p>
          <a:p>
            <a:pPr lvl="2"/>
            <a:endParaRPr lang="en-US" dirty="0"/>
          </a:p>
          <a:p>
            <a:endParaRPr lang="en-US" dirty="0"/>
          </a:p>
        </p:txBody>
      </p:sp>
    </p:spTree>
    <p:extLst>
      <p:ext uri="{BB962C8B-B14F-4D97-AF65-F5344CB8AC3E}">
        <p14:creationId xmlns:p14="http://schemas.microsoft.com/office/powerpoint/2010/main" val="3711868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 Slide Option 3">
    <p:spTree>
      <p:nvGrpSpPr>
        <p:cNvPr id="1" name=""/>
        <p:cNvGrpSpPr/>
        <p:nvPr/>
      </p:nvGrpSpPr>
      <p:grpSpPr>
        <a:xfrm>
          <a:off x="0" y="0"/>
          <a:ext cx="0" cy="0"/>
          <a:chOff x="0" y="0"/>
          <a:chExt cx="0" cy="0"/>
        </a:xfrm>
      </p:grpSpPr>
      <p:pic>
        <p:nvPicPr>
          <p:cNvPr id="23" name="Picture 2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5" y="0"/>
            <a:ext cx="12188950" cy="6857999"/>
          </a:xfrm>
          <a:prstGeom prst="rect">
            <a:avLst/>
          </a:prstGeom>
        </p:spPr>
      </p:pic>
      <p:pic>
        <p:nvPicPr>
          <p:cNvPr id="26" name="Picture 25"/>
          <p:cNvPicPr>
            <a:picLocks noChangeAspect="1"/>
          </p:cNvPicPr>
          <p:nvPr userDrawn="1"/>
        </p:nvPicPr>
        <p:blipFill>
          <a:blip r:embed="rId3"/>
          <a:stretch>
            <a:fillRect/>
          </a:stretch>
        </p:blipFill>
        <p:spPr>
          <a:xfrm>
            <a:off x="10893034" y="6462131"/>
            <a:ext cx="839972" cy="309081"/>
          </a:xfrm>
          <a:prstGeom prst="rect">
            <a:avLst/>
          </a:prstGeom>
        </p:spPr>
      </p:pic>
      <p:sp>
        <p:nvSpPr>
          <p:cNvPr id="29" name="Text Placeholder 28"/>
          <p:cNvSpPr>
            <a:spLocks noGrp="1"/>
          </p:cNvSpPr>
          <p:nvPr>
            <p:ph type="body" sz="quarter" idx="10" hasCustomPrompt="1"/>
          </p:nvPr>
        </p:nvSpPr>
        <p:spPr>
          <a:xfrm>
            <a:off x="464594" y="468090"/>
            <a:ext cx="3276600" cy="609600"/>
          </a:xfrm>
          <a:prstGeom prst="rect">
            <a:avLst/>
          </a:prstGeom>
        </p:spPr>
        <p:txBody>
          <a:bodyPr/>
          <a:lstStyle>
            <a:lvl1pPr>
              <a:defRPr sz="3200">
                <a:solidFill>
                  <a:schemeClr val="accent6"/>
                </a:solidFill>
              </a:defRPr>
            </a:lvl1pPr>
          </a:lstStyle>
          <a:p>
            <a:pPr lvl="0"/>
            <a:r>
              <a:rPr lang="en-US" dirty="0"/>
              <a:t>Agenda opt 3</a:t>
            </a:r>
            <a:endParaRPr lang="en-IN" dirty="0"/>
          </a:p>
        </p:txBody>
      </p:sp>
      <p:sp>
        <p:nvSpPr>
          <p:cNvPr id="32" name="Text Placeholder 31"/>
          <p:cNvSpPr>
            <a:spLocks noGrp="1"/>
          </p:cNvSpPr>
          <p:nvPr>
            <p:ph type="body" sz="quarter" idx="11" hasCustomPrompt="1"/>
          </p:nvPr>
        </p:nvSpPr>
        <p:spPr>
          <a:xfrm>
            <a:off x="464594" y="1828800"/>
            <a:ext cx="10283434" cy="3429000"/>
          </a:xfrm>
          <a:prstGeom prst="rect">
            <a:avLst/>
          </a:prstGeom>
        </p:spPr>
        <p:txBody>
          <a:bodyPr/>
          <a:lstStyle>
            <a:lvl1pPr>
              <a:defRPr sz="2000">
                <a:solidFill>
                  <a:schemeClr val="accent6"/>
                </a:solidFill>
              </a:defRPr>
            </a:lvl1pPr>
            <a:lvl2pPr>
              <a:defRPr sz="1800">
                <a:solidFill>
                  <a:srgbClr val="073262"/>
                </a:solidFill>
              </a:defRPr>
            </a:lvl2pPr>
            <a:lvl3pPr>
              <a:defRPr sz="1600">
                <a:solidFill>
                  <a:schemeClr val="tx2"/>
                </a:solidFill>
              </a:defRPr>
            </a:lvl3pPr>
            <a:lvl4pPr>
              <a:defRPr sz="2000">
                <a:solidFill>
                  <a:schemeClr val="tx2"/>
                </a:solidFill>
              </a:defRPr>
            </a:lvl4pPr>
            <a:lvl5pPr>
              <a:defRPr sz="2000">
                <a:solidFill>
                  <a:schemeClr val="tx2"/>
                </a:solidFill>
              </a:defRPr>
            </a:lvl5pPr>
          </a:lstStyle>
          <a:p>
            <a:pPr lvl="0"/>
            <a:r>
              <a:rPr lang="en-US" dirty="0"/>
              <a:t>Lorem ipsum dolor sit </a:t>
            </a:r>
            <a:r>
              <a:rPr lang="en-US" dirty="0" err="1"/>
              <a:t>amet</a:t>
            </a:r>
            <a:r>
              <a:rPr lang="en-US" dirty="0"/>
              <a:t>					1</a:t>
            </a:r>
          </a:p>
          <a:p>
            <a:pPr lvl="2"/>
            <a:endParaRPr lang="en-US" dirty="0"/>
          </a:p>
        </p:txBody>
      </p:sp>
      <p:sp>
        <p:nvSpPr>
          <p:cNvPr id="41"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42" name="TextBox 41"/>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spTree>
    <p:extLst>
      <p:ext uri="{BB962C8B-B14F-4D97-AF65-F5344CB8AC3E}">
        <p14:creationId xmlns:p14="http://schemas.microsoft.com/office/powerpoint/2010/main" val="31459247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vider Slide Option 1">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6" y="0"/>
            <a:ext cx="12188948" cy="6872512"/>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8" name="Text Placeholder 7"/>
          <p:cNvSpPr>
            <a:spLocks noGrp="1"/>
          </p:cNvSpPr>
          <p:nvPr>
            <p:ph type="body" sz="quarter" idx="10" hasCustomPrompt="1"/>
          </p:nvPr>
        </p:nvSpPr>
        <p:spPr>
          <a:xfrm>
            <a:off x="464594" y="2473184"/>
            <a:ext cx="6397625" cy="1600200"/>
          </a:xfrm>
          <a:prstGeom prst="rect">
            <a:avLst/>
          </a:prstGeom>
        </p:spPr>
        <p:txBody>
          <a:bodyPr anchor="ctr"/>
          <a:lstStyle>
            <a:lvl1pPr>
              <a:defRPr sz="4800">
                <a:solidFill>
                  <a:schemeClr val="bg1"/>
                </a:solidFill>
              </a:defRPr>
            </a:lvl1pPr>
            <a:lvl2pPr>
              <a:defRPr sz="4800">
                <a:solidFill>
                  <a:schemeClr val="bg1"/>
                </a:solidFill>
              </a:defRPr>
            </a:lvl2pPr>
            <a:lvl3pPr>
              <a:defRPr sz="4800">
                <a:solidFill>
                  <a:schemeClr val="bg1"/>
                </a:solidFill>
              </a:defRPr>
            </a:lvl3pPr>
            <a:lvl4pPr>
              <a:defRPr sz="4800">
                <a:solidFill>
                  <a:schemeClr val="bg1"/>
                </a:solidFill>
              </a:defRPr>
            </a:lvl4pPr>
            <a:lvl5pPr>
              <a:defRPr sz="4800">
                <a:solidFill>
                  <a:schemeClr val="bg1"/>
                </a:solidFill>
              </a:defRPr>
            </a:lvl5pPr>
          </a:lstStyle>
          <a:p>
            <a:r>
              <a:rPr lang="en-US" sz="4800" dirty="0">
                <a:solidFill>
                  <a:schemeClr val="bg1"/>
                </a:solidFill>
              </a:rPr>
              <a:t>Divider slide options Lorem ipsum dolor</a:t>
            </a:r>
          </a:p>
        </p:txBody>
      </p:sp>
      <p:sp>
        <p:nvSpPr>
          <p:cNvPr id="11" name="Text Placeholder 10"/>
          <p:cNvSpPr>
            <a:spLocks noGrp="1"/>
          </p:cNvSpPr>
          <p:nvPr>
            <p:ph type="body" sz="quarter" idx="11" hasCustomPrompt="1"/>
          </p:nvPr>
        </p:nvSpPr>
        <p:spPr>
          <a:xfrm>
            <a:off x="464593" y="4267200"/>
            <a:ext cx="6397625" cy="381000"/>
          </a:xfrm>
          <a:prstGeom prst="rect">
            <a:avLst/>
          </a:prstGeom>
        </p:spPr>
        <p:txBody>
          <a:bodyPr anchor="ctr"/>
          <a:lstStyle>
            <a:lvl1pPr>
              <a:defRPr sz="1800">
                <a:solidFill>
                  <a:schemeClr val="bg1"/>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dirty="0"/>
              <a:t>Subtitle, if needed</a:t>
            </a:r>
            <a:endParaRPr lang="en-IN" dirty="0"/>
          </a:p>
        </p:txBody>
      </p:sp>
    </p:spTree>
    <p:extLst>
      <p:ext uri="{BB962C8B-B14F-4D97-AF65-F5344CB8AC3E}">
        <p14:creationId xmlns:p14="http://schemas.microsoft.com/office/powerpoint/2010/main" val="640261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vider Slide Option 2">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7" y="0"/>
            <a:ext cx="12188946" cy="6872511"/>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prstClr val="white"/>
                </a:solidFill>
                <a:latin typeface="+mn-lt"/>
              </a:rPr>
              <a:pPr/>
              <a:t>‹#›</a:t>
            </a:fld>
            <a:endParaRPr lang="en-US" b="1" dirty="0">
              <a:solidFill>
                <a:prstClr val="white"/>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prstClr val="white"/>
                </a:solidFill>
                <a:latin typeface="+mn-lt"/>
                <a:ea typeface="Georgia" charset="0"/>
                <a:cs typeface="Georgia" charset="0"/>
              </a:rPr>
              <a:t>® 2017 Copyright </a:t>
            </a:r>
            <a:r>
              <a:rPr lang="en-US" sz="800" dirty="0" err="1">
                <a:solidFill>
                  <a:prstClr val="white"/>
                </a:solidFill>
                <a:latin typeface="+mn-lt"/>
                <a:ea typeface="Georgia" charset="0"/>
                <a:cs typeface="Georgia" charset="0"/>
              </a:rPr>
              <a:t>Genpact</a:t>
            </a:r>
            <a:r>
              <a:rPr lang="en-US" sz="800" dirty="0">
                <a:solidFill>
                  <a:prstClr val="white"/>
                </a:solidFill>
                <a:latin typeface="+mn-lt"/>
                <a:ea typeface="Georgia" charset="0"/>
                <a:cs typeface="Georgia" charset="0"/>
              </a:rPr>
              <a:t>. All Rights Reserved.</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8" name="Text Placeholder 7"/>
          <p:cNvSpPr>
            <a:spLocks noGrp="1"/>
          </p:cNvSpPr>
          <p:nvPr>
            <p:ph type="body" sz="quarter" idx="10" hasCustomPrompt="1"/>
          </p:nvPr>
        </p:nvSpPr>
        <p:spPr>
          <a:xfrm>
            <a:off x="464594" y="2473184"/>
            <a:ext cx="6397625" cy="1600200"/>
          </a:xfrm>
          <a:prstGeom prst="rect">
            <a:avLst/>
          </a:prstGeom>
        </p:spPr>
        <p:txBody>
          <a:bodyPr anchor="ctr"/>
          <a:lstStyle>
            <a:lvl1pPr>
              <a:defRPr sz="4800">
                <a:solidFill>
                  <a:schemeClr val="bg1"/>
                </a:solidFill>
              </a:defRPr>
            </a:lvl1pPr>
            <a:lvl2pPr>
              <a:defRPr sz="4800">
                <a:solidFill>
                  <a:schemeClr val="bg1"/>
                </a:solidFill>
              </a:defRPr>
            </a:lvl2pPr>
            <a:lvl3pPr>
              <a:defRPr sz="4800">
                <a:solidFill>
                  <a:schemeClr val="bg1"/>
                </a:solidFill>
              </a:defRPr>
            </a:lvl3pPr>
            <a:lvl4pPr>
              <a:defRPr sz="4800">
                <a:solidFill>
                  <a:schemeClr val="bg1"/>
                </a:solidFill>
              </a:defRPr>
            </a:lvl4pPr>
            <a:lvl5pPr>
              <a:defRPr sz="4800">
                <a:solidFill>
                  <a:schemeClr val="bg1"/>
                </a:solidFill>
              </a:defRPr>
            </a:lvl5pPr>
          </a:lstStyle>
          <a:p>
            <a:r>
              <a:rPr lang="en-US" sz="4800" dirty="0">
                <a:solidFill>
                  <a:schemeClr val="bg1"/>
                </a:solidFill>
              </a:rPr>
              <a:t>Divider slide options</a:t>
            </a:r>
          </a:p>
          <a:p>
            <a:r>
              <a:rPr lang="en-US" sz="4800" dirty="0">
                <a:solidFill>
                  <a:schemeClr val="bg1"/>
                </a:solidFill>
              </a:rPr>
              <a:t>Lorem ipsum dolor</a:t>
            </a:r>
          </a:p>
        </p:txBody>
      </p:sp>
      <p:sp>
        <p:nvSpPr>
          <p:cNvPr id="11" name="Text Placeholder 10"/>
          <p:cNvSpPr>
            <a:spLocks noGrp="1"/>
          </p:cNvSpPr>
          <p:nvPr>
            <p:ph type="body" sz="quarter" idx="11" hasCustomPrompt="1"/>
          </p:nvPr>
        </p:nvSpPr>
        <p:spPr>
          <a:xfrm>
            <a:off x="464593" y="4267200"/>
            <a:ext cx="6397625" cy="381000"/>
          </a:xfrm>
          <a:prstGeom prst="rect">
            <a:avLst/>
          </a:prstGeom>
        </p:spPr>
        <p:txBody>
          <a:bodyPr anchor="ctr"/>
          <a:lstStyle>
            <a:lvl1pPr>
              <a:defRPr sz="1800">
                <a:solidFill>
                  <a:schemeClr val="bg1"/>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dirty="0"/>
              <a:t>Subtitle, if needed</a:t>
            </a:r>
            <a:endParaRPr lang="en-IN" dirty="0"/>
          </a:p>
        </p:txBody>
      </p:sp>
    </p:spTree>
    <p:extLst>
      <p:ext uri="{BB962C8B-B14F-4D97-AF65-F5344CB8AC3E}">
        <p14:creationId xmlns:p14="http://schemas.microsoft.com/office/powerpoint/2010/main" val="2755596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ivider Slide Option 3">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27" y="0"/>
            <a:ext cx="12188946" cy="6872510"/>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8" name="Text Placeholder 7"/>
          <p:cNvSpPr>
            <a:spLocks noGrp="1"/>
          </p:cNvSpPr>
          <p:nvPr>
            <p:ph type="body" sz="quarter" idx="10" hasCustomPrompt="1"/>
          </p:nvPr>
        </p:nvSpPr>
        <p:spPr>
          <a:xfrm>
            <a:off x="464594" y="2473184"/>
            <a:ext cx="6397625" cy="1600200"/>
          </a:xfrm>
          <a:prstGeom prst="rect">
            <a:avLst/>
          </a:prstGeom>
        </p:spPr>
        <p:txBody>
          <a:bodyPr anchor="ctr"/>
          <a:lstStyle>
            <a:lvl1pPr>
              <a:defRPr sz="4800">
                <a:solidFill>
                  <a:schemeClr val="bg1"/>
                </a:solidFill>
              </a:defRPr>
            </a:lvl1pPr>
            <a:lvl2pPr>
              <a:defRPr sz="4800">
                <a:solidFill>
                  <a:schemeClr val="bg1"/>
                </a:solidFill>
              </a:defRPr>
            </a:lvl2pPr>
            <a:lvl3pPr>
              <a:defRPr sz="4800">
                <a:solidFill>
                  <a:schemeClr val="bg1"/>
                </a:solidFill>
              </a:defRPr>
            </a:lvl3pPr>
            <a:lvl4pPr>
              <a:defRPr sz="4800">
                <a:solidFill>
                  <a:schemeClr val="bg1"/>
                </a:solidFill>
              </a:defRPr>
            </a:lvl4pPr>
            <a:lvl5pPr>
              <a:defRPr sz="4800">
                <a:solidFill>
                  <a:schemeClr val="bg1"/>
                </a:solidFill>
              </a:defRPr>
            </a:lvl5pPr>
          </a:lstStyle>
          <a:p>
            <a:r>
              <a:rPr lang="en-US" sz="4800" dirty="0">
                <a:solidFill>
                  <a:schemeClr val="bg1"/>
                </a:solidFill>
              </a:rPr>
              <a:t>Divider slide options Lorem ipsum dolor</a:t>
            </a:r>
          </a:p>
        </p:txBody>
      </p:sp>
      <p:sp>
        <p:nvSpPr>
          <p:cNvPr id="11" name="Text Placeholder 10"/>
          <p:cNvSpPr>
            <a:spLocks noGrp="1"/>
          </p:cNvSpPr>
          <p:nvPr>
            <p:ph type="body" sz="quarter" idx="11" hasCustomPrompt="1"/>
          </p:nvPr>
        </p:nvSpPr>
        <p:spPr>
          <a:xfrm>
            <a:off x="464593" y="4267200"/>
            <a:ext cx="6397625" cy="381000"/>
          </a:xfrm>
          <a:prstGeom prst="rect">
            <a:avLst/>
          </a:prstGeom>
        </p:spPr>
        <p:txBody>
          <a:bodyPr anchor="ctr"/>
          <a:lstStyle>
            <a:lvl1pPr>
              <a:defRPr sz="1800">
                <a:solidFill>
                  <a:schemeClr val="bg1"/>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dirty="0"/>
              <a:t>Subtitle, if needed</a:t>
            </a:r>
            <a:endParaRPr lang="en-IN" dirty="0"/>
          </a:p>
        </p:txBody>
      </p:sp>
    </p:spTree>
    <p:extLst>
      <p:ext uri="{BB962C8B-B14F-4D97-AF65-F5344CB8AC3E}">
        <p14:creationId xmlns:p14="http://schemas.microsoft.com/office/powerpoint/2010/main" val="15035466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ivider Slide Option 4">
    <p:spTree>
      <p:nvGrpSpPr>
        <p:cNvPr id="1" name=""/>
        <p:cNvGrpSpPr/>
        <p:nvPr/>
      </p:nvGrpSpPr>
      <p:grpSpPr>
        <a:xfrm>
          <a:off x="0" y="0"/>
          <a:ext cx="0" cy="0"/>
          <a:chOff x="0" y="0"/>
          <a:chExt cx="0" cy="0"/>
        </a:xfrm>
      </p:grpSpPr>
      <p:pic>
        <p:nvPicPr>
          <p:cNvPr id="12" name="Picture 11"/>
          <p:cNvPicPr>
            <a:picLocks noChangeAspect="1"/>
          </p:cNvPicPr>
          <p:nvPr userDrawn="1"/>
        </p:nvPicPr>
        <p:blipFill rotWithShape="1">
          <a:blip r:embed="rId2">
            <a:extLst>
              <a:ext uri="{28A0092B-C50C-407E-A947-70E740481C1C}">
                <a14:useLocalDpi xmlns:a14="http://schemas.microsoft.com/office/drawing/2010/main" val="0"/>
              </a:ext>
            </a:extLst>
          </a:blip>
          <a:srcRect l="57346"/>
          <a:stretch/>
        </p:blipFill>
        <p:spPr>
          <a:xfrm>
            <a:off x="6980347" y="0"/>
            <a:ext cx="5210123" cy="6872508"/>
          </a:xfrm>
          <a:prstGeom prst="rect">
            <a:avLst/>
          </a:prstGeom>
        </p:spPr>
      </p:pic>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6" name="Picture 5"/>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
        <p:nvSpPr>
          <p:cNvPr id="11" name="Text Placeholder 10"/>
          <p:cNvSpPr>
            <a:spLocks noGrp="1"/>
          </p:cNvSpPr>
          <p:nvPr>
            <p:ph type="body" sz="quarter" idx="11" hasCustomPrompt="1"/>
          </p:nvPr>
        </p:nvSpPr>
        <p:spPr>
          <a:xfrm>
            <a:off x="464593" y="4267200"/>
            <a:ext cx="6397625" cy="381000"/>
          </a:xfrm>
          <a:prstGeom prst="rect">
            <a:avLst/>
          </a:prstGeom>
        </p:spPr>
        <p:txBody>
          <a:bodyPr anchor="ctr"/>
          <a:lstStyle>
            <a:lvl1pPr>
              <a:defRPr sz="1800">
                <a:solidFill>
                  <a:srgbClr val="073262"/>
                </a:solidFill>
                <a:latin typeface="+mj-lt"/>
              </a:defRPr>
            </a:lvl1pPr>
            <a:lvl2pPr>
              <a:defRPr>
                <a:solidFill>
                  <a:schemeClr val="bg1"/>
                </a:solidFill>
                <a:latin typeface="Calibri" panose="020F0502020204030204" pitchFamily="34" charset="0"/>
              </a:defRPr>
            </a:lvl2pPr>
            <a:lvl3pPr>
              <a:defRPr>
                <a:solidFill>
                  <a:schemeClr val="bg1"/>
                </a:solidFill>
                <a:latin typeface="Calibri" panose="020F0502020204030204" pitchFamily="34" charset="0"/>
              </a:defRPr>
            </a:lvl3pPr>
            <a:lvl4pPr>
              <a:defRPr>
                <a:solidFill>
                  <a:schemeClr val="bg1"/>
                </a:solidFill>
                <a:latin typeface="Calibri" panose="020F0502020204030204" pitchFamily="34" charset="0"/>
              </a:defRPr>
            </a:lvl4pPr>
            <a:lvl5pPr>
              <a:defRPr>
                <a:solidFill>
                  <a:schemeClr val="bg1"/>
                </a:solidFill>
                <a:latin typeface="Calibri" panose="020F0502020204030204" pitchFamily="34" charset="0"/>
              </a:defRPr>
            </a:lvl5pPr>
          </a:lstStyle>
          <a:p>
            <a:pPr lvl="0"/>
            <a:r>
              <a:rPr lang="en-US" dirty="0"/>
              <a:t>Subtitle, if needed</a:t>
            </a:r>
            <a:endParaRPr lang="en-IN" dirty="0"/>
          </a:p>
        </p:txBody>
      </p:sp>
      <p:sp>
        <p:nvSpPr>
          <p:cNvPr id="7" name="Text Placeholder 6"/>
          <p:cNvSpPr>
            <a:spLocks noGrp="1"/>
          </p:cNvSpPr>
          <p:nvPr>
            <p:ph type="body" sz="quarter" idx="12" hasCustomPrompt="1"/>
          </p:nvPr>
        </p:nvSpPr>
        <p:spPr>
          <a:xfrm>
            <a:off x="474118" y="2531240"/>
            <a:ext cx="7086600" cy="1447800"/>
          </a:xfrm>
          <a:prstGeom prst="rect">
            <a:avLst/>
          </a:prstGeom>
        </p:spPr>
        <p:txBody>
          <a:bodyPr anchor="ctr"/>
          <a:lstStyle>
            <a:lvl1pPr>
              <a:defRPr sz="4800">
                <a:solidFill>
                  <a:srgbClr val="073262"/>
                </a:solidFill>
              </a:defRPr>
            </a:lvl1pPr>
            <a:lvl2pPr>
              <a:defRPr sz="4800">
                <a:solidFill>
                  <a:schemeClr val="tx2"/>
                </a:solidFill>
              </a:defRPr>
            </a:lvl2pPr>
            <a:lvl3pPr>
              <a:defRPr sz="4800">
                <a:solidFill>
                  <a:schemeClr val="tx2"/>
                </a:solidFill>
              </a:defRPr>
            </a:lvl3pPr>
            <a:lvl4pPr>
              <a:defRPr sz="4800">
                <a:solidFill>
                  <a:schemeClr val="tx2"/>
                </a:solidFill>
              </a:defRPr>
            </a:lvl4pPr>
            <a:lvl5pPr>
              <a:defRPr sz="4800">
                <a:solidFill>
                  <a:schemeClr val="tx2"/>
                </a:solidFill>
              </a:defRPr>
            </a:lvl5pPr>
          </a:lstStyle>
          <a:p>
            <a:pPr lvl="0"/>
            <a:r>
              <a:rPr lang="en-US" dirty="0"/>
              <a:t>Divider slide options</a:t>
            </a:r>
          </a:p>
          <a:p>
            <a:pPr lvl="0"/>
            <a:r>
              <a:rPr lang="en-US" dirty="0"/>
              <a:t>Lorem ipsum dolor</a:t>
            </a:r>
            <a:endParaRPr lang="en-IN" dirty="0"/>
          </a:p>
        </p:txBody>
      </p:sp>
    </p:spTree>
    <p:extLst>
      <p:ext uri="{BB962C8B-B14F-4D97-AF65-F5344CB8AC3E}">
        <p14:creationId xmlns:p14="http://schemas.microsoft.com/office/powerpoint/2010/main" val="1665724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ointer slide">
    <p:spTree>
      <p:nvGrpSpPr>
        <p:cNvPr id="1" name=""/>
        <p:cNvGrpSpPr/>
        <p:nvPr/>
      </p:nvGrpSpPr>
      <p:grpSpPr>
        <a:xfrm>
          <a:off x="0" y="0"/>
          <a:ext cx="0" cy="0"/>
          <a:chOff x="0" y="0"/>
          <a:chExt cx="0" cy="0"/>
        </a:xfrm>
      </p:grpSpPr>
      <p:sp>
        <p:nvSpPr>
          <p:cNvPr id="26" name="Text Placeholder 22"/>
          <p:cNvSpPr>
            <a:spLocks noGrp="1"/>
          </p:cNvSpPr>
          <p:nvPr>
            <p:ph type="body" sz="quarter" idx="13" hasCustomPrompt="1"/>
          </p:nvPr>
        </p:nvSpPr>
        <p:spPr>
          <a:xfrm>
            <a:off x="457200" y="1846944"/>
            <a:ext cx="11277600" cy="3892551"/>
          </a:xfrm>
          <a:prstGeom prst="rect">
            <a:avLst/>
          </a:prstGeom>
        </p:spPr>
        <p:txBody>
          <a:bodyPr anchor="t"/>
          <a:lstStyle>
            <a:lvl1pPr marL="285750" indent="-285750">
              <a:lnSpc>
                <a:spcPct val="100000"/>
              </a:lnSpc>
              <a:spcBef>
                <a:spcPts val="600"/>
              </a:spcBef>
              <a:spcAft>
                <a:spcPts val="600"/>
              </a:spcAft>
              <a:buClr>
                <a:srgbClr val="FF545F"/>
              </a:buClr>
              <a:buFont typeface="Wingdings" panose="05000000000000000000" pitchFamily="2" charset="2"/>
              <a:buChar char="§"/>
              <a:defRPr sz="1600">
                <a:solidFill>
                  <a:srgbClr val="063161"/>
                </a:solidFill>
                <a:latin typeface="Georgia" panose="02040502050405020303" pitchFamily="18" charset="0"/>
              </a:defRPr>
            </a:lvl1pPr>
            <a:lvl2pPr marL="742950" indent="-285750">
              <a:spcBef>
                <a:spcPts val="600"/>
              </a:spcBef>
              <a:spcAft>
                <a:spcPts val="600"/>
              </a:spcAft>
              <a:buClr>
                <a:srgbClr val="EA3946"/>
              </a:buClr>
              <a:buFont typeface="Arial" panose="020B0604020202020204" pitchFamily="34" charset="0"/>
              <a:buChar char="•"/>
              <a:defRPr sz="1600">
                <a:solidFill>
                  <a:srgbClr val="063161"/>
                </a:solidFill>
              </a:defRPr>
            </a:lvl2pPr>
            <a:lvl3pPr marL="1200150" indent="-285750">
              <a:spcBef>
                <a:spcPts val="600"/>
              </a:spcBef>
              <a:spcAft>
                <a:spcPts val="600"/>
              </a:spcAft>
              <a:buClr>
                <a:srgbClr val="C00000"/>
              </a:buClr>
              <a:buFont typeface="Georgia" panose="02040502050405020303" pitchFamily="18" charset="0"/>
              <a:buChar char="─"/>
              <a:defRPr sz="1200">
                <a:solidFill>
                  <a:srgbClr val="063161"/>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a:t>
            </a:r>
          </a:p>
          <a:p>
            <a:pPr lvl="1"/>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a:p>
            <a:pPr lvl="2"/>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 Nemo </a:t>
            </a:r>
            <a:r>
              <a:rPr lang="en-US" dirty="0" err="1"/>
              <a:t>enim</a:t>
            </a:r>
            <a:r>
              <a:rPr lang="en-US" dirty="0"/>
              <a:t> </a:t>
            </a:r>
            <a:r>
              <a:rPr lang="en-US" dirty="0" err="1"/>
              <a:t>ipsam</a:t>
            </a:r>
            <a:r>
              <a:rPr lang="en-US" dirty="0"/>
              <a:t> </a:t>
            </a:r>
            <a:r>
              <a:rPr lang="en-US" dirty="0" err="1"/>
              <a:t>voluptatem</a:t>
            </a:r>
            <a:r>
              <a:rPr lang="en-US" dirty="0"/>
              <a:t> </a:t>
            </a:r>
            <a:r>
              <a:rPr lang="en-US" dirty="0" err="1"/>
              <a:t>quia</a:t>
            </a:r>
            <a:r>
              <a:rPr lang="en-US" dirty="0"/>
              <a:t> </a:t>
            </a:r>
            <a:r>
              <a:rPr lang="en-US" dirty="0" err="1"/>
              <a:t>voluptas</a:t>
            </a:r>
            <a:r>
              <a:rPr lang="en-US" dirty="0"/>
              <a:t> sit </a:t>
            </a:r>
            <a:r>
              <a:rPr lang="en-US" dirty="0" err="1"/>
              <a:t>aspernatur</a:t>
            </a:r>
            <a:r>
              <a:rPr lang="en-US" dirty="0"/>
              <a:t> </a:t>
            </a:r>
            <a:r>
              <a:rPr lang="en-US" dirty="0" err="1"/>
              <a:t>aut</a:t>
            </a:r>
            <a:r>
              <a:rPr lang="en-US" dirty="0"/>
              <a:t> </a:t>
            </a:r>
            <a:r>
              <a:rPr lang="en-US" dirty="0" err="1"/>
              <a:t>odit</a:t>
            </a:r>
            <a:r>
              <a:rPr lang="en-US" dirty="0"/>
              <a:t> </a:t>
            </a:r>
            <a:r>
              <a:rPr lang="en-US" dirty="0" err="1"/>
              <a:t>aut</a:t>
            </a:r>
            <a:r>
              <a:rPr lang="en-US" dirty="0"/>
              <a:t> fugit, </a:t>
            </a:r>
            <a:r>
              <a:rPr lang="en-US" dirty="0" err="1"/>
              <a:t>sed</a:t>
            </a:r>
            <a:r>
              <a:rPr lang="en-US" dirty="0"/>
              <a:t> </a:t>
            </a:r>
            <a:r>
              <a:rPr lang="en-US" dirty="0" err="1"/>
              <a:t>quia</a:t>
            </a:r>
            <a:r>
              <a:rPr lang="en-US" dirty="0"/>
              <a:t> </a:t>
            </a:r>
            <a:r>
              <a:rPr lang="en-US" dirty="0" err="1"/>
              <a:t>consequuntur</a:t>
            </a:r>
            <a:r>
              <a:rPr lang="en-US" dirty="0"/>
              <a:t> </a:t>
            </a:r>
            <a:r>
              <a:rPr lang="en-US" dirty="0" err="1"/>
              <a:t>magni</a:t>
            </a:r>
            <a:r>
              <a:rPr lang="en-US" dirty="0"/>
              <a:t> </a:t>
            </a:r>
            <a:r>
              <a:rPr lang="en-US" dirty="0" err="1"/>
              <a:t>dolores</a:t>
            </a:r>
            <a:r>
              <a:rPr lang="en-US" dirty="0"/>
              <a:t> </a:t>
            </a:r>
            <a:r>
              <a:rPr lang="en-US" dirty="0" err="1"/>
              <a:t>eos</a:t>
            </a:r>
            <a:endParaRPr lang="en-US" dirty="0"/>
          </a:p>
          <a:p>
            <a:pPr lvl="0"/>
            <a:r>
              <a:rPr lang="en-US" dirty="0"/>
              <a:t>Qui </a:t>
            </a:r>
            <a:r>
              <a:rPr lang="en-US" dirty="0" err="1"/>
              <a:t>ratione</a:t>
            </a:r>
            <a:r>
              <a:rPr lang="en-US" dirty="0"/>
              <a:t> </a:t>
            </a:r>
            <a:r>
              <a:rPr lang="en-US" dirty="0" err="1"/>
              <a:t>voluptatem</a:t>
            </a:r>
            <a:r>
              <a:rPr lang="en-US" dirty="0"/>
              <a:t> </a:t>
            </a:r>
            <a:r>
              <a:rPr lang="en-US" dirty="0" err="1"/>
              <a:t>sequi</a:t>
            </a:r>
            <a:r>
              <a:rPr lang="en-US" dirty="0"/>
              <a:t> </a:t>
            </a:r>
            <a:r>
              <a:rPr lang="en-US" dirty="0" err="1"/>
              <a:t>nesciunt</a:t>
            </a:r>
            <a:r>
              <a:rPr lang="en-US" dirty="0"/>
              <a:t>. </a:t>
            </a:r>
            <a:r>
              <a:rPr lang="en-US" dirty="0" err="1"/>
              <a:t>Neque</a:t>
            </a:r>
            <a:r>
              <a:rPr lang="en-US" dirty="0"/>
              <a:t> </a:t>
            </a:r>
            <a:r>
              <a:rPr lang="en-US" dirty="0" err="1"/>
              <a:t>porro</a:t>
            </a:r>
            <a:r>
              <a:rPr lang="en-US" dirty="0"/>
              <a:t> </a:t>
            </a:r>
            <a:r>
              <a:rPr lang="en-US" dirty="0" err="1"/>
              <a:t>quisquam</a:t>
            </a:r>
            <a:r>
              <a:rPr lang="en-US" dirty="0"/>
              <a:t> </a:t>
            </a:r>
            <a:r>
              <a:rPr lang="en-US" dirty="0" err="1"/>
              <a:t>est</a:t>
            </a:r>
            <a:r>
              <a:rPr lang="en-US" dirty="0"/>
              <a:t>, qui </a:t>
            </a:r>
            <a:r>
              <a:rPr lang="en-US" dirty="0" err="1"/>
              <a:t>dolorem</a:t>
            </a:r>
            <a:r>
              <a:rPr lang="en-US" dirty="0"/>
              <a:t> ipsum </a:t>
            </a:r>
            <a:r>
              <a:rPr lang="en-US" dirty="0" err="1"/>
              <a:t>quia</a:t>
            </a:r>
            <a:r>
              <a:rPr lang="en-US" dirty="0"/>
              <a:t> dolor sit </a:t>
            </a:r>
            <a:r>
              <a:rPr lang="en-US" dirty="0" err="1"/>
              <a:t>amet</a:t>
            </a:r>
            <a:r>
              <a:rPr lang="en-US" dirty="0"/>
              <a:t>, </a:t>
            </a:r>
            <a:r>
              <a:rPr lang="en-US" dirty="0" err="1"/>
              <a:t>consectetur</a:t>
            </a:r>
            <a:r>
              <a:rPr lang="en-US" dirty="0"/>
              <a:t>, </a:t>
            </a:r>
            <a:r>
              <a:rPr lang="en-US" dirty="0" err="1"/>
              <a:t>adipisci</a:t>
            </a:r>
            <a:r>
              <a:rPr lang="en-US" dirty="0"/>
              <a:t> </a:t>
            </a:r>
            <a:r>
              <a:rPr lang="en-US" dirty="0" err="1"/>
              <a:t>velit</a:t>
            </a:r>
            <a:r>
              <a:rPr lang="en-US" dirty="0"/>
              <a:t>, </a:t>
            </a:r>
            <a:r>
              <a:rPr lang="en-US" dirty="0" err="1"/>
              <a:t>sed</a:t>
            </a:r>
            <a:r>
              <a:rPr lang="en-US" dirty="0"/>
              <a:t> </a:t>
            </a:r>
            <a:r>
              <a:rPr lang="en-US" dirty="0" err="1"/>
              <a:t>quia</a:t>
            </a:r>
            <a:r>
              <a:rPr lang="en-US" dirty="0"/>
              <a:t> non </a:t>
            </a:r>
            <a:r>
              <a:rPr lang="en-US" dirty="0" err="1"/>
              <a:t>numquam</a:t>
            </a:r>
            <a:r>
              <a:rPr lang="en-US" dirty="0"/>
              <a:t> </a:t>
            </a:r>
            <a:r>
              <a:rPr lang="en-US" dirty="0" err="1"/>
              <a:t>eius</a:t>
            </a:r>
            <a:r>
              <a:rPr lang="en-US" dirty="0"/>
              <a:t> </a:t>
            </a:r>
            <a:r>
              <a:rPr lang="en-US" dirty="0" err="1"/>
              <a:t>modi</a:t>
            </a:r>
            <a:r>
              <a:rPr lang="en-US" dirty="0"/>
              <a:t> </a:t>
            </a:r>
            <a:r>
              <a:rPr lang="en-US" dirty="0" err="1"/>
              <a:t>tempora</a:t>
            </a:r>
            <a:r>
              <a:rPr lang="en-US" dirty="0"/>
              <a:t> </a:t>
            </a:r>
            <a:r>
              <a:rPr lang="en-US" dirty="0" err="1"/>
              <a:t>incidunt</a:t>
            </a:r>
            <a:r>
              <a:rPr lang="en-US" dirty="0"/>
              <a:t> </a:t>
            </a:r>
            <a:r>
              <a:rPr lang="en-US" dirty="0" err="1"/>
              <a:t>ut</a:t>
            </a:r>
            <a:r>
              <a:rPr lang="en-US" dirty="0"/>
              <a:t> </a:t>
            </a:r>
            <a:r>
              <a:rPr lang="en-US" dirty="0" err="1"/>
              <a:t>labore</a:t>
            </a:r>
            <a:r>
              <a:rPr lang="en-US" dirty="0"/>
              <a:t> et </a:t>
            </a:r>
            <a:r>
              <a:rPr lang="en-US" dirty="0" err="1"/>
              <a:t>dolore</a:t>
            </a:r>
            <a:r>
              <a:rPr lang="en-US" dirty="0"/>
              <a:t> </a:t>
            </a:r>
            <a:r>
              <a:rPr lang="en-US" dirty="0" err="1"/>
              <a:t>magnam</a:t>
            </a:r>
            <a:r>
              <a:rPr lang="en-US" dirty="0"/>
              <a:t> </a:t>
            </a:r>
            <a:r>
              <a:rPr lang="en-US" dirty="0" err="1"/>
              <a:t>aliquam</a:t>
            </a:r>
            <a:r>
              <a:rPr lang="en-US" dirty="0"/>
              <a:t> </a:t>
            </a:r>
            <a:r>
              <a:rPr lang="en-US" dirty="0" err="1"/>
              <a:t>quaerat</a:t>
            </a:r>
            <a:r>
              <a:rPr lang="en-US" dirty="0"/>
              <a:t> </a:t>
            </a:r>
            <a:r>
              <a:rPr lang="en-US" dirty="0" err="1"/>
              <a:t>voluptatem</a:t>
            </a:r>
            <a:r>
              <a:rPr lang="en-US" dirty="0"/>
              <a:t>.</a:t>
            </a:r>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33"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a:solidFill>
                  <a:srgbClr val="063161"/>
                </a:solidFill>
                <a:latin typeface="Georgia" panose="02040502050405020303" pitchFamily="18" charset="0"/>
              </a:defRPr>
            </a:lvl1pPr>
          </a:lstStyle>
          <a:p>
            <a:pPr lvl="0"/>
            <a:r>
              <a:rPr lang="en-US" dirty="0"/>
              <a:t>Content slide title goes here</a:t>
            </a:r>
          </a:p>
        </p:txBody>
      </p:sp>
      <p:sp>
        <p:nvSpPr>
          <p:cNvPr id="34"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Tree>
  </p:cSld>
  <p:clrMapOvr>
    <a:masterClrMapping/>
  </p:clrMapOvr>
  <p:extLst>
    <p:ext uri="{DCECCB84-F9BA-43D5-87BE-67443E8EF086}">
      <p15:sldGuideLst xmlns:p15="http://schemas.microsoft.com/office/powerpoint/2012/main">
        <p15:guide id="2" pos="288" userDrawn="1">
          <p15:clr>
            <a:srgbClr val="FBAE40"/>
          </p15:clr>
        </p15:guide>
        <p15:guide id="3" pos="7392" userDrawn="1">
          <p15:clr>
            <a:srgbClr val="FBAE40"/>
          </p15:clr>
        </p15:guide>
        <p15:guide id="5" orient="horz" pos="288" userDrawn="1">
          <p15:clr>
            <a:srgbClr val="FBAE40"/>
          </p15:clr>
        </p15:guide>
        <p15:guide id="6" orient="horz" pos="40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ustom Layout 2 Column">
    <p:spTree>
      <p:nvGrpSpPr>
        <p:cNvPr id="1" name=""/>
        <p:cNvGrpSpPr/>
        <p:nvPr/>
      </p:nvGrpSpPr>
      <p:grpSpPr>
        <a:xfrm>
          <a:off x="0" y="0"/>
          <a:ext cx="0" cy="0"/>
          <a:chOff x="0" y="0"/>
          <a:chExt cx="0" cy="0"/>
        </a:xfrm>
      </p:grpSpPr>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6" name="Picture 5"/>
          <p:cNvPicPr>
            <a:picLocks noChangeAspect="1"/>
          </p:cNvPicPr>
          <p:nvPr userDrawn="1"/>
        </p:nvPicPr>
        <p:blipFill>
          <a:blip r:embed="rId2"/>
          <a:stretch>
            <a:fillRect/>
          </a:stretch>
        </p:blipFill>
        <p:spPr>
          <a:xfrm>
            <a:off x="10893034" y="6462131"/>
            <a:ext cx="839972" cy="309081"/>
          </a:xfrm>
          <a:prstGeom prst="rect">
            <a:avLst/>
          </a:prstGeom>
        </p:spPr>
      </p:pic>
      <p:sp>
        <p:nvSpPr>
          <p:cNvPr id="7"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a:solidFill>
                  <a:srgbClr val="063161"/>
                </a:solidFill>
                <a:latin typeface="Georgia" panose="02040502050405020303" pitchFamily="18" charset="0"/>
              </a:defRPr>
            </a:lvl1pPr>
          </a:lstStyle>
          <a:p>
            <a:pPr lvl="0"/>
            <a:r>
              <a:rPr lang="en-US" dirty="0"/>
              <a:t>Content slide title goes here</a:t>
            </a:r>
          </a:p>
        </p:txBody>
      </p:sp>
      <p:sp>
        <p:nvSpPr>
          <p:cNvPr id="8"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9" name="Text Placeholder 22"/>
          <p:cNvSpPr>
            <a:spLocks noGrp="1"/>
          </p:cNvSpPr>
          <p:nvPr>
            <p:ph type="body" sz="quarter" idx="13" hasCustomPrompt="1"/>
          </p:nvPr>
        </p:nvSpPr>
        <p:spPr>
          <a:xfrm>
            <a:off x="457200" y="2336801"/>
            <a:ext cx="5562600" cy="343535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13" name="Text Placeholder 22"/>
          <p:cNvSpPr>
            <a:spLocks noGrp="1"/>
          </p:cNvSpPr>
          <p:nvPr>
            <p:ph type="body" sz="quarter" idx="14" hasCustomPrompt="1"/>
          </p:nvPr>
        </p:nvSpPr>
        <p:spPr>
          <a:xfrm>
            <a:off x="457200" y="1803402"/>
            <a:ext cx="5562600" cy="4572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20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19" name="Text Placeholder 22"/>
          <p:cNvSpPr>
            <a:spLocks noGrp="1"/>
          </p:cNvSpPr>
          <p:nvPr>
            <p:ph type="body" sz="quarter" idx="15" hasCustomPrompt="1"/>
          </p:nvPr>
        </p:nvSpPr>
        <p:spPr>
          <a:xfrm>
            <a:off x="6170406" y="2336801"/>
            <a:ext cx="5562600" cy="343535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20" name="Text Placeholder 22"/>
          <p:cNvSpPr>
            <a:spLocks noGrp="1"/>
          </p:cNvSpPr>
          <p:nvPr>
            <p:ph type="body" sz="quarter" idx="16" hasCustomPrompt="1"/>
          </p:nvPr>
        </p:nvSpPr>
        <p:spPr>
          <a:xfrm>
            <a:off x="6170406" y="1803402"/>
            <a:ext cx="5562600" cy="4572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20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Tree>
    <p:extLst>
      <p:ext uri="{BB962C8B-B14F-4D97-AF65-F5344CB8AC3E}">
        <p14:creationId xmlns:p14="http://schemas.microsoft.com/office/powerpoint/2010/main" val="1835559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4 Column">
    <p:spTree>
      <p:nvGrpSpPr>
        <p:cNvPr id="1" name=""/>
        <p:cNvGrpSpPr/>
        <p:nvPr/>
      </p:nvGrpSpPr>
      <p:grpSpPr>
        <a:xfrm>
          <a:off x="0" y="0"/>
          <a:ext cx="0" cy="0"/>
          <a:chOff x="0" y="0"/>
          <a:chExt cx="0" cy="0"/>
        </a:xfrm>
      </p:grpSpPr>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rgbClr val="1F497D"/>
                </a:solidFill>
                <a:latin typeface="+mn-lt"/>
              </a:rPr>
              <a:pPr/>
              <a:t>‹#›</a:t>
            </a:fld>
            <a:endParaRPr lang="en-US" b="1" dirty="0">
              <a:solidFill>
                <a:srgbClr val="1F497D"/>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rgbClr val="1F497D"/>
                </a:solidFill>
                <a:latin typeface="+mn-lt"/>
                <a:ea typeface="Georgia" charset="0"/>
                <a:cs typeface="Georgia" charset="0"/>
              </a:rPr>
              <a:t>® 2017 Copyright </a:t>
            </a:r>
            <a:r>
              <a:rPr lang="en-US" sz="800" dirty="0" err="1">
                <a:solidFill>
                  <a:srgbClr val="1F497D"/>
                </a:solidFill>
                <a:latin typeface="+mn-lt"/>
                <a:ea typeface="Georgia" charset="0"/>
                <a:cs typeface="Georgia" charset="0"/>
              </a:rPr>
              <a:t>Genpact</a:t>
            </a:r>
            <a:r>
              <a:rPr lang="en-US" sz="800" dirty="0">
                <a:solidFill>
                  <a:srgbClr val="1F497D"/>
                </a:solidFill>
                <a:latin typeface="+mn-lt"/>
                <a:ea typeface="Georgia" charset="0"/>
                <a:cs typeface="Georgia" charset="0"/>
              </a:rPr>
              <a:t>. All Rights Reserved.</a:t>
            </a:r>
          </a:p>
        </p:txBody>
      </p:sp>
      <p:pic>
        <p:nvPicPr>
          <p:cNvPr id="6" name="Picture 5"/>
          <p:cNvPicPr>
            <a:picLocks noChangeAspect="1"/>
          </p:cNvPicPr>
          <p:nvPr userDrawn="1"/>
        </p:nvPicPr>
        <p:blipFill>
          <a:blip r:embed="rId2"/>
          <a:stretch>
            <a:fillRect/>
          </a:stretch>
        </p:blipFill>
        <p:spPr>
          <a:xfrm>
            <a:off x="10893034" y="6462131"/>
            <a:ext cx="839972" cy="309081"/>
          </a:xfrm>
          <a:prstGeom prst="rect">
            <a:avLst/>
          </a:prstGeom>
        </p:spPr>
      </p:pic>
      <p:sp>
        <p:nvSpPr>
          <p:cNvPr id="7"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a:solidFill>
                  <a:srgbClr val="063161"/>
                </a:solidFill>
                <a:latin typeface="Georgia" panose="02040502050405020303" pitchFamily="18" charset="0"/>
              </a:defRPr>
            </a:lvl1pPr>
          </a:lstStyle>
          <a:p>
            <a:pPr lvl="0"/>
            <a:r>
              <a:rPr lang="en-US" dirty="0"/>
              <a:t>Content slide title goes here</a:t>
            </a:r>
          </a:p>
        </p:txBody>
      </p:sp>
      <p:sp>
        <p:nvSpPr>
          <p:cNvPr id="8"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9" name="Text Placeholder 22"/>
          <p:cNvSpPr>
            <a:spLocks noGrp="1"/>
          </p:cNvSpPr>
          <p:nvPr>
            <p:ph type="body" sz="quarter" idx="13" hasCustomPrompt="1"/>
          </p:nvPr>
        </p:nvSpPr>
        <p:spPr>
          <a:xfrm>
            <a:off x="457200" y="2489202"/>
            <a:ext cx="2592594" cy="36576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a:t>
            </a:r>
          </a:p>
        </p:txBody>
      </p:sp>
      <p:sp>
        <p:nvSpPr>
          <p:cNvPr id="13" name="Text Placeholder 22"/>
          <p:cNvSpPr>
            <a:spLocks noGrp="1"/>
          </p:cNvSpPr>
          <p:nvPr>
            <p:ph type="body" sz="quarter" idx="14" hasCustomPrompt="1"/>
          </p:nvPr>
        </p:nvSpPr>
        <p:spPr>
          <a:xfrm>
            <a:off x="457200" y="1803402"/>
            <a:ext cx="2592594"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27" name="Text Placeholder 22"/>
          <p:cNvSpPr>
            <a:spLocks noGrp="1"/>
          </p:cNvSpPr>
          <p:nvPr>
            <p:ph type="body" sz="quarter" idx="15" hasCustomPrompt="1"/>
          </p:nvPr>
        </p:nvSpPr>
        <p:spPr>
          <a:xfrm>
            <a:off x="3351604" y="2489202"/>
            <a:ext cx="2592594" cy="36576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a:t>
            </a:r>
          </a:p>
        </p:txBody>
      </p:sp>
      <p:sp>
        <p:nvSpPr>
          <p:cNvPr id="28" name="Text Placeholder 22"/>
          <p:cNvSpPr>
            <a:spLocks noGrp="1"/>
          </p:cNvSpPr>
          <p:nvPr>
            <p:ph type="body" sz="quarter" idx="16" hasCustomPrompt="1"/>
          </p:nvPr>
        </p:nvSpPr>
        <p:spPr>
          <a:xfrm>
            <a:off x="3351604" y="1803402"/>
            <a:ext cx="2592594"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endParaRPr lang="en-US" dirty="0"/>
          </a:p>
        </p:txBody>
      </p:sp>
      <p:sp>
        <p:nvSpPr>
          <p:cNvPr id="30" name="Text Placeholder 22"/>
          <p:cNvSpPr>
            <a:spLocks noGrp="1"/>
          </p:cNvSpPr>
          <p:nvPr>
            <p:ph type="body" sz="quarter" idx="17" hasCustomPrompt="1"/>
          </p:nvPr>
        </p:nvSpPr>
        <p:spPr>
          <a:xfrm>
            <a:off x="6246008" y="2489202"/>
            <a:ext cx="2592594" cy="36576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a:t>
            </a:r>
          </a:p>
        </p:txBody>
      </p:sp>
      <p:sp>
        <p:nvSpPr>
          <p:cNvPr id="31" name="Text Placeholder 22"/>
          <p:cNvSpPr>
            <a:spLocks noGrp="1"/>
          </p:cNvSpPr>
          <p:nvPr>
            <p:ph type="body" sz="quarter" idx="18" hasCustomPrompt="1"/>
          </p:nvPr>
        </p:nvSpPr>
        <p:spPr>
          <a:xfrm>
            <a:off x="6246008" y="1803402"/>
            <a:ext cx="2592594"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fr-FR" dirty="0" err="1"/>
              <a:t>Incididunt</a:t>
            </a:r>
            <a:r>
              <a:rPr lang="fr-FR" dirty="0"/>
              <a:t> ut </a:t>
            </a:r>
            <a:r>
              <a:rPr lang="fr-FR" dirty="0" err="1"/>
              <a:t>labore</a:t>
            </a:r>
            <a:r>
              <a:rPr lang="fr-FR" dirty="0"/>
              <a:t> et </a:t>
            </a:r>
            <a:r>
              <a:rPr lang="fr-FR" dirty="0" err="1"/>
              <a:t>dolore</a:t>
            </a:r>
            <a:r>
              <a:rPr lang="fr-FR" dirty="0"/>
              <a:t> magna </a:t>
            </a:r>
            <a:r>
              <a:rPr lang="fr-FR" dirty="0" err="1"/>
              <a:t>aliqua</a:t>
            </a:r>
            <a:endParaRPr lang="en-US" dirty="0"/>
          </a:p>
        </p:txBody>
      </p:sp>
      <p:sp>
        <p:nvSpPr>
          <p:cNvPr id="33" name="Text Placeholder 22"/>
          <p:cNvSpPr>
            <a:spLocks noGrp="1"/>
          </p:cNvSpPr>
          <p:nvPr>
            <p:ph type="body" sz="quarter" idx="19" hasCustomPrompt="1"/>
          </p:nvPr>
        </p:nvSpPr>
        <p:spPr>
          <a:xfrm>
            <a:off x="9140412" y="2491293"/>
            <a:ext cx="2592594" cy="36576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a:t>
            </a:r>
          </a:p>
        </p:txBody>
      </p:sp>
      <p:sp>
        <p:nvSpPr>
          <p:cNvPr id="43" name="Text Placeholder 22"/>
          <p:cNvSpPr>
            <a:spLocks noGrp="1"/>
          </p:cNvSpPr>
          <p:nvPr>
            <p:ph type="body" sz="quarter" idx="20" hasCustomPrompt="1"/>
          </p:nvPr>
        </p:nvSpPr>
        <p:spPr>
          <a:xfrm>
            <a:off x="9140412" y="1805493"/>
            <a:ext cx="2592594"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s-ES" dirty="0" err="1"/>
              <a:t>beatae</a:t>
            </a:r>
            <a:r>
              <a:rPr lang="es-ES" dirty="0"/>
              <a:t> vitae dicta </a:t>
            </a:r>
            <a:r>
              <a:rPr lang="es-ES" dirty="0" err="1"/>
              <a:t>sunt</a:t>
            </a:r>
            <a:r>
              <a:rPr lang="es-ES" dirty="0"/>
              <a:t> </a:t>
            </a:r>
            <a:r>
              <a:rPr lang="es-ES" dirty="0" err="1"/>
              <a:t>explicabo</a:t>
            </a:r>
            <a:endParaRPr lang="en-US" dirty="0"/>
          </a:p>
        </p:txBody>
      </p:sp>
    </p:spTree>
    <p:extLst>
      <p:ext uri="{BB962C8B-B14F-4D97-AF65-F5344CB8AC3E}">
        <p14:creationId xmlns:p14="http://schemas.microsoft.com/office/powerpoint/2010/main" val="1341825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6 column">
    <p:spTree>
      <p:nvGrpSpPr>
        <p:cNvPr id="1" name=""/>
        <p:cNvGrpSpPr/>
        <p:nvPr/>
      </p:nvGrpSpPr>
      <p:grpSpPr>
        <a:xfrm>
          <a:off x="0" y="0"/>
          <a:ext cx="0" cy="0"/>
          <a:chOff x="0" y="0"/>
          <a:chExt cx="0" cy="0"/>
        </a:xfrm>
      </p:grpSpPr>
      <p:sp>
        <p:nvSpPr>
          <p:cNvPr id="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5" name="TextBox 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6" name="Picture 5"/>
          <p:cNvPicPr>
            <a:picLocks noChangeAspect="1"/>
          </p:cNvPicPr>
          <p:nvPr userDrawn="1"/>
        </p:nvPicPr>
        <p:blipFill>
          <a:blip r:embed="rId2"/>
          <a:stretch>
            <a:fillRect/>
          </a:stretch>
        </p:blipFill>
        <p:spPr>
          <a:xfrm>
            <a:off x="10893034" y="6462131"/>
            <a:ext cx="839972" cy="309081"/>
          </a:xfrm>
          <a:prstGeom prst="rect">
            <a:avLst/>
          </a:prstGeom>
        </p:spPr>
      </p:pic>
      <p:sp>
        <p:nvSpPr>
          <p:cNvPr id="7"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a:solidFill>
                  <a:srgbClr val="063161"/>
                </a:solidFill>
                <a:latin typeface="Georgia" panose="02040502050405020303" pitchFamily="18" charset="0"/>
              </a:defRPr>
            </a:lvl1pPr>
          </a:lstStyle>
          <a:p>
            <a:pPr lvl="0"/>
            <a:r>
              <a:rPr lang="en-US" dirty="0"/>
              <a:t>Content slide title goes here</a:t>
            </a:r>
          </a:p>
        </p:txBody>
      </p:sp>
      <p:sp>
        <p:nvSpPr>
          <p:cNvPr id="8"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9" name="Text Placeholder 22"/>
          <p:cNvSpPr>
            <a:spLocks noGrp="1"/>
          </p:cNvSpPr>
          <p:nvPr>
            <p:ph type="body" sz="quarter" idx="13" hasCustomPrompt="1"/>
          </p:nvPr>
        </p:nvSpPr>
        <p:spPr>
          <a:xfrm>
            <a:off x="457200" y="2351315"/>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13" name="Text Placeholder 22"/>
          <p:cNvSpPr>
            <a:spLocks noGrp="1"/>
          </p:cNvSpPr>
          <p:nvPr>
            <p:ph type="body" sz="quarter" idx="14" hasCustomPrompt="1"/>
          </p:nvPr>
        </p:nvSpPr>
        <p:spPr>
          <a:xfrm>
            <a:off x="457200" y="1817916"/>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15" name="Text Placeholder 22"/>
          <p:cNvSpPr>
            <a:spLocks noGrp="1"/>
          </p:cNvSpPr>
          <p:nvPr>
            <p:ph type="body" sz="quarter" idx="15" hasCustomPrompt="1"/>
          </p:nvPr>
        </p:nvSpPr>
        <p:spPr>
          <a:xfrm>
            <a:off x="4418703" y="2351315"/>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16" name="Text Placeholder 22"/>
          <p:cNvSpPr>
            <a:spLocks noGrp="1"/>
          </p:cNvSpPr>
          <p:nvPr>
            <p:ph type="body" sz="quarter" idx="16" hasCustomPrompt="1"/>
          </p:nvPr>
        </p:nvSpPr>
        <p:spPr>
          <a:xfrm>
            <a:off x="4418703" y="1817916"/>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18" name="Text Placeholder 22"/>
          <p:cNvSpPr>
            <a:spLocks noGrp="1"/>
          </p:cNvSpPr>
          <p:nvPr>
            <p:ph type="body" sz="quarter" idx="17" hasCustomPrompt="1"/>
          </p:nvPr>
        </p:nvSpPr>
        <p:spPr>
          <a:xfrm>
            <a:off x="8380206" y="2351315"/>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21" name="Text Placeholder 22"/>
          <p:cNvSpPr>
            <a:spLocks noGrp="1"/>
          </p:cNvSpPr>
          <p:nvPr>
            <p:ph type="body" sz="quarter" idx="18" hasCustomPrompt="1"/>
          </p:nvPr>
        </p:nvSpPr>
        <p:spPr>
          <a:xfrm>
            <a:off x="8380206" y="1817916"/>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34" name="Text Placeholder 22"/>
          <p:cNvSpPr>
            <a:spLocks noGrp="1"/>
          </p:cNvSpPr>
          <p:nvPr>
            <p:ph type="body" sz="quarter" idx="19" hasCustomPrompt="1"/>
          </p:nvPr>
        </p:nvSpPr>
        <p:spPr>
          <a:xfrm>
            <a:off x="457200" y="4520846"/>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35" name="Text Placeholder 22"/>
          <p:cNvSpPr>
            <a:spLocks noGrp="1"/>
          </p:cNvSpPr>
          <p:nvPr>
            <p:ph type="body" sz="quarter" idx="20" hasCustomPrompt="1"/>
          </p:nvPr>
        </p:nvSpPr>
        <p:spPr>
          <a:xfrm>
            <a:off x="457200" y="3987447"/>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37" name="Text Placeholder 22"/>
          <p:cNvSpPr>
            <a:spLocks noGrp="1"/>
          </p:cNvSpPr>
          <p:nvPr>
            <p:ph type="body" sz="quarter" idx="21" hasCustomPrompt="1"/>
          </p:nvPr>
        </p:nvSpPr>
        <p:spPr>
          <a:xfrm>
            <a:off x="4418703" y="4520846"/>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38" name="Text Placeholder 22"/>
          <p:cNvSpPr>
            <a:spLocks noGrp="1"/>
          </p:cNvSpPr>
          <p:nvPr>
            <p:ph type="body" sz="quarter" idx="22" hasCustomPrompt="1"/>
          </p:nvPr>
        </p:nvSpPr>
        <p:spPr>
          <a:xfrm>
            <a:off x="4418703" y="3987447"/>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40" name="Text Placeholder 22"/>
          <p:cNvSpPr>
            <a:spLocks noGrp="1"/>
          </p:cNvSpPr>
          <p:nvPr>
            <p:ph type="body" sz="quarter" idx="23" hasCustomPrompt="1"/>
          </p:nvPr>
        </p:nvSpPr>
        <p:spPr>
          <a:xfrm>
            <a:off x="8380206" y="4520846"/>
            <a:ext cx="3352800" cy="1330327"/>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ea.</a:t>
            </a:r>
          </a:p>
        </p:txBody>
      </p:sp>
      <p:sp>
        <p:nvSpPr>
          <p:cNvPr id="41" name="Text Placeholder 22"/>
          <p:cNvSpPr>
            <a:spLocks noGrp="1"/>
          </p:cNvSpPr>
          <p:nvPr>
            <p:ph type="body" sz="quarter" idx="24" hasCustomPrompt="1"/>
          </p:nvPr>
        </p:nvSpPr>
        <p:spPr>
          <a:xfrm>
            <a:off x="8380206" y="3987447"/>
            <a:ext cx="3352800" cy="3810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Tree>
    <p:extLst>
      <p:ext uri="{BB962C8B-B14F-4D97-AF65-F5344CB8AC3E}">
        <p14:creationId xmlns:p14="http://schemas.microsoft.com/office/powerpoint/2010/main" val="18559226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and Picture">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286985428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table">
    <p:spTree>
      <p:nvGrpSpPr>
        <p:cNvPr id="1" name=""/>
        <p:cNvGrpSpPr/>
        <p:nvPr/>
      </p:nvGrpSpPr>
      <p:grpSpPr>
        <a:xfrm>
          <a:off x="0" y="0"/>
          <a:ext cx="0" cy="0"/>
          <a:chOff x="0" y="0"/>
          <a:chExt cx="0" cy="0"/>
        </a:xfrm>
      </p:grpSpPr>
      <p:sp>
        <p:nvSpPr>
          <p:cNvPr id="3" name="Table Placeholder 2"/>
          <p:cNvSpPr>
            <a:spLocks noGrp="1"/>
          </p:cNvSpPr>
          <p:nvPr>
            <p:ph type="tbl" sz="quarter" idx="13"/>
          </p:nvPr>
        </p:nvSpPr>
        <p:spPr>
          <a:xfrm>
            <a:off x="460744" y="1828800"/>
            <a:ext cx="11272262" cy="3455987"/>
          </a:xfrm>
          <a:prstGeom prst="rect">
            <a:avLst/>
          </a:prstGeom>
        </p:spPr>
        <p:txBody>
          <a:bodyPr anchor="ctr"/>
          <a:lstStyle>
            <a:lvl1pPr>
              <a:defRPr>
                <a:solidFill>
                  <a:schemeClr val="accent3"/>
                </a:solidFill>
              </a:defRPr>
            </a:lvl1pPr>
          </a:lstStyle>
          <a:p>
            <a:endParaRPr lang="en-IN" dirty="0"/>
          </a:p>
        </p:txBody>
      </p:sp>
      <p:sp>
        <p:nvSpPr>
          <p:cNvPr id="14" name="Text Placeholder 22"/>
          <p:cNvSpPr>
            <a:spLocks noGrp="1"/>
          </p:cNvSpPr>
          <p:nvPr>
            <p:ph type="body" sz="quarter" idx="11" hasCustomPrompt="1"/>
          </p:nvPr>
        </p:nvSpPr>
        <p:spPr>
          <a:xfrm>
            <a:off x="460744" y="471715"/>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rgbClr val="1F497D"/>
                </a:solidFill>
                <a:latin typeface="+mn-lt"/>
              </a:rPr>
              <a:pPr/>
              <a:t>‹#›</a:t>
            </a:fld>
            <a:endParaRPr lang="en-US" b="1" dirty="0">
              <a:solidFill>
                <a:srgbClr val="1F497D"/>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rgbClr val="1F497D"/>
                </a:solidFill>
                <a:latin typeface="+mn-lt"/>
                <a:ea typeface="Georgia" charset="0"/>
                <a:cs typeface="Georgia" charset="0"/>
              </a:rPr>
              <a:t>® 2017 Copyright </a:t>
            </a:r>
            <a:r>
              <a:rPr lang="en-US" sz="800" dirty="0" err="1">
                <a:solidFill>
                  <a:srgbClr val="1F497D"/>
                </a:solidFill>
                <a:latin typeface="+mn-lt"/>
                <a:ea typeface="Georgia" charset="0"/>
                <a:cs typeface="Georgia" charset="0"/>
              </a:rPr>
              <a:t>Genpact</a:t>
            </a:r>
            <a:r>
              <a:rPr lang="en-US" sz="800" dirty="0">
                <a:solidFill>
                  <a:srgbClr val="1F497D"/>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19343940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chart">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60744" y="465346"/>
            <a:ext cx="5482856"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60744" y="1026868"/>
            <a:ext cx="7540256"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457200" y="1822752"/>
            <a:ext cx="6404344" cy="3429000"/>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36" name="Text Placeholder 22"/>
          <p:cNvSpPr>
            <a:spLocks noGrp="1"/>
          </p:cNvSpPr>
          <p:nvPr>
            <p:ph type="body" sz="quarter" idx="14" hasCustomPrompt="1"/>
          </p:nvPr>
        </p:nvSpPr>
        <p:spPr>
          <a:xfrm>
            <a:off x="7391400" y="4635802"/>
            <a:ext cx="4343400" cy="533400"/>
          </a:xfrm>
          <a:prstGeom prst="rect">
            <a:avLst/>
          </a:prstGeom>
        </p:spPr>
        <p:txBody>
          <a:bodyPr/>
          <a:lstStyle>
            <a:lvl1pPr marL="0" indent="0" algn="ctr">
              <a:buClr>
                <a:srgbClr val="FF545F"/>
              </a:buClr>
              <a:buFont typeface="Arial" panose="020B0604020202020204" pitchFamily="34" charset="0"/>
              <a:buNone/>
              <a:defRPr sz="1050">
                <a:solidFill>
                  <a:srgbClr val="063161"/>
                </a:solidFill>
                <a:latin typeface="Georgia" panose="02040502050405020303" pitchFamily="18" charset="0"/>
              </a:defRPr>
            </a:lvl1pPr>
          </a:lstStyle>
          <a:p>
            <a:pPr lvl="0"/>
            <a:r>
              <a:rPr lang="en-US" dirty="0"/>
              <a:t>Chart 1: 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endParaRPr lang="en-US" dirty="0"/>
          </a:p>
        </p:txBody>
      </p:sp>
      <p:sp>
        <p:nvSpPr>
          <p:cNvPr id="38" name="Chart Placeholder 37"/>
          <p:cNvSpPr>
            <a:spLocks noGrp="1"/>
          </p:cNvSpPr>
          <p:nvPr>
            <p:ph type="chart" sz="quarter" idx="15"/>
          </p:nvPr>
        </p:nvSpPr>
        <p:spPr>
          <a:xfrm>
            <a:off x="7391400" y="1822752"/>
            <a:ext cx="4343400" cy="2691908"/>
          </a:xfrm>
          <a:prstGeom prst="rect">
            <a:avLst/>
          </a:prstGeom>
        </p:spPr>
        <p:txBody>
          <a:bodyPr/>
          <a:lstStyle>
            <a:lvl1pPr>
              <a:defRPr lang="en-IN" sz="1800" dirty="0">
                <a:solidFill>
                  <a:srgbClr val="063161"/>
                </a:solidFill>
                <a:latin typeface="Georgia" panose="02040502050405020303" pitchFamily="18" charset="0"/>
                <a:ea typeface="+mn-ea"/>
                <a:cs typeface="+mn-cs"/>
              </a:defRPr>
            </a:lvl1pPr>
          </a:lstStyle>
          <a:p>
            <a:endParaRPr lang="en-IN" dirty="0"/>
          </a:p>
        </p:txBody>
      </p:sp>
      <p:sp>
        <p:nvSpPr>
          <p:cNvPr id="22"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23" name="TextBox 22"/>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24" name="Picture 23"/>
          <p:cNvPicPr>
            <a:picLocks noChangeAspect="1"/>
          </p:cNvPicPr>
          <p:nvPr userDrawn="1"/>
        </p:nvPicPr>
        <p:blipFill>
          <a:blip r:embed="rId2"/>
          <a:stretch>
            <a:fillRect/>
          </a:stretch>
        </p:blipFill>
        <p:spPr>
          <a:xfrm>
            <a:off x="10893034" y="6462131"/>
            <a:ext cx="839972" cy="309081"/>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57200" y="460357"/>
            <a:ext cx="5638800"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31857"/>
            <a:ext cx="80772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6629400" y="1831957"/>
            <a:ext cx="5105400" cy="533400"/>
          </a:xfrm>
          <a:prstGeom prst="rect">
            <a:avLst/>
          </a:prstGeom>
        </p:spPr>
        <p:txBody>
          <a:bodyPr/>
          <a:lstStyle>
            <a:lvl1pPr marL="0" indent="0">
              <a:buClr>
                <a:srgbClr val="FF545F"/>
              </a:buClr>
              <a:buFont typeface="Arial" panose="020B0604020202020204" pitchFamily="34" charset="0"/>
              <a:buNone/>
              <a:defRPr sz="20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3" name="Picture Placeholder 2"/>
          <p:cNvSpPr>
            <a:spLocks noGrp="1"/>
          </p:cNvSpPr>
          <p:nvPr>
            <p:ph type="pic" sz="quarter" idx="14"/>
          </p:nvPr>
        </p:nvSpPr>
        <p:spPr>
          <a:xfrm>
            <a:off x="457200" y="1846471"/>
            <a:ext cx="6019800" cy="3962400"/>
          </a:xfrm>
          <a:prstGeom prst="rect">
            <a:avLst/>
          </a:prstGeom>
        </p:spPr>
        <p:txBody>
          <a:bodyPr/>
          <a:lstStyle>
            <a:lvl1pPr>
              <a:defRPr>
                <a:solidFill>
                  <a:schemeClr val="accent3"/>
                </a:solidFill>
              </a:defRPr>
            </a:lvl1pPr>
          </a:lstStyle>
          <a:p>
            <a:endParaRPr lang="en-IN" dirty="0"/>
          </a:p>
        </p:txBody>
      </p:sp>
      <p:sp>
        <p:nvSpPr>
          <p:cNvPr id="22" name="Text Placeholder 22"/>
          <p:cNvSpPr>
            <a:spLocks noGrp="1"/>
          </p:cNvSpPr>
          <p:nvPr>
            <p:ph type="body" sz="quarter" idx="15" hasCustomPrompt="1"/>
          </p:nvPr>
        </p:nvSpPr>
        <p:spPr>
          <a:xfrm>
            <a:off x="6629400" y="2365357"/>
            <a:ext cx="5105400" cy="3429000"/>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23"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24" name="TextBox 23"/>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26" name="Picture 25"/>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42037834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Picture 1">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57200" y="460357"/>
            <a:ext cx="5943600"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31857"/>
            <a:ext cx="10435834"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457200" y="1831957"/>
            <a:ext cx="5105400" cy="533400"/>
          </a:xfrm>
          <a:prstGeom prst="rect">
            <a:avLst/>
          </a:prstGeom>
        </p:spPr>
        <p:txBody>
          <a:bodyPr/>
          <a:lstStyle>
            <a:lvl1pPr marL="0" indent="0">
              <a:buClr>
                <a:srgbClr val="FF545F"/>
              </a:buClr>
              <a:buFont typeface="Arial" panose="020B0604020202020204" pitchFamily="34" charset="0"/>
              <a:buNone/>
              <a:defRPr sz="20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3" name="Picture Placeholder 2"/>
          <p:cNvSpPr>
            <a:spLocks noGrp="1"/>
          </p:cNvSpPr>
          <p:nvPr>
            <p:ph type="pic" sz="quarter" idx="14"/>
          </p:nvPr>
        </p:nvSpPr>
        <p:spPr>
          <a:xfrm>
            <a:off x="5715000" y="1831957"/>
            <a:ext cx="6019800" cy="3962400"/>
          </a:xfrm>
          <a:prstGeom prst="rect">
            <a:avLst/>
          </a:prstGeom>
        </p:spPr>
        <p:txBody>
          <a:bodyPr/>
          <a:lstStyle>
            <a:lvl1pPr>
              <a:defRPr>
                <a:solidFill>
                  <a:schemeClr val="accent3"/>
                </a:solidFill>
              </a:defRPr>
            </a:lvl1pPr>
          </a:lstStyle>
          <a:p>
            <a:endParaRPr lang="en-IN" dirty="0"/>
          </a:p>
        </p:txBody>
      </p:sp>
      <p:sp>
        <p:nvSpPr>
          <p:cNvPr id="22" name="Text Placeholder 22"/>
          <p:cNvSpPr>
            <a:spLocks noGrp="1"/>
          </p:cNvSpPr>
          <p:nvPr>
            <p:ph type="body" sz="quarter" idx="15" hasCustomPrompt="1"/>
          </p:nvPr>
        </p:nvSpPr>
        <p:spPr>
          <a:xfrm>
            <a:off x="457200" y="2365357"/>
            <a:ext cx="5105400" cy="3429000"/>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vl2pPr>
              <a:defRPr sz="1400">
                <a:solidFill>
                  <a:srgbClr val="073262"/>
                </a:solidFill>
              </a:defRPr>
            </a:lvl2pPr>
            <a:lvl3pPr>
              <a:defRPr sz="1200">
                <a:solidFill>
                  <a:srgbClr val="073262"/>
                </a:solidFill>
              </a:defRPr>
            </a:lvl3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 </a:t>
            </a:r>
            <a:r>
              <a:rPr lang="en-US" dirty="0" err="1"/>
              <a:t>officia</a:t>
            </a:r>
            <a:r>
              <a:rPr lang="en-US" dirty="0"/>
              <a:t> </a:t>
            </a:r>
            <a:r>
              <a:rPr lang="en-US" dirty="0" err="1"/>
              <a:t>deserunt</a:t>
            </a:r>
            <a:r>
              <a:rPr lang="en-US" dirty="0"/>
              <a:t> </a:t>
            </a:r>
            <a:r>
              <a:rPr lang="en-US" dirty="0" err="1"/>
              <a:t>mollit</a:t>
            </a:r>
            <a:r>
              <a:rPr lang="en-US" dirty="0"/>
              <a:t> </a:t>
            </a:r>
            <a:r>
              <a:rPr lang="en-US" dirty="0" err="1"/>
              <a:t>anim</a:t>
            </a:r>
            <a:r>
              <a:rPr lang="en-US" dirty="0"/>
              <a:t> id </a:t>
            </a:r>
            <a:r>
              <a:rPr lang="en-US" dirty="0" err="1"/>
              <a:t>est</a:t>
            </a:r>
            <a:r>
              <a:rPr lang="en-US" dirty="0"/>
              <a:t> </a:t>
            </a:r>
            <a:r>
              <a:rPr lang="en-US" dirty="0" err="1"/>
              <a:t>laborum</a:t>
            </a:r>
            <a:r>
              <a:rPr lang="en-US" dirty="0"/>
              <a:t>. </a:t>
            </a:r>
            <a:r>
              <a:rPr lang="en-US" dirty="0" err="1"/>
              <a:t>Sed</a:t>
            </a:r>
            <a:r>
              <a:rPr lang="en-US" dirty="0"/>
              <a:t>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quae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a:t>
            </a:r>
            <a:r>
              <a:rPr lang="en-US" dirty="0" err="1"/>
              <a:t>beatae</a:t>
            </a:r>
            <a:r>
              <a:rPr lang="en-US" dirty="0"/>
              <a:t> vitae dicta </a:t>
            </a:r>
            <a:r>
              <a:rPr lang="en-US" dirty="0" err="1"/>
              <a:t>sunt</a:t>
            </a:r>
            <a:r>
              <a:rPr lang="en-US" dirty="0"/>
              <a:t> </a:t>
            </a:r>
            <a:r>
              <a:rPr lang="en-US" dirty="0" err="1"/>
              <a:t>explicabo</a:t>
            </a:r>
            <a:r>
              <a:rPr lang="en-US" dirty="0"/>
              <a:t>.</a:t>
            </a:r>
          </a:p>
        </p:txBody>
      </p:sp>
      <p:sp>
        <p:nvSpPr>
          <p:cNvPr id="14"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5" name="TextBox 14"/>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6" name="Picture 15"/>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20073679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icture with Content 3 Column">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57200" y="460357"/>
            <a:ext cx="6248400"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31857"/>
            <a:ext cx="92964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457200" y="4029980"/>
            <a:ext cx="3505200" cy="534553"/>
          </a:xfrm>
          <a:prstGeom prst="rect">
            <a:avLst/>
          </a:prstGeom>
        </p:spPr>
        <p:txBody>
          <a:bodyPr/>
          <a:lstStyle>
            <a:lvl1pPr marL="0" indent="0">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3" name="Picture Placeholder 2"/>
          <p:cNvSpPr>
            <a:spLocks noGrp="1"/>
          </p:cNvSpPr>
          <p:nvPr>
            <p:ph type="pic" sz="quarter" idx="14"/>
          </p:nvPr>
        </p:nvSpPr>
        <p:spPr>
          <a:xfrm>
            <a:off x="464594" y="1827647"/>
            <a:ext cx="3497806" cy="2058553"/>
          </a:xfrm>
          <a:prstGeom prst="rect">
            <a:avLst/>
          </a:prstGeom>
        </p:spPr>
        <p:txBody>
          <a:bodyPr/>
          <a:lstStyle>
            <a:lvl1pPr>
              <a:defRPr>
                <a:solidFill>
                  <a:schemeClr val="accent3"/>
                </a:solidFill>
              </a:defRPr>
            </a:lvl1pPr>
          </a:lstStyle>
          <a:p>
            <a:endParaRPr lang="en-IN" dirty="0"/>
          </a:p>
        </p:txBody>
      </p:sp>
      <p:sp>
        <p:nvSpPr>
          <p:cNvPr id="22" name="Text Placeholder 22"/>
          <p:cNvSpPr>
            <a:spLocks noGrp="1"/>
          </p:cNvSpPr>
          <p:nvPr>
            <p:ph type="body" sz="quarter" idx="15" hasCustomPrompt="1"/>
          </p:nvPr>
        </p:nvSpPr>
        <p:spPr>
          <a:xfrm>
            <a:off x="457200" y="4564533"/>
            <a:ext cx="3505200" cy="1749124"/>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7"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8" name="TextBox 7"/>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1" name="Picture 10"/>
          <p:cNvPicPr>
            <a:picLocks noChangeAspect="1"/>
          </p:cNvPicPr>
          <p:nvPr userDrawn="1"/>
        </p:nvPicPr>
        <p:blipFill>
          <a:blip r:embed="rId2"/>
          <a:stretch>
            <a:fillRect/>
          </a:stretch>
        </p:blipFill>
        <p:spPr>
          <a:xfrm>
            <a:off x="10893034" y="6462131"/>
            <a:ext cx="839972" cy="309081"/>
          </a:xfrm>
          <a:prstGeom prst="rect">
            <a:avLst/>
          </a:prstGeom>
        </p:spPr>
      </p:pic>
      <p:sp>
        <p:nvSpPr>
          <p:cNvPr id="17" name="Text Placeholder 22"/>
          <p:cNvSpPr>
            <a:spLocks noGrp="1"/>
          </p:cNvSpPr>
          <p:nvPr>
            <p:ph type="body" sz="quarter" idx="16" hasCustomPrompt="1"/>
          </p:nvPr>
        </p:nvSpPr>
        <p:spPr>
          <a:xfrm>
            <a:off x="8227806" y="4029980"/>
            <a:ext cx="3505200" cy="534553"/>
          </a:xfrm>
          <a:prstGeom prst="rect">
            <a:avLst/>
          </a:prstGeom>
        </p:spPr>
        <p:txBody>
          <a:bodyPr/>
          <a:lstStyle>
            <a:lvl1pPr marL="0" indent="0">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18" name="Picture Placeholder 2"/>
          <p:cNvSpPr>
            <a:spLocks noGrp="1"/>
          </p:cNvSpPr>
          <p:nvPr>
            <p:ph type="pic" sz="quarter" idx="17"/>
          </p:nvPr>
        </p:nvSpPr>
        <p:spPr>
          <a:xfrm>
            <a:off x="8235200" y="1827647"/>
            <a:ext cx="3497806" cy="2058553"/>
          </a:xfrm>
          <a:prstGeom prst="rect">
            <a:avLst/>
          </a:prstGeom>
        </p:spPr>
        <p:txBody>
          <a:bodyPr/>
          <a:lstStyle>
            <a:lvl1pPr>
              <a:defRPr>
                <a:solidFill>
                  <a:schemeClr val="accent3"/>
                </a:solidFill>
              </a:defRPr>
            </a:lvl1pPr>
          </a:lstStyle>
          <a:p>
            <a:endParaRPr lang="en-IN" dirty="0"/>
          </a:p>
        </p:txBody>
      </p:sp>
      <p:sp>
        <p:nvSpPr>
          <p:cNvPr id="19" name="Text Placeholder 22"/>
          <p:cNvSpPr>
            <a:spLocks noGrp="1"/>
          </p:cNvSpPr>
          <p:nvPr>
            <p:ph type="body" sz="quarter" idx="18" hasCustomPrompt="1"/>
          </p:nvPr>
        </p:nvSpPr>
        <p:spPr>
          <a:xfrm>
            <a:off x="8227806" y="4564533"/>
            <a:ext cx="3505200" cy="1749124"/>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
        <p:nvSpPr>
          <p:cNvPr id="20" name="Text Placeholder 22"/>
          <p:cNvSpPr>
            <a:spLocks noGrp="1"/>
          </p:cNvSpPr>
          <p:nvPr>
            <p:ph type="body" sz="quarter" idx="19" hasCustomPrompt="1"/>
          </p:nvPr>
        </p:nvSpPr>
        <p:spPr>
          <a:xfrm>
            <a:off x="4331412" y="4029980"/>
            <a:ext cx="3505200" cy="534553"/>
          </a:xfrm>
          <a:prstGeom prst="rect">
            <a:avLst/>
          </a:prstGeom>
        </p:spPr>
        <p:txBody>
          <a:bodyPr/>
          <a:lstStyle>
            <a:lvl1pPr marL="0" indent="0">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21" name="Picture Placeholder 2"/>
          <p:cNvSpPr>
            <a:spLocks noGrp="1"/>
          </p:cNvSpPr>
          <p:nvPr>
            <p:ph type="pic" sz="quarter" idx="20"/>
          </p:nvPr>
        </p:nvSpPr>
        <p:spPr>
          <a:xfrm>
            <a:off x="4338806" y="1827647"/>
            <a:ext cx="3497806" cy="2058553"/>
          </a:xfrm>
          <a:prstGeom prst="rect">
            <a:avLst/>
          </a:prstGeom>
        </p:spPr>
        <p:txBody>
          <a:bodyPr/>
          <a:lstStyle>
            <a:lvl1pPr>
              <a:defRPr>
                <a:solidFill>
                  <a:schemeClr val="accent3"/>
                </a:solidFill>
              </a:defRPr>
            </a:lvl1pPr>
          </a:lstStyle>
          <a:p>
            <a:endParaRPr lang="en-IN" dirty="0"/>
          </a:p>
        </p:txBody>
      </p:sp>
      <p:sp>
        <p:nvSpPr>
          <p:cNvPr id="23" name="Text Placeholder 22"/>
          <p:cNvSpPr>
            <a:spLocks noGrp="1"/>
          </p:cNvSpPr>
          <p:nvPr>
            <p:ph type="body" sz="quarter" idx="21" hasCustomPrompt="1"/>
          </p:nvPr>
        </p:nvSpPr>
        <p:spPr>
          <a:xfrm>
            <a:off x="4331412" y="4564533"/>
            <a:ext cx="3505200" cy="1749124"/>
          </a:xfrm>
          <a:prstGeom prst="rect">
            <a:avLst/>
          </a:prstGeom>
        </p:spPr>
        <p:txBody>
          <a:bodyPr/>
          <a:lstStyle>
            <a:lvl1pPr marL="0" indent="0">
              <a:buClr>
                <a:srgbClr val="FF545F"/>
              </a:buClr>
              <a:buFont typeface="Arial" panose="020B0604020202020204" pitchFamily="34" charset="0"/>
              <a:buNone/>
              <a:defRPr sz="16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a:t>
            </a:r>
          </a:p>
        </p:txBody>
      </p:sp>
    </p:spTree>
    <p:extLst>
      <p:ext uri="{BB962C8B-B14F-4D97-AF65-F5344CB8AC3E}">
        <p14:creationId xmlns:p14="http://schemas.microsoft.com/office/powerpoint/2010/main" val="26596455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with Content 4 Column">
    <p:spTree>
      <p:nvGrpSpPr>
        <p:cNvPr id="1" name=""/>
        <p:cNvGrpSpPr/>
        <p:nvPr/>
      </p:nvGrpSpPr>
      <p:grpSpPr>
        <a:xfrm>
          <a:off x="0" y="0"/>
          <a:ext cx="0" cy="0"/>
          <a:chOff x="0" y="0"/>
          <a:chExt cx="0" cy="0"/>
        </a:xfrm>
      </p:grpSpPr>
      <p:sp>
        <p:nvSpPr>
          <p:cNvPr id="9" name="Text Placeholder 22"/>
          <p:cNvSpPr>
            <a:spLocks noGrp="1"/>
          </p:cNvSpPr>
          <p:nvPr>
            <p:ph type="body" sz="quarter" idx="11" hasCustomPrompt="1"/>
          </p:nvPr>
        </p:nvSpPr>
        <p:spPr>
          <a:xfrm>
            <a:off x="457199" y="460357"/>
            <a:ext cx="5480873"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31857"/>
            <a:ext cx="101346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25" name="Text Placeholder 22"/>
          <p:cNvSpPr>
            <a:spLocks noGrp="1"/>
          </p:cNvSpPr>
          <p:nvPr>
            <p:ph type="body" sz="quarter" idx="13" hasCustomPrompt="1"/>
          </p:nvPr>
        </p:nvSpPr>
        <p:spPr>
          <a:xfrm>
            <a:off x="392964" y="4101060"/>
            <a:ext cx="2709930" cy="389620"/>
          </a:xfrm>
          <a:prstGeom prst="rect">
            <a:avLst/>
          </a:prstGeom>
        </p:spPr>
        <p:txBody>
          <a:bodyPr/>
          <a:lstStyle>
            <a:lvl1pPr marL="0" indent="0" algn="ctr">
              <a:buClr>
                <a:srgbClr val="FF545F"/>
              </a:buClr>
              <a:buFont typeface="Arial" panose="020B0604020202020204" pitchFamily="34" charset="0"/>
              <a:buNone/>
              <a:defRPr sz="16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3" name="Picture Placeholder 2"/>
          <p:cNvSpPr>
            <a:spLocks noGrp="1"/>
          </p:cNvSpPr>
          <p:nvPr>
            <p:ph type="pic" sz="quarter" idx="14"/>
          </p:nvPr>
        </p:nvSpPr>
        <p:spPr>
          <a:xfrm>
            <a:off x="464594" y="1827647"/>
            <a:ext cx="2576012" cy="2058553"/>
          </a:xfrm>
          <a:prstGeom prst="rect">
            <a:avLst/>
          </a:prstGeom>
        </p:spPr>
        <p:txBody>
          <a:bodyPr/>
          <a:lstStyle>
            <a:lvl1pPr>
              <a:defRPr>
                <a:solidFill>
                  <a:schemeClr val="accent3"/>
                </a:solidFill>
              </a:defRPr>
            </a:lvl1pPr>
          </a:lstStyle>
          <a:p>
            <a:endParaRPr lang="en-IN" dirty="0"/>
          </a:p>
        </p:txBody>
      </p:sp>
      <p:sp>
        <p:nvSpPr>
          <p:cNvPr id="22" name="Text Placeholder 22"/>
          <p:cNvSpPr>
            <a:spLocks noGrp="1"/>
          </p:cNvSpPr>
          <p:nvPr>
            <p:ph type="body" sz="quarter" idx="15" hasCustomPrompt="1"/>
          </p:nvPr>
        </p:nvSpPr>
        <p:spPr>
          <a:xfrm>
            <a:off x="457200" y="4498147"/>
            <a:ext cx="2581458" cy="1749124"/>
          </a:xfrm>
          <a:prstGeom prst="rect">
            <a:avLst/>
          </a:prstGeom>
        </p:spPr>
        <p:txBody>
          <a:bodyPr/>
          <a:lstStyle>
            <a:lvl1pPr marL="0" indent="0">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endParaRPr lang="en-US" dirty="0"/>
          </a:p>
        </p:txBody>
      </p:sp>
      <p:sp>
        <p:nvSpPr>
          <p:cNvPr id="7"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8" name="TextBox 7"/>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1" name="Picture 10"/>
          <p:cNvPicPr>
            <a:picLocks noChangeAspect="1"/>
          </p:cNvPicPr>
          <p:nvPr userDrawn="1"/>
        </p:nvPicPr>
        <p:blipFill>
          <a:blip r:embed="rId2"/>
          <a:stretch>
            <a:fillRect/>
          </a:stretch>
        </p:blipFill>
        <p:spPr>
          <a:xfrm>
            <a:off x="10893034" y="6462131"/>
            <a:ext cx="839972" cy="309081"/>
          </a:xfrm>
          <a:prstGeom prst="rect">
            <a:avLst/>
          </a:prstGeom>
        </p:spPr>
      </p:pic>
      <p:sp>
        <p:nvSpPr>
          <p:cNvPr id="17" name="Text Placeholder 22"/>
          <p:cNvSpPr>
            <a:spLocks noGrp="1"/>
          </p:cNvSpPr>
          <p:nvPr>
            <p:ph type="body" sz="quarter" idx="16" hasCustomPrompt="1"/>
          </p:nvPr>
        </p:nvSpPr>
        <p:spPr>
          <a:xfrm>
            <a:off x="6181498" y="4101060"/>
            <a:ext cx="2732072" cy="389620"/>
          </a:xfrm>
          <a:prstGeom prst="rect">
            <a:avLst/>
          </a:prstGeom>
        </p:spPr>
        <p:txBody>
          <a:bodyPr/>
          <a:lstStyle>
            <a:lvl1pPr marL="0" indent="0" algn="ctr">
              <a:buClr>
                <a:srgbClr val="FF545F"/>
              </a:buClr>
              <a:buFont typeface="Arial" panose="020B0604020202020204" pitchFamily="34" charset="0"/>
              <a:buNone/>
              <a:defRPr sz="16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18" name="Picture Placeholder 2"/>
          <p:cNvSpPr>
            <a:spLocks noGrp="1"/>
          </p:cNvSpPr>
          <p:nvPr>
            <p:ph type="pic" sz="quarter" idx="17"/>
          </p:nvPr>
        </p:nvSpPr>
        <p:spPr>
          <a:xfrm>
            <a:off x="6259528" y="1827647"/>
            <a:ext cx="2576012" cy="2058553"/>
          </a:xfrm>
          <a:prstGeom prst="rect">
            <a:avLst/>
          </a:prstGeom>
        </p:spPr>
        <p:txBody>
          <a:bodyPr/>
          <a:lstStyle>
            <a:lvl1pPr>
              <a:defRPr>
                <a:solidFill>
                  <a:schemeClr val="accent3"/>
                </a:solidFill>
              </a:defRPr>
            </a:lvl1pPr>
          </a:lstStyle>
          <a:p>
            <a:endParaRPr lang="en-IN" dirty="0"/>
          </a:p>
        </p:txBody>
      </p:sp>
      <p:sp>
        <p:nvSpPr>
          <p:cNvPr id="19" name="Text Placeholder 22"/>
          <p:cNvSpPr>
            <a:spLocks noGrp="1"/>
          </p:cNvSpPr>
          <p:nvPr>
            <p:ph type="body" sz="quarter" idx="18" hasCustomPrompt="1"/>
          </p:nvPr>
        </p:nvSpPr>
        <p:spPr>
          <a:xfrm>
            <a:off x="6259528" y="4498147"/>
            <a:ext cx="2581458" cy="1749124"/>
          </a:xfrm>
          <a:prstGeom prst="rect">
            <a:avLst/>
          </a:prstGeom>
        </p:spPr>
        <p:txBody>
          <a:bodyPr/>
          <a:lstStyle>
            <a:lvl1pPr marL="0" indent="0">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endParaRPr lang="en-US" dirty="0"/>
          </a:p>
        </p:txBody>
      </p:sp>
      <p:sp>
        <p:nvSpPr>
          <p:cNvPr id="20" name="Text Placeholder 22"/>
          <p:cNvSpPr>
            <a:spLocks noGrp="1"/>
          </p:cNvSpPr>
          <p:nvPr>
            <p:ph type="body" sz="quarter" idx="19" hasCustomPrompt="1"/>
          </p:nvPr>
        </p:nvSpPr>
        <p:spPr>
          <a:xfrm>
            <a:off x="3291939" y="4101060"/>
            <a:ext cx="2729860" cy="389620"/>
          </a:xfrm>
          <a:prstGeom prst="rect">
            <a:avLst/>
          </a:prstGeom>
        </p:spPr>
        <p:txBody>
          <a:bodyPr/>
          <a:lstStyle>
            <a:lvl1pPr marL="0" indent="0" algn="ctr">
              <a:buClr>
                <a:srgbClr val="FF545F"/>
              </a:buClr>
              <a:buFont typeface="Arial" panose="020B0604020202020204" pitchFamily="34" charset="0"/>
              <a:buNone/>
              <a:defRPr sz="16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21" name="Picture Placeholder 2"/>
          <p:cNvSpPr>
            <a:spLocks noGrp="1"/>
          </p:cNvSpPr>
          <p:nvPr>
            <p:ph type="pic" sz="quarter" idx="20"/>
          </p:nvPr>
        </p:nvSpPr>
        <p:spPr>
          <a:xfrm>
            <a:off x="3362061" y="1827647"/>
            <a:ext cx="2576012" cy="2058553"/>
          </a:xfrm>
          <a:prstGeom prst="rect">
            <a:avLst/>
          </a:prstGeom>
        </p:spPr>
        <p:txBody>
          <a:bodyPr/>
          <a:lstStyle>
            <a:lvl1pPr>
              <a:defRPr>
                <a:solidFill>
                  <a:schemeClr val="accent3"/>
                </a:solidFill>
              </a:defRPr>
            </a:lvl1pPr>
          </a:lstStyle>
          <a:p>
            <a:endParaRPr lang="en-IN" dirty="0"/>
          </a:p>
        </p:txBody>
      </p:sp>
      <p:sp>
        <p:nvSpPr>
          <p:cNvPr id="23" name="Text Placeholder 22"/>
          <p:cNvSpPr>
            <a:spLocks noGrp="1"/>
          </p:cNvSpPr>
          <p:nvPr>
            <p:ph type="body" sz="quarter" idx="21" hasCustomPrompt="1"/>
          </p:nvPr>
        </p:nvSpPr>
        <p:spPr>
          <a:xfrm>
            <a:off x="3366140" y="4498147"/>
            <a:ext cx="2581458" cy="1749124"/>
          </a:xfrm>
          <a:prstGeom prst="rect">
            <a:avLst/>
          </a:prstGeom>
        </p:spPr>
        <p:txBody>
          <a:bodyPr/>
          <a:lstStyle>
            <a:lvl1pPr marL="0" indent="0">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endParaRPr lang="en-US" dirty="0"/>
          </a:p>
        </p:txBody>
      </p:sp>
      <p:sp>
        <p:nvSpPr>
          <p:cNvPr id="16" name="Text Placeholder 22"/>
          <p:cNvSpPr>
            <a:spLocks noGrp="1"/>
          </p:cNvSpPr>
          <p:nvPr>
            <p:ph type="body" sz="quarter" idx="22" hasCustomPrompt="1"/>
          </p:nvPr>
        </p:nvSpPr>
        <p:spPr>
          <a:xfrm>
            <a:off x="9073269" y="4101060"/>
            <a:ext cx="2737600" cy="389620"/>
          </a:xfrm>
          <a:prstGeom prst="rect">
            <a:avLst/>
          </a:prstGeom>
        </p:spPr>
        <p:txBody>
          <a:bodyPr/>
          <a:lstStyle>
            <a:lvl1pPr marL="0" indent="0" algn="ctr">
              <a:buClr>
                <a:srgbClr val="FF545F"/>
              </a:buClr>
              <a:buFont typeface="Arial" panose="020B0604020202020204" pitchFamily="34" charset="0"/>
              <a:buNone/>
              <a:defRPr sz="1600">
                <a:solidFill>
                  <a:schemeClr val="accent1"/>
                </a:solidFill>
                <a:latin typeface="Georgia" panose="02040502050405020303" pitchFamily="18" charset="0"/>
              </a:defRPr>
            </a:lvl1pPr>
          </a:lstStyle>
          <a:p>
            <a:pPr lvl="0"/>
            <a:r>
              <a:rPr lang="en-US" dirty="0"/>
              <a:t>Lorem ipsum dolor sit </a:t>
            </a:r>
            <a:r>
              <a:rPr lang="en-US" dirty="0" err="1"/>
              <a:t>amet</a:t>
            </a:r>
            <a:endParaRPr lang="en-US" dirty="0"/>
          </a:p>
        </p:txBody>
      </p:sp>
      <p:sp>
        <p:nvSpPr>
          <p:cNvPr id="24" name="Picture Placeholder 2"/>
          <p:cNvSpPr>
            <a:spLocks noGrp="1"/>
          </p:cNvSpPr>
          <p:nvPr>
            <p:ph type="pic" sz="quarter" idx="23"/>
          </p:nvPr>
        </p:nvSpPr>
        <p:spPr>
          <a:xfrm>
            <a:off x="9156994" y="1827647"/>
            <a:ext cx="2576012" cy="2058553"/>
          </a:xfrm>
          <a:prstGeom prst="rect">
            <a:avLst/>
          </a:prstGeom>
        </p:spPr>
        <p:txBody>
          <a:bodyPr/>
          <a:lstStyle>
            <a:lvl1pPr>
              <a:defRPr>
                <a:solidFill>
                  <a:schemeClr val="accent3"/>
                </a:solidFill>
              </a:defRPr>
            </a:lvl1pPr>
          </a:lstStyle>
          <a:p>
            <a:endParaRPr lang="en-IN" dirty="0"/>
          </a:p>
        </p:txBody>
      </p:sp>
      <p:sp>
        <p:nvSpPr>
          <p:cNvPr id="26" name="Text Placeholder 22"/>
          <p:cNvSpPr>
            <a:spLocks noGrp="1"/>
          </p:cNvSpPr>
          <p:nvPr>
            <p:ph type="body" sz="quarter" idx="24" hasCustomPrompt="1"/>
          </p:nvPr>
        </p:nvSpPr>
        <p:spPr>
          <a:xfrm>
            <a:off x="9149600" y="4498147"/>
            <a:ext cx="2581458" cy="1749124"/>
          </a:xfrm>
          <a:prstGeom prst="rect">
            <a:avLst/>
          </a:prstGeom>
        </p:spPr>
        <p:txBody>
          <a:bodyPr/>
          <a:lstStyle>
            <a:lvl1pPr marL="0" indent="0">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endParaRPr lang="en-US" dirty="0"/>
          </a:p>
        </p:txBody>
      </p:sp>
    </p:spTree>
    <p:extLst>
      <p:ext uri="{BB962C8B-B14F-4D97-AF65-F5344CB8AC3E}">
        <p14:creationId xmlns:p14="http://schemas.microsoft.com/office/powerpoint/2010/main" val="174984647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ams Profile">
    <p:spTree>
      <p:nvGrpSpPr>
        <p:cNvPr id="1" name=""/>
        <p:cNvGrpSpPr/>
        <p:nvPr/>
      </p:nvGrpSpPr>
      <p:grpSpPr>
        <a:xfrm>
          <a:off x="0" y="0"/>
          <a:ext cx="0" cy="0"/>
          <a:chOff x="0" y="0"/>
          <a:chExt cx="0" cy="0"/>
        </a:xfrm>
      </p:grpSpPr>
      <p:sp>
        <p:nvSpPr>
          <p:cNvPr id="25" name="Text Placeholder 22"/>
          <p:cNvSpPr>
            <a:spLocks noGrp="1"/>
          </p:cNvSpPr>
          <p:nvPr>
            <p:ph type="body" sz="quarter" idx="13" hasCustomPrompt="1"/>
          </p:nvPr>
        </p:nvSpPr>
        <p:spPr>
          <a:xfrm>
            <a:off x="474119"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27" name="Text Placeholder 22"/>
          <p:cNvSpPr>
            <a:spLocks noGrp="1"/>
          </p:cNvSpPr>
          <p:nvPr>
            <p:ph type="body" sz="quarter" idx="18" hasCustomPrompt="1"/>
          </p:nvPr>
        </p:nvSpPr>
        <p:spPr>
          <a:xfrm>
            <a:off x="474119"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5" name="Picture Placeholder 4"/>
          <p:cNvSpPr>
            <a:spLocks noGrp="1"/>
          </p:cNvSpPr>
          <p:nvPr>
            <p:ph type="pic" sz="quarter" idx="20"/>
          </p:nvPr>
        </p:nvSpPr>
        <p:spPr>
          <a:xfrm>
            <a:off x="474118" y="1844297"/>
            <a:ext cx="2045425" cy="1954363"/>
          </a:xfrm>
          <a:prstGeom prst="rect">
            <a:avLst/>
          </a:prstGeom>
        </p:spPr>
        <p:txBody>
          <a:bodyPr/>
          <a:lstStyle>
            <a:lvl1pPr algn="ctr">
              <a:defRPr sz="1200">
                <a:solidFill>
                  <a:schemeClr val="tx2"/>
                </a:solidFill>
              </a:defRPr>
            </a:lvl1pPr>
          </a:lstStyle>
          <a:p>
            <a:endParaRPr lang="en-IN"/>
          </a:p>
        </p:txBody>
      </p:sp>
      <p:sp>
        <p:nvSpPr>
          <p:cNvPr id="62"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63" name="TextBox 62"/>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64" name="Picture 63"/>
          <p:cNvPicPr>
            <a:picLocks noChangeAspect="1"/>
          </p:cNvPicPr>
          <p:nvPr userDrawn="1"/>
        </p:nvPicPr>
        <p:blipFill>
          <a:blip r:embed="rId2"/>
          <a:stretch>
            <a:fillRect/>
          </a:stretch>
        </p:blipFill>
        <p:spPr>
          <a:xfrm>
            <a:off x="10893034" y="6462131"/>
            <a:ext cx="839972" cy="309081"/>
          </a:xfrm>
          <a:prstGeom prst="rect">
            <a:avLst/>
          </a:prstGeom>
        </p:spPr>
      </p:pic>
      <p:sp>
        <p:nvSpPr>
          <p:cNvPr id="65" name="Text Placeholder 22"/>
          <p:cNvSpPr>
            <a:spLocks noGrp="1"/>
          </p:cNvSpPr>
          <p:nvPr>
            <p:ph type="body" sz="quarter" idx="11" hasCustomPrompt="1"/>
          </p:nvPr>
        </p:nvSpPr>
        <p:spPr>
          <a:xfrm>
            <a:off x="457199" y="460357"/>
            <a:ext cx="5525805"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66" name="Text Placeholder 22"/>
          <p:cNvSpPr>
            <a:spLocks noGrp="1"/>
          </p:cNvSpPr>
          <p:nvPr>
            <p:ph type="body" sz="quarter" idx="12" hasCustomPrompt="1"/>
          </p:nvPr>
        </p:nvSpPr>
        <p:spPr>
          <a:xfrm>
            <a:off x="457200" y="1031857"/>
            <a:ext cx="81534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67" name="Text Placeholder 22"/>
          <p:cNvSpPr>
            <a:spLocks noGrp="1"/>
          </p:cNvSpPr>
          <p:nvPr>
            <p:ph type="body" sz="quarter" idx="21" hasCustomPrompt="1"/>
          </p:nvPr>
        </p:nvSpPr>
        <p:spPr>
          <a:xfrm>
            <a:off x="474119"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
        <p:nvSpPr>
          <p:cNvPr id="68" name="Picture Placeholder 4"/>
          <p:cNvSpPr>
            <a:spLocks noGrp="1"/>
          </p:cNvSpPr>
          <p:nvPr>
            <p:ph type="pic" sz="quarter" idx="22"/>
          </p:nvPr>
        </p:nvSpPr>
        <p:spPr>
          <a:xfrm>
            <a:off x="2777484" y="1844297"/>
            <a:ext cx="2045425" cy="1954363"/>
          </a:xfrm>
          <a:prstGeom prst="rect">
            <a:avLst/>
          </a:prstGeom>
        </p:spPr>
        <p:txBody>
          <a:bodyPr/>
          <a:lstStyle>
            <a:lvl1pPr algn="ctr">
              <a:defRPr sz="1200">
                <a:solidFill>
                  <a:schemeClr val="tx2"/>
                </a:solidFill>
              </a:defRPr>
            </a:lvl1pPr>
          </a:lstStyle>
          <a:p>
            <a:endParaRPr lang="en-IN"/>
          </a:p>
        </p:txBody>
      </p:sp>
      <p:sp>
        <p:nvSpPr>
          <p:cNvPr id="69" name="Picture Placeholder 4"/>
          <p:cNvSpPr>
            <a:spLocks noGrp="1"/>
          </p:cNvSpPr>
          <p:nvPr>
            <p:ph type="pic" sz="quarter" idx="23"/>
          </p:nvPr>
        </p:nvSpPr>
        <p:spPr>
          <a:xfrm>
            <a:off x="5080850" y="1844297"/>
            <a:ext cx="2045425" cy="1954363"/>
          </a:xfrm>
          <a:prstGeom prst="rect">
            <a:avLst/>
          </a:prstGeom>
        </p:spPr>
        <p:txBody>
          <a:bodyPr/>
          <a:lstStyle>
            <a:lvl1pPr algn="ctr">
              <a:defRPr sz="1200">
                <a:solidFill>
                  <a:schemeClr val="tx2"/>
                </a:solidFill>
              </a:defRPr>
            </a:lvl1pPr>
          </a:lstStyle>
          <a:p>
            <a:endParaRPr lang="en-IN"/>
          </a:p>
        </p:txBody>
      </p:sp>
      <p:sp>
        <p:nvSpPr>
          <p:cNvPr id="70" name="Picture Placeholder 4"/>
          <p:cNvSpPr>
            <a:spLocks noGrp="1"/>
          </p:cNvSpPr>
          <p:nvPr>
            <p:ph type="pic" sz="quarter" idx="24"/>
          </p:nvPr>
        </p:nvSpPr>
        <p:spPr>
          <a:xfrm>
            <a:off x="7384216" y="1844297"/>
            <a:ext cx="2045425" cy="1954363"/>
          </a:xfrm>
          <a:prstGeom prst="rect">
            <a:avLst/>
          </a:prstGeom>
        </p:spPr>
        <p:txBody>
          <a:bodyPr/>
          <a:lstStyle>
            <a:lvl1pPr algn="ctr">
              <a:defRPr sz="1200">
                <a:solidFill>
                  <a:schemeClr val="tx2"/>
                </a:solidFill>
              </a:defRPr>
            </a:lvl1pPr>
          </a:lstStyle>
          <a:p>
            <a:endParaRPr lang="en-IN"/>
          </a:p>
        </p:txBody>
      </p:sp>
      <p:sp>
        <p:nvSpPr>
          <p:cNvPr id="71" name="Picture Placeholder 4"/>
          <p:cNvSpPr>
            <a:spLocks noGrp="1"/>
          </p:cNvSpPr>
          <p:nvPr>
            <p:ph type="pic" sz="quarter" idx="25"/>
          </p:nvPr>
        </p:nvSpPr>
        <p:spPr>
          <a:xfrm>
            <a:off x="9687581" y="1844297"/>
            <a:ext cx="2045425" cy="1954363"/>
          </a:xfrm>
          <a:prstGeom prst="rect">
            <a:avLst/>
          </a:prstGeom>
        </p:spPr>
        <p:txBody>
          <a:bodyPr/>
          <a:lstStyle>
            <a:lvl1pPr algn="ctr">
              <a:defRPr sz="1200">
                <a:solidFill>
                  <a:schemeClr val="tx2"/>
                </a:solidFill>
              </a:defRPr>
            </a:lvl1pPr>
          </a:lstStyle>
          <a:p>
            <a:endParaRPr lang="en-IN"/>
          </a:p>
        </p:txBody>
      </p:sp>
      <p:sp>
        <p:nvSpPr>
          <p:cNvPr id="72" name="Text Placeholder 22"/>
          <p:cNvSpPr>
            <a:spLocks noGrp="1"/>
          </p:cNvSpPr>
          <p:nvPr>
            <p:ph type="body" sz="quarter" idx="26" hasCustomPrompt="1"/>
          </p:nvPr>
        </p:nvSpPr>
        <p:spPr>
          <a:xfrm>
            <a:off x="2777485"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73" name="Text Placeholder 22"/>
          <p:cNvSpPr>
            <a:spLocks noGrp="1"/>
          </p:cNvSpPr>
          <p:nvPr>
            <p:ph type="body" sz="quarter" idx="27" hasCustomPrompt="1"/>
          </p:nvPr>
        </p:nvSpPr>
        <p:spPr>
          <a:xfrm>
            <a:off x="2777485"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74" name="Text Placeholder 22"/>
          <p:cNvSpPr>
            <a:spLocks noGrp="1"/>
          </p:cNvSpPr>
          <p:nvPr>
            <p:ph type="body" sz="quarter" idx="28" hasCustomPrompt="1"/>
          </p:nvPr>
        </p:nvSpPr>
        <p:spPr>
          <a:xfrm>
            <a:off x="2777485"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
        <p:nvSpPr>
          <p:cNvPr id="75" name="Text Placeholder 22"/>
          <p:cNvSpPr>
            <a:spLocks noGrp="1"/>
          </p:cNvSpPr>
          <p:nvPr>
            <p:ph type="body" sz="quarter" idx="29" hasCustomPrompt="1"/>
          </p:nvPr>
        </p:nvSpPr>
        <p:spPr>
          <a:xfrm>
            <a:off x="5080851"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76" name="Text Placeholder 22"/>
          <p:cNvSpPr>
            <a:spLocks noGrp="1"/>
          </p:cNvSpPr>
          <p:nvPr>
            <p:ph type="body" sz="quarter" idx="30" hasCustomPrompt="1"/>
          </p:nvPr>
        </p:nvSpPr>
        <p:spPr>
          <a:xfrm>
            <a:off x="5080851"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77" name="Text Placeholder 22"/>
          <p:cNvSpPr>
            <a:spLocks noGrp="1"/>
          </p:cNvSpPr>
          <p:nvPr>
            <p:ph type="body" sz="quarter" idx="31" hasCustomPrompt="1"/>
          </p:nvPr>
        </p:nvSpPr>
        <p:spPr>
          <a:xfrm>
            <a:off x="5080851"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
        <p:nvSpPr>
          <p:cNvPr id="78" name="Text Placeholder 22"/>
          <p:cNvSpPr>
            <a:spLocks noGrp="1"/>
          </p:cNvSpPr>
          <p:nvPr>
            <p:ph type="body" sz="quarter" idx="32" hasCustomPrompt="1"/>
          </p:nvPr>
        </p:nvSpPr>
        <p:spPr>
          <a:xfrm>
            <a:off x="7384216"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79" name="Text Placeholder 22"/>
          <p:cNvSpPr>
            <a:spLocks noGrp="1"/>
          </p:cNvSpPr>
          <p:nvPr>
            <p:ph type="body" sz="quarter" idx="33" hasCustomPrompt="1"/>
          </p:nvPr>
        </p:nvSpPr>
        <p:spPr>
          <a:xfrm>
            <a:off x="7384216"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80" name="Text Placeholder 22"/>
          <p:cNvSpPr>
            <a:spLocks noGrp="1"/>
          </p:cNvSpPr>
          <p:nvPr>
            <p:ph type="body" sz="quarter" idx="34" hasCustomPrompt="1"/>
          </p:nvPr>
        </p:nvSpPr>
        <p:spPr>
          <a:xfrm>
            <a:off x="7384216"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
        <p:nvSpPr>
          <p:cNvPr id="81" name="Text Placeholder 22"/>
          <p:cNvSpPr>
            <a:spLocks noGrp="1"/>
          </p:cNvSpPr>
          <p:nvPr>
            <p:ph type="body" sz="quarter" idx="35" hasCustomPrompt="1"/>
          </p:nvPr>
        </p:nvSpPr>
        <p:spPr>
          <a:xfrm>
            <a:off x="9687582" y="4641562"/>
            <a:ext cx="2045424" cy="1481275"/>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a:t>
            </a:r>
          </a:p>
        </p:txBody>
      </p:sp>
      <p:sp>
        <p:nvSpPr>
          <p:cNvPr id="82" name="Text Placeholder 22"/>
          <p:cNvSpPr>
            <a:spLocks noGrp="1"/>
          </p:cNvSpPr>
          <p:nvPr>
            <p:ph type="body" sz="quarter" idx="36" hasCustomPrompt="1"/>
          </p:nvPr>
        </p:nvSpPr>
        <p:spPr>
          <a:xfrm>
            <a:off x="9687582" y="3924011"/>
            <a:ext cx="2045424" cy="359637"/>
          </a:xfrm>
          <a:prstGeom prst="rect">
            <a:avLst/>
          </a:prstGeom>
        </p:spPr>
        <p:txBody>
          <a:bodyPr/>
          <a:lstStyle>
            <a:lvl1pPr marL="0" indent="0" algn="l">
              <a:buClr>
                <a:srgbClr val="FF545F"/>
              </a:buClr>
              <a:buFont typeface="Arial" panose="020B0604020202020204" pitchFamily="34" charset="0"/>
              <a:buNone/>
              <a:defRPr sz="1800" baseline="0">
                <a:solidFill>
                  <a:schemeClr val="accent3"/>
                </a:solidFill>
                <a:latin typeface="Georgia" panose="02040502050405020303" pitchFamily="18" charset="0"/>
              </a:defRPr>
            </a:lvl1pPr>
          </a:lstStyle>
          <a:p>
            <a:pPr lvl="0"/>
            <a:r>
              <a:rPr lang="en-US" dirty="0"/>
              <a:t>First last name</a:t>
            </a:r>
          </a:p>
        </p:txBody>
      </p:sp>
      <p:sp>
        <p:nvSpPr>
          <p:cNvPr id="83" name="Text Placeholder 22"/>
          <p:cNvSpPr>
            <a:spLocks noGrp="1"/>
          </p:cNvSpPr>
          <p:nvPr>
            <p:ph type="body" sz="quarter" idx="37" hasCustomPrompt="1"/>
          </p:nvPr>
        </p:nvSpPr>
        <p:spPr>
          <a:xfrm>
            <a:off x="9687582" y="4344555"/>
            <a:ext cx="2045424" cy="29700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a:t>
            </a:r>
          </a:p>
        </p:txBody>
      </p:sp>
    </p:spTree>
    <p:extLst>
      <p:ext uri="{BB962C8B-B14F-4D97-AF65-F5344CB8AC3E}">
        <p14:creationId xmlns:p14="http://schemas.microsoft.com/office/powerpoint/2010/main" val="413221358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estimonial for 1">
    <p:spTree>
      <p:nvGrpSpPr>
        <p:cNvPr id="1" name=""/>
        <p:cNvGrpSpPr/>
        <p:nvPr/>
      </p:nvGrpSpPr>
      <p:grpSpPr>
        <a:xfrm>
          <a:off x="0" y="0"/>
          <a:ext cx="0" cy="0"/>
          <a:chOff x="0" y="0"/>
          <a:chExt cx="0" cy="0"/>
        </a:xfrm>
      </p:grpSpPr>
      <p:pic>
        <p:nvPicPr>
          <p:cNvPr id="43" name="Picture 42"/>
          <p:cNvPicPr>
            <a:picLocks noChangeAspect="1"/>
          </p:cNvPicPr>
          <p:nvPr userDrawn="1"/>
        </p:nvPicPr>
        <p:blipFill>
          <a:blip r:embed="rId2"/>
          <a:stretch>
            <a:fillRect/>
          </a:stretch>
        </p:blipFill>
        <p:spPr>
          <a:xfrm>
            <a:off x="5139310" y="3417088"/>
            <a:ext cx="1922906" cy="1429333"/>
          </a:xfrm>
          <a:prstGeom prst="rect">
            <a:avLst/>
          </a:prstGeom>
        </p:spPr>
      </p:pic>
      <p:pic>
        <p:nvPicPr>
          <p:cNvPr id="23" name="Picture 22"/>
          <p:cNvPicPr>
            <a:picLocks noChangeAspect="1"/>
          </p:cNvPicPr>
          <p:nvPr userDrawn="1"/>
        </p:nvPicPr>
        <p:blipFill>
          <a:blip r:embed="rId3">
            <a:duotone>
              <a:prstClr val="black"/>
              <a:schemeClr val="tx2">
                <a:tint val="45000"/>
                <a:satMod val="400000"/>
              </a:schemeClr>
            </a:duotone>
          </a:blip>
          <a:stretch>
            <a:fillRect/>
          </a:stretch>
        </p:blipFill>
        <p:spPr>
          <a:xfrm>
            <a:off x="4572000" y="2729998"/>
            <a:ext cx="801213" cy="166096"/>
          </a:xfrm>
          <a:prstGeom prst="rect">
            <a:avLst/>
          </a:prstGeom>
        </p:spPr>
      </p:pic>
      <p:pic>
        <p:nvPicPr>
          <p:cNvPr id="25" name="Picture 24"/>
          <p:cNvPicPr>
            <a:picLocks noChangeAspect="1"/>
          </p:cNvPicPr>
          <p:nvPr userDrawn="1"/>
        </p:nvPicPr>
        <p:blipFill>
          <a:blip r:embed="rId3">
            <a:duotone>
              <a:prstClr val="black"/>
              <a:schemeClr val="tx2">
                <a:tint val="45000"/>
                <a:satMod val="400000"/>
              </a:schemeClr>
            </a:duotone>
          </a:blip>
          <a:stretch>
            <a:fillRect/>
          </a:stretch>
        </p:blipFill>
        <p:spPr>
          <a:xfrm rot="10800000">
            <a:off x="6818787" y="2729998"/>
            <a:ext cx="801213" cy="166096"/>
          </a:xfrm>
          <a:prstGeom prst="rect">
            <a:avLst/>
          </a:prstGeom>
        </p:spPr>
      </p:pic>
      <p:sp>
        <p:nvSpPr>
          <p:cNvPr id="20" name="Picture Placeholder 4"/>
          <p:cNvSpPr>
            <a:spLocks noGrp="1"/>
          </p:cNvSpPr>
          <p:nvPr userDrawn="1">
            <p:ph type="pic" sz="quarter" idx="17"/>
          </p:nvPr>
        </p:nvSpPr>
        <p:spPr>
          <a:xfrm>
            <a:off x="5595938" y="2308225"/>
            <a:ext cx="1009650" cy="1009650"/>
          </a:xfrm>
          <a:prstGeom prst="rect">
            <a:avLst/>
          </a:prstGeom>
        </p:spPr>
        <p:txBody>
          <a:bodyPr/>
          <a:lstStyle>
            <a:lvl1pPr algn="ctr">
              <a:defRPr sz="1200">
                <a:solidFill>
                  <a:schemeClr val="bg1"/>
                </a:solidFill>
              </a:defRPr>
            </a:lvl1pPr>
          </a:lstStyle>
          <a:p>
            <a:endParaRPr lang="en-IN"/>
          </a:p>
        </p:txBody>
      </p:sp>
      <p:sp>
        <p:nvSpPr>
          <p:cNvPr id="22" name="Text Placeholder 22"/>
          <p:cNvSpPr>
            <a:spLocks noGrp="1"/>
          </p:cNvSpPr>
          <p:nvPr userDrawn="1">
            <p:ph type="body" sz="quarter" idx="18" hasCustomPrompt="1"/>
          </p:nvPr>
        </p:nvSpPr>
        <p:spPr>
          <a:xfrm>
            <a:off x="1856809" y="3511549"/>
            <a:ext cx="8487908" cy="1289051"/>
          </a:xfrm>
          <a:prstGeom prst="rect">
            <a:avLst/>
          </a:prstGeom>
        </p:spPr>
        <p:txBody>
          <a:bodyPr/>
          <a:lstStyle>
            <a:lvl1pPr marL="0" indent="0" algn="ctr">
              <a:buClr>
                <a:srgbClr val="FF545F"/>
              </a:buClr>
              <a:buFont typeface="Arial" panose="020B0604020202020204" pitchFamily="34" charset="0"/>
              <a:buNone/>
              <a:defRPr sz="16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a:t>
            </a:r>
          </a:p>
        </p:txBody>
      </p:sp>
      <p:sp>
        <p:nvSpPr>
          <p:cNvPr id="26" name="Text Placeholder 22"/>
          <p:cNvSpPr>
            <a:spLocks noGrp="1"/>
          </p:cNvSpPr>
          <p:nvPr userDrawn="1">
            <p:ph type="body" sz="quarter" idx="19" hasCustomPrompt="1"/>
          </p:nvPr>
        </p:nvSpPr>
        <p:spPr>
          <a:xfrm>
            <a:off x="4630370"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accent3"/>
                </a:solidFill>
                <a:latin typeface="Georgia" panose="02040502050405020303" pitchFamily="18" charset="0"/>
              </a:defRPr>
            </a:lvl1pPr>
          </a:lstStyle>
          <a:p>
            <a:pPr lvl="0"/>
            <a:r>
              <a:rPr lang="en-US" dirty="0"/>
              <a:t>Company name</a:t>
            </a:r>
          </a:p>
        </p:txBody>
      </p:sp>
      <p:sp>
        <p:nvSpPr>
          <p:cNvPr id="27" name="Text Placeholder 22"/>
          <p:cNvSpPr>
            <a:spLocks noGrp="1"/>
          </p:cNvSpPr>
          <p:nvPr userDrawn="1">
            <p:ph type="body" sz="quarter" idx="20" hasCustomPrompt="1"/>
          </p:nvPr>
        </p:nvSpPr>
        <p:spPr>
          <a:xfrm>
            <a:off x="4630370"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accent3"/>
                </a:solidFill>
                <a:latin typeface="Georgia" panose="02040502050405020303" pitchFamily="18" charset="0"/>
              </a:defRPr>
            </a:lvl1pPr>
          </a:lstStyle>
          <a:p>
            <a:pPr lvl="0"/>
            <a:r>
              <a:rPr lang="en-US" dirty="0"/>
              <a:t>Name of person</a:t>
            </a:r>
          </a:p>
        </p:txBody>
      </p:sp>
      <p:sp>
        <p:nvSpPr>
          <p:cNvPr id="45" name="Text Placeholder 22"/>
          <p:cNvSpPr>
            <a:spLocks noGrp="1"/>
          </p:cNvSpPr>
          <p:nvPr userDrawn="1">
            <p:ph type="body" sz="quarter" idx="11" hasCustomPrompt="1"/>
          </p:nvPr>
        </p:nvSpPr>
        <p:spPr>
          <a:xfrm>
            <a:off x="457200" y="460357"/>
            <a:ext cx="6858000" cy="533400"/>
          </a:xfrm>
          <a:prstGeom prst="rect">
            <a:avLst/>
          </a:prstGeom>
        </p:spPr>
        <p:txBody>
          <a:bodyPr/>
          <a:lstStyle>
            <a:lvl1pPr>
              <a:defRPr sz="3000">
                <a:solidFill>
                  <a:schemeClr val="accent3"/>
                </a:solidFill>
                <a:latin typeface="Georgia" panose="02040502050405020303" pitchFamily="18" charset="0"/>
              </a:defRPr>
            </a:lvl1pPr>
          </a:lstStyle>
          <a:p>
            <a:pPr lvl="0"/>
            <a:r>
              <a:rPr lang="en-IN" dirty="0"/>
              <a:t>Content slide title goes here</a:t>
            </a:r>
            <a:endParaRPr lang="en-US" dirty="0"/>
          </a:p>
        </p:txBody>
      </p:sp>
      <p:sp>
        <p:nvSpPr>
          <p:cNvPr id="46" name="Text Placeholder 22"/>
          <p:cNvSpPr>
            <a:spLocks noGrp="1"/>
          </p:cNvSpPr>
          <p:nvPr userDrawn="1">
            <p:ph type="body" sz="quarter" idx="12" hasCustomPrompt="1"/>
          </p:nvPr>
        </p:nvSpPr>
        <p:spPr>
          <a:xfrm>
            <a:off x="457200" y="1022785"/>
            <a:ext cx="9372600" cy="533400"/>
          </a:xfrm>
          <a:prstGeom prst="rect">
            <a:avLst/>
          </a:prstGeom>
        </p:spPr>
        <p:txBody>
          <a:bodyPr/>
          <a:lstStyle>
            <a:lvl1pPr>
              <a:defRPr sz="22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3"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4" name="TextBox 13"/>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5" name="Picture 14"/>
          <p:cNvPicPr>
            <a:picLocks noChangeAspect="1"/>
          </p:cNvPicPr>
          <p:nvPr userDrawn="1"/>
        </p:nvPicPr>
        <p:blipFill>
          <a:blip r:embed="rId4"/>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7619413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estimonial for 3">
    <p:spTree>
      <p:nvGrpSpPr>
        <p:cNvPr id="1" name=""/>
        <p:cNvGrpSpPr/>
        <p:nvPr/>
      </p:nvGrpSpPr>
      <p:grpSpPr>
        <a:xfrm>
          <a:off x="0" y="0"/>
          <a:ext cx="0" cy="0"/>
          <a:chOff x="0" y="0"/>
          <a:chExt cx="0" cy="0"/>
        </a:xfrm>
      </p:grpSpPr>
      <p:pic>
        <p:nvPicPr>
          <p:cNvPr id="43" name="Picture 42"/>
          <p:cNvPicPr>
            <a:picLocks noChangeAspect="1"/>
          </p:cNvPicPr>
          <p:nvPr userDrawn="1"/>
        </p:nvPicPr>
        <p:blipFill>
          <a:blip r:embed="rId2"/>
          <a:stretch>
            <a:fillRect/>
          </a:stretch>
        </p:blipFill>
        <p:spPr>
          <a:xfrm>
            <a:off x="5069124" y="3417088"/>
            <a:ext cx="1922906" cy="1429333"/>
          </a:xfrm>
          <a:prstGeom prst="rect">
            <a:avLst/>
          </a:prstGeom>
        </p:spPr>
      </p:pic>
      <p:pic>
        <p:nvPicPr>
          <p:cNvPr id="9" name="Picture 8"/>
          <p:cNvPicPr>
            <a:picLocks noChangeAspect="1"/>
          </p:cNvPicPr>
          <p:nvPr userDrawn="1"/>
        </p:nvPicPr>
        <p:blipFill>
          <a:blip r:embed="rId2"/>
          <a:stretch>
            <a:fillRect/>
          </a:stretch>
        </p:blipFill>
        <p:spPr>
          <a:xfrm>
            <a:off x="1492028" y="3417088"/>
            <a:ext cx="1922906" cy="1429333"/>
          </a:xfrm>
          <a:prstGeom prst="rect">
            <a:avLst/>
          </a:prstGeom>
        </p:spPr>
      </p:pic>
      <p:pic>
        <p:nvPicPr>
          <p:cNvPr id="23" name="Picture 22"/>
          <p:cNvPicPr>
            <a:picLocks noChangeAspect="1"/>
          </p:cNvPicPr>
          <p:nvPr userDrawn="1"/>
        </p:nvPicPr>
        <p:blipFill>
          <a:blip r:embed="rId3">
            <a:duotone>
              <a:prstClr val="black"/>
              <a:schemeClr val="tx2">
                <a:tint val="45000"/>
                <a:satMod val="400000"/>
              </a:schemeClr>
            </a:duotone>
          </a:blip>
          <a:stretch>
            <a:fillRect/>
          </a:stretch>
        </p:blipFill>
        <p:spPr>
          <a:xfrm>
            <a:off x="4544677" y="2729998"/>
            <a:ext cx="801213" cy="166096"/>
          </a:xfrm>
          <a:prstGeom prst="rect">
            <a:avLst/>
          </a:prstGeom>
        </p:spPr>
      </p:pic>
      <p:pic>
        <p:nvPicPr>
          <p:cNvPr id="25" name="Picture 24"/>
          <p:cNvPicPr>
            <a:picLocks noChangeAspect="1"/>
          </p:cNvPicPr>
          <p:nvPr userDrawn="1"/>
        </p:nvPicPr>
        <p:blipFill>
          <a:blip r:embed="rId3">
            <a:duotone>
              <a:prstClr val="black"/>
              <a:schemeClr val="tx2">
                <a:tint val="45000"/>
                <a:satMod val="400000"/>
              </a:schemeClr>
            </a:duotone>
          </a:blip>
          <a:stretch>
            <a:fillRect/>
          </a:stretch>
        </p:blipFill>
        <p:spPr>
          <a:xfrm rot="10800000">
            <a:off x="6715264" y="2729998"/>
            <a:ext cx="801213" cy="166096"/>
          </a:xfrm>
          <a:prstGeom prst="rect">
            <a:avLst/>
          </a:prstGeom>
        </p:spPr>
      </p:pic>
      <p:sp>
        <p:nvSpPr>
          <p:cNvPr id="5" name="Picture Placeholder 4"/>
          <p:cNvSpPr>
            <a:spLocks noGrp="1"/>
          </p:cNvSpPr>
          <p:nvPr userDrawn="1">
            <p:ph type="pic" sz="quarter" idx="13"/>
          </p:nvPr>
        </p:nvSpPr>
        <p:spPr>
          <a:xfrm>
            <a:off x="1949081" y="2308225"/>
            <a:ext cx="1009650" cy="1009650"/>
          </a:xfrm>
          <a:prstGeom prst="rect">
            <a:avLst/>
          </a:prstGeom>
        </p:spPr>
        <p:txBody>
          <a:bodyPr/>
          <a:lstStyle>
            <a:lvl1pPr algn="ctr">
              <a:defRPr sz="1200">
                <a:solidFill>
                  <a:schemeClr val="bg1"/>
                </a:solidFill>
              </a:defRPr>
            </a:lvl1pPr>
          </a:lstStyle>
          <a:p>
            <a:endParaRPr lang="en-IN"/>
          </a:p>
        </p:txBody>
      </p:sp>
      <p:sp>
        <p:nvSpPr>
          <p:cNvPr id="24" name="Text Placeholder 22"/>
          <p:cNvSpPr>
            <a:spLocks noGrp="1"/>
          </p:cNvSpPr>
          <p:nvPr userDrawn="1">
            <p:ph type="body" sz="quarter" idx="14" hasCustomPrompt="1"/>
          </p:nvPr>
        </p:nvSpPr>
        <p:spPr>
          <a:xfrm>
            <a:off x="983513"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pic>
        <p:nvPicPr>
          <p:cNvPr id="14" name="Picture 13"/>
          <p:cNvPicPr>
            <a:picLocks noChangeAspect="1"/>
          </p:cNvPicPr>
          <p:nvPr userDrawn="1"/>
        </p:nvPicPr>
        <p:blipFill>
          <a:blip r:embed="rId3">
            <a:duotone>
              <a:prstClr val="black"/>
              <a:schemeClr val="tx2">
                <a:tint val="45000"/>
                <a:satMod val="400000"/>
              </a:schemeClr>
            </a:duotone>
          </a:blip>
          <a:stretch>
            <a:fillRect/>
          </a:stretch>
        </p:blipFill>
        <p:spPr>
          <a:xfrm>
            <a:off x="968006" y="2729998"/>
            <a:ext cx="801213" cy="166096"/>
          </a:xfrm>
          <a:prstGeom prst="rect">
            <a:avLst/>
          </a:prstGeom>
        </p:spPr>
      </p:pic>
      <p:pic>
        <p:nvPicPr>
          <p:cNvPr id="35" name="Picture 34"/>
          <p:cNvPicPr>
            <a:picLocks noChangeAspect="1"/>
          </p:cNvPicPr>
          <p:nvPr userDrawn="1"/>
        </p:nvPicPr>
        <p:blipFill>
          <a:blip r:embed="rId3">
            <a:duotone>
              <a:prstClr val="black"/>
              <a:schemeClr val="tx2">
                <a:tint val="45000"/>
                <a:satMod val="400000"/>
              </a:schemeClr>
            </a:duotone>
          </a:blip>
          <a:stretch>
            <a:fillRect/>
          </a:stretch>
        </p:blipFill>
        <p:spPr>
          <a:xfrm rot="10800000">
            <a:off x="3138593" y="2729998"/>
            <a:ext cx="801213" cy="166096"/>
          </a:xfrm>
          <a:prstGeom prst="rect">
            <a:avLst/>
          </a:prstGeom>
        </p:spPr>
      </p:pic>
      <p:sp>
        <p:nvSpPr>
          <p:cNvPr id="37" name="Text Placeholder 22"/>
          <p:cNvSpPr>
            <a:spLocks noGrp="1"/>
          </p:cNvSpPr>
          <p:nvPr userDrawn="1">
            <p:ph type="body" sz="quarter" idx="16" hasCustomPrompt="1"/>
          </p:nvPr>
        </p:nvSpPr>
        <p:spPr>
          <a:xfrm>
            <a:off x="983513"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accent3"/>
                </a:solidFill>
                <a:latin typeface="Georgia" panose="02040502050405020303" pitchFamily="18" charset="0"/>
              </a:defRPr>
            </a:lvl1pPr>
          </a:lstStyle>
          <a:p>
            <a:pPr lvl="0"/>
            <a:r>
              <a:rPr lang="en-US" dirty="0"/>
              <a:t>Company name</a:t>
            </a:r>
          </a:p>
        </p:txBody>
      </p:sp>
      <p:sp>
        <p:nvSpPr>
          <p:cNvPr id="36" name="Text Placeholder 22"/>
          <p:cNvSpPr>
            <a:spLocks noGrp="1"/>
          </p:cNvSpPr>
          <p:nvPr userDrawn="1">
            <p:ph type="body" sz="quarter" idx="15" hasCustomPrompt="1"/>
          </p:nvPr>
        </p:nvSpPr>
        <p:spPr>
          <a:xfrm>
            <a:off x="983513"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accent3"/>
                </a:solidFill>
                <a:latin typeface="Georgia" panose="02040502050405020303" pitchFamily="18" charset="0"/>
              </a:defRPr>
            </a:lvl1pPr>
          </a:lstStyle>
          <a:p>
            <a:pPr lvl="0"/>
            <a:r>
              <a:rPr lang="en-US" dirty="0"/>
              <a:t>Name of person</a:t>
            </a:r>
          </a:p>
        </p:txBody>
      </p:sp>
      <p:sp>
        <p:nvSpPr>
          <p:cNvPr id="20" name="Picture Placeholder 4"/>
          <p:cNvSpPr>
            <a:spLocks noGrp="1"/>
          </p:cNvSpPr>
          <p:nvPr userDrawn="1">
            <p:ph type="pic" sz="quarter" idx="17"/>
          </p:nvPr>
        </p:nvSpPr>
        <p:spPr>
          <a:xfrm>
            <a:off x="5525752" y="2308225"/>
            <a:ext cx="1009650" cy="1009650"/>
          </a:xfrm>
          <a:prstGeom prst="rect">
            <a:avLst/>
          </a:prstGeom>
        </p:spPr>
        <p:txBody>
          <a:bodyPr/>
          <a:lstStyle>
            <a:lvl1pPr algn="ctr">
              <a:defRPr sz="1200">
                <a:solidFill>
                  <a:schemeClr val="bg1"/>
                </a:solidFill>
              </a:defRPr>
            </a:lvl1pPr>
          </a:lstStyle>
          <a:p>
            <a:endParaRPr lang="en-IN"/>
          </a:p>
        </p:txBody>
      </p:sp>
      <p:sp>
        <p:nvSpPr>
          <p:cNvPr id="22" name="Text Placeholder 22"/>
          <p:cNvSpPr>
            <a:spLocks noGrp="1"/>
          </p:cNvSpPr>
          <p:nvPr userDrawn="1">
            <p:ph type="body" sz="quarter" idx="18" hasCustomPrompt="1"/>
          </p:nvPr>
        </p:nvSpPr>
        <p:spPr>
          <a:xfrm>
            <a:off x="4560184"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6" name="Text Placeholder 22"/>
          <p:cNvSpPr>
            <a:spLocks noGrp="1"/>
          </p:cNvSpPr>
          <p:nvPr userDrawn="1">
            <p:ph type="body" sz="quarter" idx="19" hasCustomPrompt="1"/>
          </p:nvPr>
        </p:nvSpPr>
        <p:spPr>
          <a:xfrm>
            <a:off x="4560184"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accent3"/>
                </a:solidFill>
                <a:latin typeface="Georgia" panose="02040502050405020303" pitchFamily="18" charset="0"/>
              </a:defRPr>
            </a:lvl1pPr>
          </a:lstStyle>
          <a:p>
            <a:pPr lvl="0"/>
            <a:r>
              <a:rPr lang="en-US" dirty="0"/>
              <a:t>Company name</a:t>
            </a:r>
          </a:p>
        </p:txBody>
      </p:sp>
      <p:sp>
        <p:nvSpPr>
          <p:cNvPr id="27" name="Text Placeholder 22"/>
          <p:cNvSpPr>
            <a:spLocks noGrp="1"/>
          </p:cNvSpPr>
          <p:nvPr userDrawn="1">
            <p:ph type="body" sz="quarter" idx="20" hasCustomPrompt="1"/>
          </p:nvPr>
        </p:nvSpPr>
        <p:spPr>
          <a:xfrm>
            <a:off x="4560184"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accent3"/>
                </a:solidFill>
                <a:latin typeface="Georgia" panose="02040502050405020303" pitchFamily="18" charset="0"/>
              </a:defRPr>
            </a:lvl1pPr>
          </a:lstStyle>
          <a:p>
            <a:pPr lvl="0"/>
            <a:r>
              <a:rPr lang="en-US" dirty="0"/>
              <a:t>Name of person</a:t>
            </a:r>
          </a:p>
        </p:txBody>
      </p:sp>
      <p:sp>
        <p:nvSpPr>
          <p:cNvPr id="33" name="Picture Placeholder 4"/>
          <p:cNvSpPr>
            <a:spLocks noGrp="1"/>
          </p:cNvSpPr>
          <p:nvPr userDrawn="1">
            <p:ph type="pic" sz="quarter" idx="21"/>
          </p:nvPr>
        </p:nvSpPr>
        <p:spPr>
          <a:xfrm>
            <a:off x="9106148" y="2308225"/>
            <a:ext cx="1009650" cy="1009650"/>
          </a:xfrm>
          <a:prstGeom prst="rect">
            <a:avLst/>
          </a:prstGeom>
        </p:spPr>
        <p:txBody>
          <a:bodyPr/>
          <a:lstStyle>
            <a:lvl1pPr algn="ctr">
              <a:defRPr sz="1200">
                <a:solidFill>
                  <a:schemeClr val="bg1"/>
                </a:solidFill>
              </a:defRPr>
            </a:lvl1pPr>
          </a:lstStyle>
          <a:p>
            <a:endParaRPr lang="en-IN"/>
          </a:p>
        </p:txBody>
      </p:sp>
      <p:pic>
        <p:nvPicPr>
          <p:cNvPr id="39" name="Picture 38"/>
          <p:cNvPicPr>
            <a:picLocks noChangeAspect="1"/>
          </p:cNvPicPr>
          <p:nvPr userDrawn="1"/>
        </p:nvPicPr>
        <p:blipFill>
          <a:blip r:embed="rId3">
            <a:duotone>
              <a:prstClr val="black"/>
              <a:schemeClr val="tx2">
                <a:tint val="45000"/>
                <a:satMod val="400000"/>
              </a:schemeClr>
            </a:duotone>
          </a:blip>
          <a:stretch>
            <a:fillRect/>
          </a:stretch>
        </p:blipFill>
        <p:spPr>
          <a:xfrm>
            <a:off x="8125073" y="2729998"/>
            <a:ext cx="801213" cy="166096"/>
          </a:xfrm>
          <a:prstGeom prst="rect">
            <a:avLst/>
          </a:prstGeom>
        </p:spPr>
      </p:pic>
      <p:pic>
        <p:nvPicPr>
          <p:cNvPr id="40" name="Picture 39"/>
          <p:cNvPicPr>
            <a:picLocks noChangeAspect="1"/>
          </p:cNvPicPr>
          <p:nvPr userDrawn="1"/>
        </p:nvPicPr>
        <p:blipFill>
          <a:blip r:embed="rId3">
            <a:duotone>
              <a:prstClr val="black"/>
              <a:schemeClr val="tx2">
                <a:tint val="45000"/>
                <a:satMod val="400000"/>
              </a:schemeClr>
            </a:duotone>
          </a:blip>
          <a:stretch>
            <a:fillRect/>
          </a:stretch>
        </p:blipFill>
        <p:spPr>
          <a:xfrm rot="10800000">
            <a:off x="10295660" y="2729998"/>
            <a:ext cx="801213" cy="166096"/>
          </a:xfrm>
          <a:prstGeom prst="rect">
            <a:avLst/>
          </a:prstGeom>
        </p:spPr>
      </p:pic>
      <p:sp>
        <p:nvSpPr>
          <p:cNvPr id="41" name="Text Placeholder 22"/>
          <p:cNvSpPr>
            <a:spLocks noGrp="1"/>
          </p:cNvSpPr>
          <p:nvPr userDrawn="1">
            <p:ph type="body" sz="quarter" idx="23" hasCustomPrompt="1"/>
          </p:nvPr>
        </p:nvSpPr>
        <p:spPr>
          <a:xfrm>
            <a:off x="8140580"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accent3"/>
                </a:solidFill>
                <a:latin typeface="Georgia" panose="02040502050405020303" pitchFamily="18" charset="0"/>
              </a:defRPr>
            </a:lvl1pPr>
          </a:lstStyle>
          <a:p>
            <a:pPr lvl="0"/>
            <a:r>
              <a:rPr lang="en-US" dirty="0"/>
              <a:t>Company name</a:t>
            </a:r>
          </a:p>
        </p:txBody>
      </p:sp>
      <p:sp>
        <p:nvSpPr>
          <p:cNvPr id="42" name="Text Placeholder 22"/>
          <p:cNvSpPr>
            <a:spLocks noGrp="1"/>
          </p:cNvSpPr>
          <p:nvPr userDrawn="1">
            <p:ph type="body" sz="quarter" idx="24" hasCustomPrompt="1"/>
          </p:nvPr>
        </p:nvSpPr>
        <p:spPr>
          <a:xfrm>
            <a:off x="8140580"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accent3"/>
                </a:solidFill>
                <a:latin typeface="Georgia" panose="02040502050405020303" pitchFamily="18" charset="0"/>
              </a:defRPr>
            </a:lvl1pPr>
          </a:lstStyle>
          <a:p>
            <a:pPr lvl="0"/>
            <a:r>
              <a:rPr lang="en-US" dirty="0"/>
              <a:t>Name of person</a:t>
            </a:r>
          </a:p>
        </p:txBody>
      </p:sp>
      <p:sp>
        <p:nvSpPr>
          <p:cNvPr id="45" name="Text Placeholder 22"/>
          <p:cNvSpPr>
            <a:spLocks noGrp="1"/>
          </p:cNvSpPr>
          <p:nvPr userDrawn="1">
            <p:ph type="body" sz="quarter" idx="11" hasCustomPrompt="1"/>
          </p:nvPr>
        </p:nvSpPr>
        <p:spPr>
          <a:xfrm>
            <a:off x="457200" y="460357"/>
            <a:ext cx="6858000" cy="533400"/>
          </a:xfrm>
          <a:prstGeom prst="rect">
            <a:avLst/>
          </a:prstGeom>
        </p:spPr>
        <p:txBody>
          <a:bodyPr/>
          <a:lstStyle>
            <a:lvl1pPr>
              <a:defRPr sz="3000">
                <a:solidFill>
                  <a:schemeClr val="accent3"/>
                </a:solidFill>
                <a:latin typeface="Georgia" panose="02040502050405020303" pitchFamily="18" charset="0"/>
              </a:defRPr>
            </a:lvl1pPr>
          </a:lstStyle>
          <a:p>
            <a:pPr lvl="0"/>
            <a:r>
              <a:rPr lang="en-IN" dirty="0"/>
              <a:t>Content slide title goes here</a:t>
            </a:r>
            <a:endParaRPr lang="en-US" dirty="0"/>
          </a:p>
        </p:txBody>
      </p:sp>
      <p:sp>
        <p:nvSpPr>
          <p:cNvPr id="46" name="Text Placeholder 22"/>
          <p:cNvSpPr>
            <a:spLocks noGrp="1"/>
          </p:cNvSpPr>
          <p:nvPr userDrawn="1">
            <p:ph type="body" sz="quarter" idx="12" hasCustomPrompt="1"/>
          </p:nvPr>
        </p:nvSpPr>
        <p:spPr>
          <a:xfrm>
            <a:off x="457200" y="1022785"/>
            <a:ext cx="9372600" cy="533400"/>
          </a:xfrm>
          <a:prstGeom prst="rect">
            <a:avLst/>
          </a:prstGeom>
        </p:spPr>
        <p:txBody>
          <a:bodyPr/>
          <a:lstStyle>
            <a:lvl1pPr>
              <a:defRPr sz="22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pic>
        <p:nvPicPr>
          <p:cNvPr id="44" name="Picture 43"/>
          <p:cNvPicPr>
            <a:picLocks noChangeAspect="1"/>
          </p:cNvPicPr>
          <p:nvPr userDrawn="1"/>
        </p:nvPicPr>
        <p:blipFill>
          <a:blip r:embed="rId2"/>
          <a:stretch>
            <a:fillRect/>
          </a:stretch>
        </p:blipFill>
        <p:spPr>
          <a:xfrm>
            <a:off x="8649520" y="3417088"/>
            <a:ext cx="1922906" cy="1429333"/>
          </a:xfrm>
          <a:prstGeom prst="rect">
            <a:avLst/>
          </a:prstGeom>
        </p:spPr>
      </p:pic>
      <p:sp>
        <p:nvSpPr>
          <p:cNvPr id="38" name="Text Placeholder 22"/>
          <p:cNvSpPr>
            <a:spLocks noGrp="1"/>
          </p:cNvSpPr>
          <p:nvPr userDrawn="1">
            <p:ph type="body" sz="quarter" idx="22" hasCustomPrompt="1"/>
          </p:nvPr>
        </p:nvSpPr>
        <p:spPr>
          <a:xfrm>
            <a:off x="8140580"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accent3"/>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8"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29" name="TextBox 28"/>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30" name="Picture 29"/>
          <p:cNvPicPr>
            <a:picLocks noChangeAspect="1"/>
          </p:cNvPicPr>
          <p:nvPr userDrawn="1"/>
        </p:nvPicPr>
        <p:blipFill>
          <a:blip r:embed="rId4"/>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176962139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estimonial for 1 with Background Color Option 1">
    <p:spTree>
      <p:nvGrpSpPr>
        <p:cNvPr id="1" name=""/>
        <p:cNvGrpSpPr/>
        <p:nvPr/>
      </p:nvGrpSpPr>
      <p:grpSpPr>
        <a:xfrm>
          <a:off x="0" y="0"/>
          <a:ext cx="0" cy="0"/>
          <a:chOff x="0" y="0"/>
          <a:chExt cx="0" cy="0"/>
        </a:xfrm>
      </p:grpSpPr>
      <p:sp>
        <p:nvSpPr>
          <p:cNvPr id="2" name="Rectangle 1"/>
          <p:cNvSpPr/>
          <p:nvPr userDrawn="1"/>
        </p:nvSpPr>
        <p:spPr>
          <a:xfrm>
            <a:off x="1" y="1"/>
            <a:ext cx="12201524"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9" name="Text Placeholder 22"/>
          <p:cNvSpPr>
            <a:spLocks noGrp="1"/>
          </p:cNvSpPr>
          <p:nvPr>
            <p:ph type="body" sz="quarter" idx="11" hasCustomPrompt="1"/>
          </p:nvPr>
        </p:nvSpPr>
        <p:spPr>
          <a:xfrm>
            <a:off x="457200" y="460357"/>
            <a:ext cx="6858000" cy="533400"/>
          </a:xfrm>
          <a:prstGeom prst="rect">
            <a:avLst/>
          </a:prstGeom>
        </p:spPr>
        <p:txBody>
          <a:bodyPr/>
          <a:lstStyle>
            <a:lvl1pPr>
              <a:defRPr sz="3000">
                <a:solidFill>
                  <a:schemeClr val="bg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22785"/>
            <a:ext cx="9372600" cy="533400"/>
          </a:xfrm>
          <a:prstGeom prst="rect">
            <a:avLst/>
          </a:prstGeom>
        </p:spPr>
        <p:txBody>
          <a:bodyPr/>
          <a:lstStyle>
            <a:lvl1pPr>
              <a:defRPr sz="22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 name="Picture Placeholder 4"/>
          <p:cNvSpPr>
            <a:spLocks noGrp="1"/>
          </p:cNvSpPr>
          <p:nvPr>
            <p:ph type="pic" sz="quarter" idx="13"/>
          </p:nvPr>
        </p:nvSpPr>
        <p:spPr>
          <a:xfrm>
            <a:off x="5595938" y="2308225"/>
            <a:ext cx="1009650" cy="1009650"/>
          </a:xfrm>
          <a:prstGeom prst="rect">
            <a:avLst/>
          </a:prstGeom>
        </p:spPr>
        <p:txBody>
          <a:bodyPr/>
          <a:lstStyle>
            <a:lvl1pPr algn="ctr">
              <a:defRPr sz="1200">
                <a:solidFill>
                  <a:schemeClr val="bg1"/>
                </a:solidFill>
              </a:defRPr>
            </a:lvl1pPr>
          </a:lstStyle>
          <a:p>
            <a:endParaRPr lang="en-IN"/>
          </a:p>
        </p:txBody>
      </p:sp>
      <p:pic>
        <p:nvPicPr>
          <p:cNvPr id="13" name="Picture 12"/>
          <p:cNvPicPr>
            <a:picLocks noChangeAspect="1"/>
          </p:cNvPicPr>
          <p:nvPr userDrawn="1"/>
        </p:nvPicPr>
        <p:blipFill>
          <a:blip r:embed="rId2"/>
          <a:stretch>
            <a:fillRect/>
          </a:stretch>
        </p:blipFill>
        <p:spPr>
          <a:xfrm>
            <a:off x="5009626" y="3429494"/>
            <a:ext cx="2182275" cy="1616933"/>
          </a:xfrm>
          <a:prstGeom prst="rect">
            <a:avLst/>
          </a:prstGeom>
        </p:spPr>
      </p:pic>
      <p:sp>
        <p:nvSpPr>
          <p:cNvPr id="24" name="Text Placeholder 22"/>
          <p:cNvSpPr>
            <a:spLocks noGrp="1"/>
          </p:cNvSpPr>
          <p:nvPr>
            <p:ph type="body" sz="quarter" idx="14" hasCustomPrompt="1"/>
          </p:nvPr>
        </p:nvSpPr>
        <p:spPr>
          <a:xfrm>
            <a:off x="1882814" y="3511549"/>
            <a:ext cx="8435899" cy="1289051"/>
          </a:xfrm>
          <a:prstGeom prst="rect">
            <a:avLst/>
          </a:prstGeom>
        </p:spPr>
        <p:txBody>
          <a:bodyPr/>
          <a:lstStyle>
            <a:lvl1pPr marL="0" indent="0" algn="ctr">
              <a:buClr>
                <a:srgbClr val="FF545F"/>
              </a:buClr>
              <a:buFont typeface="Arial" panose="020B0604020202020204" pitchFamily="34" charset="0"/>
              <a:buNone/>
              <a:defRPr sz="16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a:t>
            </a:r>
          </a:p>
        </p:txBody>
      </p:sp>
      <p:pic>
        <p:nvPicPr>
          <p:cNvPr id="14" name="Picture 13"/>
          <p:cNvPicPr>
            <a:picLocks noChangeAspect="1"/>
          </p:cNvPicPr>
          <p:nvPr userDrawn="1"/>
        </p:nvPicPr>
        <p:blipFill>
          <a:blip r:embed="rId3"/>
          <a:stretch>
            <a:fillRect/>
          </a:stretch>
        </p:blipFill>
        <p:spPr>
          <a:xfrm>
            <a:off x="4572000" y="2729998"/>
            <a:ext cx="801213" cy="166096"/>
          </a:xfrm>
          <a:prstGeom prst="rect">
            <a:avLst/>
          </a:prstGeom>
        </p:spPr>
      </p:pic>
      <p:pic>
        <p:nvPicPr>
          <p:cNvPr id="35" name="Picture 34"/>
          <p:cNvPicPr>
            <a:picLocks noChangeAspect="1"/>
          </p:cNvPicPr>
          <p:nvPr userDrawn="1"/>
        </p:nvPicPr>
        <p:blipFill>
          <a:blip r:embed="rId3"/>
          <a:stretch>
            <a:fillRect/>
          </a:stretch>
        </p:blipFill>
        <p:spPr>
          <a:xfrm rot="10800000">
            <a:off x="6818787" y="2729998"/>
            <a:ext cx="801213" cy="166096"/>
          </a:xfrm>
          <a:prstGeom prst="rect">
            <a:avLst/>
          </a:prstGeom>
        </p:spPr>
      </p:pic>
      <p:sp>
        <p:nvSpPr>
          <p:cNvPr id="37" name="Text Placeholder 22"/>
          <p:cNvSpPr>
            <a:spLocks noGrp="1"/>
          </p:cNvSpPr>
          <p:nvPr>
            <p:ph type="body" sz="quarter" idx="16" hasCustomPrompt="1"/>
          </p:nvPr>
        </p:nvSpPr>
        <p:spPr>
          <a:xfrm>
            <a:off x="1882814" y="5387139"/>
            <a:ext cx="8435899" cy="324343"/>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Company name</a:t>
            </a:r>
          </a:p>
        </p:txBody>
      </p:sp>
      <p:sp>
        <p:nvSpPr>
          <p:cNvPr id="36" name="Text Placeholder 22"/>
          <p:cNvSpPr>
            <a:spLocks noGrp="1"/>
          </p:cNvSpPr>
          <p:nvPr>
            <p:ph type="body" sz="quarter" idx="15" hasCustomPrompt="1"/>
          </p:nvPr>
        </p:nvSpPr>
        <p:spPr>
          <a:xfrm>
            <a:off x="1882814" y="5086350"/>
            <a:ext cx="8435899" cy="324343"/>
          </a:xfrm>
          <a:prstGeom prst="rect">
            <a:avLst/>
          </a:prstGeom>
        </p:spPr>
        <p:txBody>
          <a:bodyPr/>
          <a:lstStyle>
            <a:lvl1pPr marL="0" indent="0" algn="ctr">
              <a:buClr>
                <a:srgbClr val="FF545F"/>
              </a:buClr>
              <a:buFont typeface="Arial" panose="020B0604020202020204" pitchFamily="34" charset="0"/>
              <a:buNone/>
              <a:defRPr sz="2000" spc="600">
                <a:solidFill>
                  <a:schemeClr val="bg1"/>
                </a:solidFill>
                <a:latin typeface="Georgia" panose="02040502050405020303" pitchFamily="18" charset="0"/>
              </a:defRPr>
            </a:lvl1pPr>
          </a:lstStyle>
          <a:p>
            <a:pPr lvl="0"/>
            <a:r>
              <a:rPr lang="en-US" dirty="0"/>
              <a:t>Name of person</a:t>
            </a:r>
          </a:p>
        </p:txBody>
      </p:sp>
      <p:sp>
        <p:nvSpPr>
          <p:cNvPr id="15"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16" name="TextBox 15"/>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pic>
        <p:nvPicPr>
          <p:cNvPr id="17" name="Picture 1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Tree>
    <p:extLst>
      <p:ext uri="{BB962C8B-B14F-4D97-AF65-F5344CB8AC3E}">
        <p14:creationId xmlns:p14="http://schemas.microsoft.com/office/powerpoint/2010/main" val="87108660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stimonial for 1 with Background Color Option 2">
    <p:spTree>
      <p:nvGrpSpPr>
        <p:cNvPr id="1" name=""/>
        <p:cNvGrpSpPr/>
        <p:nvPr/>
      </p:nvGrpSpPr>
      <p:grpSpPr>
        <a:xfrm>
          <a:off x="0" y="0"/>
          <a:ext cx="0" cy="0"/>
          <a:chOff x="0" y="0"/>
          <a:chExt cx="0" cy="0"/>
        </a:xfrm>
      </p:grpSpPr>
      <p:sp>
        <p:nvSpPr>
          <p:cNvPr id="15" name="Rectangle 14"/>
          <p:cNvSpPr/>
          <p:nvPr userDrawn="1"/>
        </p:nvSpPr>
        <p:spPr>
          <a:xfrm>
            <a:off x="0" y="0"/>
            <a:ext cx="12192000" cy="6858000"/>
          </a:xfrm>
          <a:prstGeom prst="rect">
            <a:avLst/>
          </a:prstGeom>
          <a:solidFill>
            <a:srgbClr val="073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Picture 2"/>
          <p:cNvPicPr>
            <a:picLocks noChangeAspect="1"/>
          </p:cNvPicPr>
          <p:nvPr userDrawn="1"/>
        </p:nvPicPr>
        <p:blipFill>
          <a:blip r:embed="rId2"/>
          <a:stretch>
            <a:fillRect/>
          </a:stretch>
        </p:blipFill>
        <p:spPr>
          <a:xfrm>
            <a:off x="5134547" y="3356228"/>
            <a:ext cx="1922906" cy="1429333"/>
          </a:xfrm>
          <a:prstGeom prst="rect">
            <a:avLst/>
          </a:prstGeom>
        </p:spPr>
      </p:pic>
      <p:sp>
        <p:nvSpPr>
          <p:cNvPr id="9" name="Text Placeholder 22"/>
          <p:cNvSpPr>
            <a:spLocks noGrp="1"/>
          </p:cNvSpPr>
          <p:nvPr>
            <p:ph type="body" sz="quarter" idx="11" hasCustomPrompt="1"/>
          </p:nvPr>
        </p:nvSpPr>
        <p:spPr>
          <a:xfrm>
            <a:off x="457200" y="460357"/>
            <a:ext cx="6858000" cy="533400"/>
          </a:xfrm>
          <a:prstGeom prst="rect">
            <a:avLst/>
          </a:prstGeom>
        </p:spPr>
        <p:txBody>
          <a:bodyPr/>
          <a:lstStyle>
            <a:lvl1pPr>
              <a:defRPr sz="3000">
                <a:solidFill>
                  <a:schemeClr val="bg1"/>
                </a:solidFill>
                <a:latin typeface="Georgia" panose="02040502050405020303" pitchFamily="18" charset="0"/>
              </a:defRPr>
            </a:lvl1pPr>
          </a:lstStyle>
          <a:p>
            <a:pPr lvl="0"/>
            <a:r>
              <a:rPr lang="en-IN" dirty="0"/>
              <a:t>Content slide title goes here</a:t>
            </a:r>
            <a:endParaRPr lang="en-US" dirty="0"/>
          </a:p>
        </p:txBody>
      </p:sp>
      <p:sp>
        <p:nvSpPr>
          <p:cNvPr id="10" name="Text Placeholder 22"/>
          <p:cNvSpPr>
            <a:spLocks noGrp="1"/>
          </p:cNvSpPr>
          <p:nvPr>
            <p:ph type="body" sz="quarter" idx="12" hasCustomPrompt="1"/>
          </p:nvPr>
        </p:nvSpPr>
        <p:spPr>
          <a:xfrm>
            <a:off x="457200" y="1022785"/>
            <a:ext cx="9372600" cy="533400"/>
          </a:xfrm>
          <a:prstGeom prst="rect">
            <a:avLst/>
          </a:prstGeom>
        </p:spPr>
        <p:txBody>
          <a:bodyPr/>
          <a:lstStyle>
            <a:lvl1pPr>
              <a:defRPr sz="22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 name="Picture Placeholder 4"/>
          <p:cNvSpPr>
            <a:spLocks noGrp="1"/>
          </p:cNvSpPr>
          <p:nvPr>
            <p:ph type="pic" sz="quarter" idx="13"/>
          </p:nvPr>
        </p:nvSpPr>
        <p:spPr>
          <a:xfrm>
            <a:off x="5591175" y="2308225"/>
            <a:ext cx="1009650" cy="1009650"/>
          </a:xfrm>
          <a:prstGeom prst="rect">
            <a:avLst/>
          </a:prstGeom>
        </p:spPr>
        <p:txBody>
          <a:bodyPr/>
          <a:lstStyle>
            <a:lvl1pPr algn="ctr">
              <a:defRPr sz="1200">
                <a:solidFill>
                  <a:schemeClr val="bg1"/>
                </a:solidFill>
              </a:defRPr>
            </a:lvl1pPr>
          </a:lstStyle>
          <a:p>
            <a:endParaRPr lang="en-IN"/>
          </a:p>
        </p:txBody>
      </p:sp>
      <p:sp>
        <p:nvSpPr>
          <p:cNvPr id="24" name="Text Placeholder 22"/>
          <p:cNvSpPr>
            <a:spLocks noGrp="1"/>
          </p:cNvSpPr>
          <p:nvPr>
            <p:ph type="body" sz="quarter" idx="14" hasCustomPrompt="1"/>
          </p:nvPr>
        </p:nvSpPr>
        <p:spPr>
          <a:xfrm>
            <a:off x="1878051" y="3511549"/>
            <a:ext cx="8435899" cy="1289051"/>
          </a:xfrm>
          <a:prstGeom prst="rect">
            <a:avLst/>
          </a:prstGeom>
        </p:spPr>
        <p:txBody>
          <a:bodyPr/>
          <a:lstStyle>
            <a:lvl1pPr marL="0" indent="0" algn="ctr">
              <a:buClr>
                <a:srgbClr val="FF545F"/>
              </a:buClr>
              <a:buFont typeface="Arial" panose="020B0604020202020204" pitchFamily="34" charset="0"/>
              <a:buNone/>
              <a:defRPr sz="16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a:t>
            </a:r>
            <a:r>
              <a:rPr lang="en-US" dirty="0" err="1"/>
              <a:t>proident</a:t>
            </a:r>
            <a:r>
              <a:rPr lang="en-US" dirty="0"/>
              <a:t>, </a:t>
            </a:r>
            <a:r>
              <a:rPr lang="en-US" dirty="0" err="1"/>
              <a:t>sunt</a:t>
            </a:r>
            <a:r>
              <a:rPr lang="en-US" dirty="0"/>
              <a:t> in culpa qui.</a:t>
            </a:r>
          </a:p>
        </p:txBody>
      </p:sp>
      <p:sp>
        <p:nvSpPr>
          <p:cNvPr id="37" name="Text Placeholder 22"/>
          <p:cNvSpPr>
            <a:spLocks noGrp="1"/>
          </p:cNvSpPr>
          <p:nvPr>
            <p:ph type="body" sz="quarter" idx="16" hasCustomPrompt="1"/>
          </p:nvPr>
        </p:nvSpPr>
        <p:spPr>
          <a:xfrm>
            <a:off x="1878051" y="5387139"/>
            <a:ext cx="8435899" cy="324343"/>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Company name</a:t>
            </a:r>
          </a:p>
        </p:txBody>
      </p:sp>
      <p:sp>
        <p:nvSpPr>
          <p:cNvPr id="36" name="Text Placeholder 22"/>
          <p:cNvSpPr>
            <a:spLocks noGrp="1"/>
          </p:cNvSpPr>
          <p:nvPr>
            <p:ph type="body" sz="quarter" idx="15" hasCustomPrompt="1"/>
          </p:nvPr>
        </p:nvSpPr>
        <p:spPr>
          <a:xfrm>
            <a:off x="1878051" y="5086350"/>
            <a:ext cx="8435899" cy="324343"/>
          </a:xfrm>
          <a:prstGeom prst="rect">
            <a:avLst/>
          </a:prstGeom>
        </p:spPr>
        <p:txBody>
          <a:bodyPr/>
          <a:lstStyle>
            <a:lvl1pPr marL="0" indent="0" algn="ctr">
              <a:buClr>
                <a:srgbClr val="FF545F"/>
              </a:buClr>
              <a:buFont typeface="Arial" panose="020B0604020202020204" pitchFamily="34" charset="0"/>
              <a:buNone/>
              <a:defRPr sz="2000" spc="600">
                <a:solidFill>
                  <a:schemeClr val="bg1"/>
                </a:solidFill>
                <a:latin typeface="Georgia" panose="02040502050405020303" pitchFamily="18" charset="0"/>
              </a:defRPr>
            </a:lvl1pPr>
          </a:lstStyle>
          <a:p>
            <a:pPr lvl="0"/>
            <a:r>
              <a:rPr lang="en-US" dirty="0"/>
              <a:t>Name of person</a:t>
            </a:r>
          </a:p>
        </p:txBody>
      </p:sp>
      <p:pic>
        <p:nvPicPr>
          <p:cNvPr id="17" name="Picture 16"/>
          <p:cNvPicPr>
            <a:picLocks noChangeAspect="1"/>
          </p:cNvPicPr>
          <p:nvPr userDrawn="1"/>
        </p:nvPicPr>
        <p:blipFill>
          <a:blip r:embed="rId3"/>
          <a:stretch>
            <a:fillRect/>
          </a:stretch>
        </p:blipFill>
        <p:spPr>
          <a:xfrm>
            <a:off x="4572000" y="2729998"/>
            <a:ext cx="801213" cy="166096"/>
          </a:xfrm>
          <a:prstGeom prst="rect">
            <a:avLst/>
          </a:prstGeom>
        </p:spPr>
      </p:pic>
      <p:pic>
        <p:nvPicPr>
          <p:cNvPr id="18" name="Picture 17"/>
          <p:cNvPicPr>
            <a:picLocks noChangeAspect="1"/>
          </p:cNvPicPr>
          <p:nvPr userDrawn="1"/>
        </p:nvPicPr>
        <p:blipFill>
          <a:blip r:embed="rId3"/>
          <a:stretch>
            <a:fillRect/>
          </a:stretch>
        </p:blipFill>
        <p:spPr>
          <a:xfrm rot="10800000">
            <a:off x="6818787" y="2729998"/>
            <a:ext cx="801213" cy="166096"/>
          </a:xfrm>
          <a:prstGeom prst="rect">
            <a:avLst/>
          </a:prstGeom>
        </p:spPr>
      </p:pic>
      <p:sp>
        <p:nvSpPr>
          <p:cNvPr id="13"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14" name="TextBox 13"/>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pic>
        <p:nvPicPr>
          <p:cNvPr id="19" name="Picture 1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Tree>
    <p:extLst>
      <p:ext uri="{BB962C8B-B14F-4D97-AF65-F5344CB8AC3E}">
        <p14:creationId xmlns:p14="http://schemas.microsoft.com/office/powerpoint/2010/main" val="1325888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stimonial for 3 with Background Color Option 1">
    <p:spTree>
      <p:nvGrpSpPr>
        <p:cNvPr id="1" name=""/>
        <p:cNvGrpSpPr/>
        <p:nvPr/>
      </p:nvGrpSpPr>
      <p:grpSpPr>
        <a:xfrm>
          <a:off x="0" y="0"/>
          <a:ext cx="0" cy="0"/>
          <a:chOff x="0" y="0"/>
          <a:chExt cx="0" cy="0"/>
        </a:xfrm>
      </p:grpSpPr>
      <p:sp>
        <p:nvSpPr>
          <p:cNvPr id="2" name="Rectangle 1"/>
          <p:cNvSpPr/>
          <p:nvPr userDrawn="1"/>
        </p:nvSpPr>
        <p:spPr>
          <a:xfrm>
            <a:off x="1" y="1"/>
            <a:ext cx="12201524" cy="6857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3" name="Group 2"/>
          <p:cNvGrpSpPr/>
          <p:nvPr userDrawn="1"/>
        </p:nvGrpSpPr>
        <p:grpSpPr>
          <a:xfrm>
            <a:off x="4544677" y="2729998"/>
            <a:ext cx="2971800" cy="2316429"/>
            <a:chOff x="4234880" y="2729998"/>
            <a:chExt cx="2971800" cy="2316429"/>
          </a:xfrm>
        </p:grpSpPr>
        <p:pic>
          <p:nvPicPr>
            <p:cNvPr id="21" name="Picture 20"/>
            <p:cNvPicPr>
              <a:picLocks noChangeAspect="1"/>
            </p:cNvPicPr>
            <p:nvPr userDrawn="1"/>
          </p:nvPicPr>
          <p:blipFill>
            <a:blip r:embed="rId2"/>
            <a:stretch>
              <a:fillRect/>
            </a:stretch>
          </p:blipFill>
          <p:spPr>
            <a:xfrm>
              <a:off x="4629641" y="3429494"/>
              <a:ext cx="2182275" cy="1616933"/>
            </a:xfrm>
            <a:prstGeom prst="rect">
              <a:avLst/>
            </a:prstGeom>
          </p:spPr>
        </p:pic>
        <p:pic>
          <p:nvPicPr>
            <p:cNvPr id="23" name="Picture 22"/>
            <p:cNvPicPr>
              <a:picLocks noChangeAspect="1"/>
            </p:cNvPicPr>
            <p:nvPr userDrawn="1"/>
          </p:nvPicPr>
          <p:blipFill>
            <a:blip r:embed="rId3"/>
            <a:stretch>
              <a:fillRect/>
            </a:stretch>
          </p:blipFill>
          <p:spPr>
            <a:xfrm>
              <a:off x="4234880" y="2729998"/>
              <a:ext cx="801213" cy="166096"/>
            </a:xfrm>
            <a:prstGeom prst="rect">
              <a:avLst/>
            </a:prstGeom>
          </p:spPr>
        </p:pic>
        <p:pic>
          <p:nvPicPr>
            <p:cNvPr id="25" name="Picture 24"/>
            <p:cNvPicPr>
              <a:picLocks noChangeAspect="1"/>
            </p:cNvPicPr>
            <p:nvPr userDrawn="1"/>
          </p:nvPicPr>
          <p:blipFill>
            <a:blip r:embed="rId3"/>
            <a:stretch>
              <a:fillRect/>
            </a:stretch>
          </p:blipFill>
          <p:spPr>
            <a:xfrm rot="10800000">
              <a:off x="6405467" y="2729998"/>
              <a:ext cx="801213" cy="166096"/>
            </a:xfrm>
            <a:prstGeom prst="rect">
              <a:avLst/>
            </a:prstGeom>
          </p:spPr>
        </p:pic>
      </p:grpSp>
      <p:sp>
        <p:nvSpPr>
          <p:cNvPr id="5" name="Picture Placeholder 4"/>
          <p:cNvSpPr>
            <a:spLocks noGrp="1"/>
          </p:cNvSpPr>
          <p:nvPr>
            <p:ph type="pic" sz="quarter" idx="13"/>
          </p:nvPr>
        </p:nvSpPr>
        <p:spPr>
          <a:xfrm>
            <a:off x="1949081" y="2308225"/>
            <a:ext cx="1009650" cy="1009650"/>
          </a:xfrm>
          <a:prstGeom prst="rect">
            <a:avLst/>
          </a:prstGeom>
        </p:spPr>
        <p:txBody>
          <a:bodyPr/>
          <a:lstStyle>
            <a:lvl1pPr algn="ctr">
              <a:defRPr sz="1200">
                <a:solidFill>
                  <a:schemeClr val="bg1"/>
                </a:solidFill>
              </a:defRPr>
            </a:lvl1pPr>
          </a:lstStyle>
          <a:p>
            <a:endParaRPr lang="en-IN"/>
          </a:p>
        </p:txBody>
      </p:sp>
      <p:pic>
        <p:nvPicPr>
          <p:cNvPr id="13" name="Picture 12"/>
          <p:cNvPicPr>
            <a:picLocks noChangeAspect="1"/>
          </p:cNvPicPr>
          <p:nvPr userDrawn="1"/>
        </p:nvPicPr>
        <p:blipFill>
          <a:blip r:embed="rId2"/>
          <a:stretch>
            <a:fillRect/>
          </a:stretch>
        </p:blipFill>
        <p:spPr>
          <a:xfrm>
            <a:off x="1362767" y="3429494"/>
            <a:ext cx="2182275" cy="1616933"/>
          </a:xfrm>
          <a:prstGeom prst="rect">
            <a:avLst/>
          </a:prstGeom>
        </p:spPr>
      </p:pic>
      <p:sp>
        <p:nvSpPr>
          <p:cNvPr id="24" name="Text Placeholder 22"/>
          <p:cNvSpPr>
            <a:spLocks noGrp="1"/>
          </p:cNvSpPr>
          <p:nvPr>
            <p:ph type="body" sz="quarter" idx="14" hasCustomPrompt="1"/>
          </p:nvPr>
        </p:nvSpPr>
        <p:spPr>
          <a:xfrm>
            <a:off x="983513"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pic>
        <p:nvPicPr>
          <p:cNvPr id="14" name="Picture 13"/>
          <p:cNvPicPr>
            <a:picLocks noChangeAspect="1"/>
          </p:cNvPicPr>
          <p:nvPr userDrawn="1"/>
        </p:nvPicPr>
        <p:blipFill>
          <a:blip r:embed="rId3"/>
          <a:stretch>
            <a:fillRect/>
          </a:stretch>
        </p:blipFill>
        <p:spPr>
          <a:xfrm>
            <a:off x="968006" y="2729998"/>
            <a:ext cx="801213" cy="166096"/>
          </a:xfrm>
          <a:prstGeom prst="rect">
            <a:avLst/>
          </a:prstGeom>
        </p:spPr>
      </p:pic>
      <p:pic>
        <p:nvPicPr>
          <p:cNvPr id="35" name="Picture 34"/>
          <p:cNvPicPr>
            <a:picLocks noChangeAspect="1"/>
          </p:cNvPicPr>
          <p:nvPr userDrawn="1"/>
        </p:nvPicPr>
        <p:blipFill>
          <a:blip r:embed="rId3"/>
          <a:stretch>
            <a:fillRect/>
          </a:stretch>
        </p:blipFill>
        <p:spPr>
          <a:xfrm rot="10800000">
            <a:off x="3138593" y="2729998"/>
            <a:ext cx="801213" cy="166096"/>
          </a:xfrm>
          <a:prstGeom prst="rect">
            <a:avLst/>
          </a:prstGeom>
        </p:spPr>
      </p:pic>
      <p:sp>
        <p:nvSpPr>
          <p:cNvPr id="37" name="Text Placeholder 22"/>
          <p:cNvSpPr>
            <a:spLocks noGrp="1"/>
          </p:cNvSpPr>
          <p:nvPr>
            <p:ph type="body" sz="quarter" idx="16" hasCustomPrompt="1"/>
          </p:nvPr>
        </p:nvSpPr>
        <p:spPr>
          <a:xfrm>
            <a:off x="983513"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36" name="Text Placeholder 22"/>
          <p:cNvSpPr>
            <a:spLocks noGrp="1"/>
          </p:cNvSpPr>
          <p:nvPr>
            <p:ph type="body" sz="quarter" idx="15" hasCustomPrompt="1"/>
          </p:nvPr>
        </p:nvSpPr>
        <p:spPr>
          <a:xfrm>
            <a:off x="983513"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20" name="Picture Placeholder 4"/>
          <p:cNvSpPr>
            <a:spLocks noGrp="1"/>
          </p:cNvSpPr>
          <p:nvPr>
            <p:ph type="pic" sz="quarter" idx="17"/>
          </p:nvPr>
        </p:nvSpPr>
        <p:spPr>
          <a:xfrm>
            <a:off x="5525752" y="2308225"/>
            <a:ext cx="1009650" cy="1009650"/>
          </a:xfrm>
          <a:prstGeom prst="rect">
            <a:avLst/>
          </a:prstGeom>
        </p:spPr>
        <p:txBody>
          <a:bodyPr/>
          <a:lstStyle>
            <a:lvl1pPr algn="ctr">
              <a:defRPr sz="1200">
                <a:solidFill>
                  <a:schemeClr val="bg1"/>
                </a:solidFill>
              </a:defRPr>
            </a:lvl1pPr>
          </a:lstStyle>
          <a:p>
            <a:endParaRPr lang="en-IN"/>
          </a:p>
        </p:txBody>
      </p:sp>
      <p:sp>
        <p:nvSpPr>
          <p:cNvPr id="22" name="Text Placeholder 22"/>
          <p:cNvSpPr>
            <a:spLocks noGrp="1"/>
          </p:cNvSpPr>
          <p:nvPr>
            <p:ph type="body" sz="quarter" idx="18" hasCustomPrompt="1"/>
          </p:nvPr>
        </p:nvSpPr>
        <p:spPr>
          <a:xfrm>
            <a:off x="4560184"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6" name="Text Placeholder 22"/>
          <p:cNvSpPr>
            <a:spLocks noGrp="1"/>
          </p:cNvSpPr>
          <p:nvPr>
            <p:ph type="body" sz="quarter" idx="19" hasCustomPrompt="1"/>
          </p:nvPr>
        </p:nvSpPr>
        <p:spPr>
          <a:xfrm>
            <a:off x="4560184"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27" name="Text Placeholder 22"/>
          <p:cNvSpPr>
            <a:spLocks noGrp="1"/>
          </p:cNvSpPr>
          <p:nvPr>
            <p:ph type="body" sz="quarter" idx="20" hasCustomPrompt="1"/>
          </p:nvPr>
        </p:nvSpPr>
        <p:spPr>
          <a:xfrm>
            <a:off x="4560184"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33" name="Picture Placeholder 4"/>
          <p:cNvSpPr>
            <a:spLocks noGrp="1"/>
          </p:cNvSpPr>
          <p:nvPr>
            <p:ph type="pic" sz="quarter" idx="21"/>
          </p:nvPr>
        </p:nvSpPr>
        <p:spPr>
          <a:xfrm>
            <a:off x="9106148" y="2308225"/>
            <a:ext cx="1009650" cy="1009650"/>
          </a:xfrm>
          <a:prstGeom prst="rect">
            <a:avLst/>
          </a:prstGeom>
        </p:spPr>
        <p:txBody>
          <a:bodyPr/>
          <a:lstStyle>
            <a:lvl1pPr algn="ctr">
              <a:defRPr sz="1200">
                <a:solidFill>
                  <a:schemeClr val="bg1"/>
                </a:solidFill>
              </a:defRPr>
            </a:lvl1pPr>
          </a:lstStyle>
          <a:p>
            <a:endParaRPr lang="en-IN"/>
          </a:p>
        </p:txBody>
      </p:sp>
      <p:pic>
        <p:nvPicPr>
          <p:cNvPr id="34" name="Picture 33"/>
          <p:cNvPicPr>
            <a:picLocks noChangeAspect="1"/>
          </p:cNvPicPr>
          <p:nvPr userDrawn="1"/>
        </p:nvPicPr>
        <p:blipFill>
          <a:blip r:embed="rId2"/>
          <a:stretch>
            <a:fillRect/>
          </a:stretch>
        </p:blipFill>
        <p:spPr>
          <a:xfrm>
            <a:off x="8519834" y="3429494"/>
            <a:ext cx="2182275" cy="1616933"/>
          </a:xfrm>
          <a:prstGeom prst="rect">
            <a:avLst/>
          </a:prstGeom>
        </p:spPr>
      </p:pic>
      <p:sp>
        <p:nvSpPr>
          <p:cNvPr id="38" name="Text Placeholder 22"/>
          <p:cNvSpPr>
            <a:spLocks noGrp="1"/>
          </p:cNvSpPr>
          <p:nvPr>
            <p:ph type="body" sz="quarter" idx="22" hasCustomPrompt="1"/>
          </p:nvPr>
        </p:nvSpPr>
        <p:spPr>
          <a:xfrm>
            <a:off x="8140580"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pic>
        <p:nvPicPr>
          <p:cNvPr id="39" name="Picture 38"/>
          <p:cNvPicPr>
            <a:picLocks noChangeAspect="1"/>
          </p:cNvPicPr>
          <p:nvPr userDrawn="1"/>
        </p:nvPicPr>
        <p:blipFill>
          <a:blip r:embed="rId3"/>
          <a:stretch>
            <a:fillRect/>
          </a:stretch>
        </p:blipFill>
        <p:spPr>
          <a:xfrm>
            <a:off x="8125073" y="2729998"/>
            <a:ext cx="801213" cy="166096"/>
          </a:xfrm>
          <a:prstGeom prst="rect">
            <a:avLst/>
          </a:prstGeom>
        </p:spPr>
      </p:pic>
      <p:pic>
        <p:nvPicPr>
          <p:cNvPr id="40" name="Picture 39"/>
          <p:cNvPicPr>
            <a:picLocks noChangeAspect="1"/>
          </p:cNvPicPr>
          <p:nvPr userDrawn="1"/>
        </p:nvPicPr>
        <p:blipFill>
          <a:blip r:embed="rId3"/>
          <a:stretch>
            <a:fillRect/>
          </a:stretch>
        </p:blipFill>
        <p:spPr>
          <a:xfrm rot="10800000">
            <a:off x="10295660" y="2729998"/>
            <a:ext cx="801213" cy="166096"/>
          </a:xfrm>
          <a:prstGeom prst="rect">
            <a:avLst/>
          </a:prstGeom>
        </p:spPr>
      </p:pic>
      <p:sp>
        <p:nvSpPr>
          <p:cNvPr id="41" name="Text Placeholder 22"/>
          <p:cNvSpPr>
            <a:spLocks noGrp="1"/>
          </p:cNvSpPr>
          <p:nvPr>
            <p:ph type="body" sz="quarter" idx="23" hasCustomPrompt="1"/>
          </p:nvPr>
        </p:nvSpPr>
        <p:spPr>
          <a:xfrm>
            <a:off x="8140580"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42" name="Text Placeholder 22"/>
          <p:cNvSpPr>
            <a:spLocks noGrp="1"/>
          </p:cNvSpPr>
          <p:nvPr>
            <p:ph type="body" sz="quarter" idx="24" hasCustomPrompt="1"/>
          </p:nvPr>
        </p:nvSpPr>
        <p:spPr>
          <a:xfrm>
            <a:off x="8140580"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45" name="Text Placeholder 22"/>
          <p:cNvSpPr>
            <a:spLocks noGrp="1"/>
          </p:cNvSpPr>
          <p:nvPr>
            <p:ph type="body" sz="quarter" idx="11" hasCustomPrompt="1"/>
          </p:nvPr>
        </p:nvSpPr>
        <p:spPr>
          <a:xfrm>
            <a:off x="457200" y="460357"/>
            <a:ext cx="6858000" cy="533400"/>
          </a:xfrm>
          <a:prstGeom prst="rect">
            <a:avLst/>
          </a:prstGeom>
        </p:spPr>
        <p:txBody>
          <a:bodyPr/>
          <a:lstStyle>
            <a:lvl1pPr>
              <a:defRPr sz="3000">
                <a:solidFill>
                  <a:schemeClr val="bg1"/>
                </a:solidFill>
                <a:latin typeface="Georgia" panose="02040502050405020303" pitchFamily="18" charset="0"/>
              </a:defRPr>
            </a:lvl1pPr>
          </a:lstStyle>
          <a:p>
            <a:pPr lvl="0"/>
            <a:r>
              <a:rPr lang="en-IN" dirty="0"/>
              <a:t>Content slide title goes here</a:t>
            </a:r>
            <a:endParaRPr lang="en-US" dirty="0"/>
          </a:p>
        </p:txBody>
      </p:sp>
      <p:sp>
        <p:nvSpPr>
          <p:cNvPr id="46" name="Text Placeholder 22"/>
          <p:cNvSpPr>
            <a:spLocks noGrp="1"/>
          </p:cNvSpPr>
          <p:nvPr>
            <p:ph type="body" sz="quarter" idx="12" hasCustomPrompt="1"/>
          </p:nvPr>
        </p:nvSpPr>
        <p:spPr>
          <a:xfrm>
            <a:off x="457200" y="1022785"/>
            <a:ext cx="9372600" cy="533400"/>
          </a:xfrm>
          <a:prstGeom prst="rect">
            <a:avLst/>
          </a:prstGeom>
        </p:spPr>
        <p:txBody>
          <a:bodyPr/>
          <a:lstStyle>
            <a:lvl1pPr>
              <a:defRPr sz="22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31"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32" name="TextBox 31"/>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pic>
        <p:nvPicPr>
          <p:cNvPr id="43" name="Picture 42"/>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Tree>
    <p:extLst>
      <p:ext uri="{BB962C8B-B14F-4D97-AF65-F5344CB8AC3E}">
        <p14:creationId xmlns:p14="http://schemas.microsoft.com/office/powerpoint/2010/main" val="153268707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stimonial for 3 with Background Color Option 2">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rgbClr val="073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1" name="Picture 30"/>
          <p:cNvPicPr>
            <a:picLocks noChangeAspect="1"/>
          </p:cNvPicPr>
          <p:nvPr userDrawn="1"/>
        </p:nvPicPr>
        <p:blipFill>
          <a:blip r:embed="rId2"/>
          <a:stretch>
            <a:fillRect/>
          </a:stretch>
        </p:blipFill>
        <p:spPr>
          <a:xfrm>
            <a:off x="5172646" y="3356228"/>
            <a:ext cx="1922906" cy="1429333"/>
          </a:xfrm>
          <a:prstGeom prst="rect">
            <a:avLst/>
          </a:prstGeom>
        </p:spPr>
      </p:pic>
      <p:pic>
        <p:nvPicPr>
          <p:cNvPr id="23" name="Picture 22"/>
          <p:cNvPicPr>
            <a:picLocks noChangeAspect="1"/>
          </p:cNvPicPr>
          <p:nvPr userDrawn="1"/>
        </p:nvPicPr>
        <p:blipFill>
          <a:blip r:embed="rId3"/>
          <a:stretch>
            <a:fillRect/>
          </a:stretch>
        </p:blipFill>
        <p:spPr>
          <a:xfrm>
            <a:off x="4544677" y="2729998"/>
            <a:ext cx="801213" cy="166096"/>
          </a:xfrm>
          <a:prstGeom prst="rect">
            <a:avLst/>
          </a:prstGeom>
        </p:spPr>
      </p:pic>
      <p:pic>
        <p:nvPicPr>
          <p:cNvPr id="25" name="Picture 24"/>
          <p:cNvPicPr>
            <a:picLocks noChangeAspect="1"/>
          </p:cNvPicPr>
          <p:nvPr userDrawn="1"/>
        </p:nvPicPr>
        <p:blipFill>
          <a:blip r:embed="rId3"/>
          <a:stretch>
            <a:fillRect/>
          </a:stretch>
        </p:blipFill>
        <p:spPr>
          <a:xfrm rot="10800000">
            <a:off x="6715264" y="2729998"/>
            <a:ext cx="801213" cy="166096"/>
          </a:xfrm>
          <a:prstGeom prst="rect">
            <a:avLst/>
          </a:prstGeom>
        </p:spPr>
      </p:pic>
      <p:sp>
        <p:nvSpPr>
          <p:cNvPr id="5" name="Picture Placeholder 4"/>
          <p:cNvSpPr>
            <a:spLocks noGrp="1"/>
          </p:cNvSpPr>
          <p:nvPr userDrawn="1">
            <p:ph type="pic" sz="quarter" idx="13"/>
          </p:nvPr>
        </p:nvSpPr>
        <p:spPr>
          <a:xfrm>
            <a:off x="1949081" y="2308225"/>
            <a:ext cx="1009650" cy="1009650"/>
          </a:xfrm>
          <a:prstGeom prst="rect">
            <a:avLst/>
          </a:prstGeom>
        </p:spPr>
        <p:txBody>
          <a:bodyPr/>
          <a:lstStyle>
            <a:lvl1pPr algn="ctr">
              <a:defRPr sz="1200">
                <a:solidFill>
                  <a:schemeClr val="bg1"/>
                </a:solidFill>
              </a:defRPr>
            </a:lvl1pPr>
          </a:lstStyle>
          <a:p>
            <a:endParaRPr lang="en-IN"/>
          </a:p>
        </p:txBody>
      </p:sp>
      <p:pic>
        <p:nvPicPr>
          <p:cNvPr id="14" name="Picture 13"/>
          <p:cNvPicPr>
            <a:picLocks noChangeAspect="1"/>
          </p:cNvPicPr>
          <p:nvPr userDrawn="1"/>
        </p:nvPicPr>
        <p:blipFill>
          <a:blip r:embed="rId3"/>
          <a:stretch>
            <a:fillRect/>
          </a:stretch>
        </p:blipFill>
        <p:spPr>
          <a:xfrm>
            <a:off x="968006" y="2729998"/>
            <a:ext cx="801213" cy="166096"/>
          </a:xfrm>
          <a:prstGeom prst="rect">
            <a:avLst/>
          </a:prstGeom>
        </p:spPr>
      </p:pic>
      <p:pic>
        <p:nvPicPr>
          <p:cNvPr id="35" name="Picture 34"/>
          <p:cNvPicPr>
            <a:picLocks noChangeAspect="1"/>
          </p:cNvPicPr>
          <p:nvPr userDrawn="1"/>
        </p:nvPicPr>
        <p:blipFill>
          <a:blip r:embed="rId3"/>
          <a:stretch>
            <a:fillRect/>
          </a:stretch>
        </p:blipFill>
        <p:spPr>
          <a:xfrm rot="10800000">
            <a:off x="3138593" y="2729998"/>
            <a:ext cx="801213" cy="166096"/>
          </a:xfrm>
          <a:prstGeom prst="rect">
            <a:avLst/>
          </a:prstGeom>
        </p:spPr>
      </p:pic>
      <p:sp>
        <p:nvSpPr>
          <p:cNvPr id="37" name="Text Placeholder 22"/>
          <p:cNvSpPr>
            <a:spLocks noGrp="1"/>
          </p:cNvSpPr>
          <p:nvPr userDrawn="1">
            <p:ph type="body" sz="quarter" idx="16" hasCustomPrompt="1"/>
          </p:nvPr>
        </p:nvSpPr>
        <p:spPr>
          <a:xfrm>
            <a:off x="983513"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36" name="Text Placeholder 22"/>
          <p:cNvSpPr>
            <a:spLocks noGrp="1"/>
          </p:cNvSpPr>
          <p:nvPr userDrawn="1">
            <p:ph type="body" sz="quarter" idx="15" hasCustomPrompt="1"/>
          </p:nvPr>
        </p:nvSpPr>
        <p:spPr>
          <a:xfrm>
            <a:off x="983513"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20" name="Picture Placeholder 4"/>
          <p:cNvSpPr>
            <a:spLocks noGrp="1"/>
          </p:cNvSpPr>
          <p:nvPr userDrawn="1">
            <p:ph type="pic" sz="quarter" idx="17"/>
          </p:nvPr>
        </p:nvSpPr>
        <p:spPr>
          <a:xfrm>
            <a:off x="5525752" y="2308225"/>
            <a:ext cx="1009650" cy="1009650"/>
          </a:xfrm>
          <a:prstGeom prst="rect">
            <a:avLst/>
          </a:prstGeom>
        </p:spPr>
        <p:txBody>
          <a:bodyPr/>
          <a:lstStyle>
            <a:lvl1pPr algn="ctr">
              <a:defRPr sz="1200">
                <a:solidFill>
                  <a:schemeClr val="bg1"/>
                </a:solidFill>
              </a:defRPr>
            </a:lvl1pPr>
          </a:lstStyle>
          <a:p>
            <a:endParaRPr lang="en-IN"/>
          </a:p>
        </p:txBody>
      </p:sp>
      <p:sp>
        <p:nvSpPr>
          <p:cNvPr id="22" name="Text Placeholder 22"/>
          <p:cNvSpPr>
            <a:spLocks noGrp="1"/>
          </p:cNvSpPr>
          <p:nvPr userDrawn="1">
            <p:ph type="body" sz="quarter" idx="18" hasCustomPrompt="1"/>
          </p:nvPr>
        </p:nvSpPr>
        <p:spPr>
          <a:xfrm>
            <a:off x="4560184"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6" name="Text Placeholder 22"/>
          <p:cNvSpPr>
            <a:spLocks noGrp="1"/>
          </p:cNvSpPr>
          <p:nvPr userDrawn="1">
            <p:ph type="body" sz="quarter" idx="19" hasCustomPrompt="1"/>
          </p:nvPr>
        </p:nvSpPr>
        <p:spPr>
          <a:xfrm>
            <a:off x="4560184"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27" name="Text Placeholder 22"/>
          <p:cNvSpPr>
            <a:spLocks noGrp="1"/>
          </p:cNvSpPr>
          <p:nvPr userDrawn="1">
            <p:ph type="body" sz="quarter" idx="20" hasCustomPrompt="1"/>
          </p:nvPr>
        </p:nvSpPr>
        <p:spPr>
          <a:xfrm>
            <a:off x="4560184"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33" name="Picture Placeholder 4"/>
          <p:cNvSpPr>
            <a:spLocks noGrp="1"/>
          </p:cNvSpPr>
          <p:nvPr userDrawn="1">
            <p:ph type="pic" sz="quarter" idx="21"/>
          </p:nvPr>
        </p:nvSpPr>
        <p:spPr>
          <a:xfrm>
            <a:off x="9106148" y="2308225"/>
            <a:ext cx="1009650" cy="1009650"/>
          </a:xfrm>
          <a:prstGeom prst="rect">
            <a:avLst/>
          </a:prstGeom>
        </p:spPr>
        <p:txBody>
          <a:bodyPr/>
          <a:lstStyle>
            <a:lvl1pPr algn="ctr">
              <a:defRPr sz="1200">
                <a:solidFill>
                  <a:schemeClr val="bg1"/>
                </a:solidFill>
              </a:defRPr>
            </a:lvl1pPr>
          </a:lstStyle>
          <a:p>
            <a:endParaRPr lang="en-IN"/>
          </a:p>
        </p:txBody>
      </p:sp>
      <p:pic>
        <p:nvPicPr>
          <p:cNvPr id="39" name="Picture 38"/>
          <p:cNvPicPr>
            <a:picLocks noChangeAspect="1"/>
          </p:cNvPicPr>
          <p:nvPr userDrawn="1"/>
        </p:nvPicPr>
        <p:blipFill>
          <a:blip r:embed="rId3"/>
          <a:stretch>
            <a:fillRect/>
          </a:stretch>
        </p:blipFill>
        <p:spPr>
          <a:xfrm>
            <a:off x="8125073" y="2729998"/>
            <a:ext cx="801213" cy="166096"/>
          </a:xfrm>
          <a:prstGeom prst="rect">
            <a:avLst/>
          </a:prstGeom>
        </p:spPr>
      </p:pic>
      <p:pic>
        <p:nvPicPr>
          <p:cNvPr id="40" name="Picture 39"/>
          <p:cNvPicPr>
            <a:picLocks noChangeAspect="1"/>
          </p:cNvPicPr>
          <p:nvPr userDrawn="1"/>
        </p:nvPicPr>
        <p:blipFill>
          <a:blip r:embed="rId3"/>
          <a:stretch>
            <a:fillRect/>
          </a:stretch>
        </p:blipFill>
        <p:spPr>
          <a:xfrm rot="10800000">
            <a:off x="10295660" y="2729998"/>
            <a:ext cx="801213" cy="166096"/>
          </a:xfrm>
          <a:prstGeom prst="rect">
            <a:avLst/>
          </a:prstGeom>
        </p:spPr>
      </p:pic>
      <p:sp>
        <p:nvSpPr>
          <p:cNvPr id="41" name="Text Placeholder 22"/>
          <p:cNvSpPr>
            <a:spLocks noGrp="1"/>
          </p:cNvSpPr>
          <p:nvPr userDrawn="1">
            <p:ph type="body" sz="quarter" idx="23" hasCustomPrompt="1"/>
          </p:nvPr>
        </p:nvSpPr>
        <p:spPr>
          <a:xfrm>
            <a:off x="8140580" y="5387139"/>
            <a:ext cx="2940786" cy="324343"/>
          </a:xfrm>
          <a:prstGeom prst="rect">
            <a:avLst/>
          </a:prstGeom>
        </p:spPr>
        <p:txBody>
          <a:bodyPr/>
          <a:lstStyle>
            <a:lvl1pPr marL="0" indent="0" algn="ctr">
              <a:buClr>
                <a:srgbClr val="FF545F"/>
              </a:buClr>
              <a:buFont typeface="Arial" panose="020B0604020202020204" pitchFamily="34" charset="0"/>
              <a:buNone/>
              <a:defRPr sz="1200">
                <a:solidFill>
                  <a:schemeClr val="bg1"/>
                </a:solidFill>
                <a:latin typeface="Georgia" panose="02040502050405020303" pitchFamily="18" charset="0"/>
              </a:defRPr>
            </a:lvl1pPr>
          </a:lstStyle>
          <a:p>
            <a:pPr lvl="0"/>
            <a:r>
              <a:rPr lang="en-US" dirty="0"/>
              <a:t>Company name</a:t>
            </a:r>
          </a:p>
        </p:txBody>
      </p:sp>
      <p:sp>
        <p:nvSpPr>
          <p:cNvPr id="42" name="Text Placeholder 22"/>
          <p:cNvSpPr>
            <a:spLocks noGrp="1"/>
          </p:cNvSpPr>
          <p:nvPr userDrawn="1">
            <p:ph type="body" sz="quarter" idx="24" hasCustomPrompt="1"/>
          </p:nvPr>
        </p:nvSpPr>
        <p:spPr>
          <a:xfrm>
            <a:off x="8140580" y="5086350"/>
            <a:ext cx="2940786" cy="324343"/>
          </a:xfrm>
          <a:prstGeom prst="rect">
            <a:avLst/>
          </a:prstGeom>
        </p:spPr>
        <p:txBody>
          <a:bodyPr/>
          <a:lstStyle>
            <a:lvl1pPr marL="0" indent="0" algn="ctr">
              <a:buClr>
                <a:srgbClr val="FF545F"/>
              </a:buClr>
              <a:buFont typeface="Arial" panose="020B0604020202020204" pitchFamily="34" charset="0"/>
              <a:buNone/>
              <a:defRPr sz="1800" spc="600">
                <a:solidFill>
                  <a:schemeClr val="bg1"/>
                </a:solidFill>
                <a:latin typeface="Georgia" panose="02040502050405020303" pitchFamily="18" charset="0"/>
              </a:defRPr>
            </a:lvl1pPr>
          </a:lstStyle>
          <a:p>
            <a:pPr lvl="0"/>
            <a:r>
              <a:rPr lang="en-US" dirty="0"/>
              <a:t>Name of person</a:t>
            </a:r>
          </a:p>
        </p:txBody>
      </p:sp>
      <p:sp>
        <p:nvSpPr>
          <p:cNvPr id="45" name="Text Placeholder 22"/>
          <p:cNvSpPr>
            <a:spLocks noGrp="1"/>
          </p:cNvSpPr>
          <p:nvPr userDrawn="1">
            <p:ph type="body" sz="quarter" idx="11" hasCustomPrompt="1"/>
          </p:nvPr>
        </p:nvSpPr>
        <p:spPr>
          <a:xfrm>
            <a:off x="457200" y="460357"/>
            <a:ext cx="6858000" cy="533400"/>
          </a:xfrm>
          <a:prstGeom prst="rect">
            <a:avLst/>
          </a:prstGeom>
        </p:spPr>
        <p:txBody>
          <a:bodyPr/>
          <a:lstStyle>
            <a:lvl1pPr>
              <a:defRPr sz="3000">
                <a:solidFill>
                  <a:schemeClr val="bg1"/>
                </a:solidFill>
                <a:latin typeface="Georgia" panose="02040502050405020303" pitchFamily="18" charset="0"/>
              </a:defRPr>
            </a:lvl1pPr>
          </a:lstStyle>
          <a:p>
            <a:pPr lvl="0"/>
            <a:r>
              <a:rPr lang="en-IN" dirty="0"/>
              <a:t>Content slide title goes here</a:t>
            </a:r>
            <a:endParaRPr lang="en-US" dirty="0"/>
          </a:p>
        </p:txBody>
      </p:sp>
      <p:sp>
        <p:nvSpPr>
          <p:cNvPr id="46" name="Text Placeholder 22"/>
          <p:cNvSpPr>
            <a:spLocks noGrp="1"/>
          </p:cNvSpPr>
          <p:nvPr userDrawn="1">
            <p:ph type="body" sz="quarter" idx="12" hasCustomPrompt="1"/>
          </p:nvPr>
        </p:nvSpPr>
        <p:spPr>
          <a:xfrm>
            <a:off x="457200" y="1022785"/>
            <a:ext cx="9372600" cy="533400"/>
          </a:xfrm>
          <a:prstGeom prst="rect">
            <a:avLst/>
          </a:prstGeom>
        </p:spPr>
        <p:txBody>
          <a:bodyPr/>
          <a:lstStyle>
            <a:lvl1pPr>
              <a:defRPr sz="22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pic>
        <p:nvPicPr>
          <p:cNvPr id="32" name="Picture 31"/>
          <p:cNvPicPr>
            <a:picLocks noChangeAspect="1"/>
          </p:cNvPicPr>
          <p:nvPr userDrawn="1"/>
        </p:nvPicPr>
        <p:blipFill>
          <a:blip r:embed="rId2"/>
          <a:stretch>
            <a:fillRect/>
          </a:stretch>
        </p:blipFill>
        <p:spPr>
          <a:xfrm>
            <a:off x="8649520" y="3356228"/>
            <a:ext cx="1922906" cy="1429333"/>
          </a:xfrm>
          <a:prstGeom prst="rect">
            <a:avLst/>
          </a:prstGeom>
        </p:spPr>
      </p:pic>
      <p:sp>
        <p:nvSpPr>
          <p:cNvPr id="38" name="Text Placeholder 22"/>
          <p:cNvSpPr>
            <a:spLocks noGrp="1"/>
          </p:cNvSpPr>
          <p:nvPr userDrawn="1">
            <p:ph type="body" sz="quarter" idx="22" hasCustomPrompt="1"/>
          </p:nvPr>
        </p:nvSpPr>
        <p:spPr>
          <a:xfrm>
            <a:off x="8140580"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pic>
        <p:nvPicPr>
          <p:cNvPr id="43" name="Picture 42"/>
          <p:cNvPicPr>
            <a:picLocks noChangeAspect="1"/>
          </p:cNvPicPr>
          <p:nvPr userDrawn="1"/>
        </p:nvPicPr>
        <p:blipFill>
          <a:blip r:embed="rId2"/>
          <a:stretch>
            <a:fillRect/>
          </a:stretch>
        </p:blipFill>
        <p:spPr>
          <a:xfrm>
            <a:off x="1492453" y="3356228"/>
            <a:ext cx="1922906" cy="1429333"/>
          </a:xfrm>
          <a:prstGeom prst="rect">
            <a:avLst/>
          </a:prstGeom>
        </p:spPr>
      </p:pic>
      <p:sp>
        <p:nvSpPr>
          <p:cNvPr id="24" name="Text Placeholder 22"/>
          <p:cNvSpPr>
            <a:spLocks noGrp="1"/>
          </p:cNvSpPr>
          <p:nvPr userDrawn="1">
            <p:ph type="body" sz="quarter" idx="14" hasCustomPrompt="1"/>
          </p:nvPr>
        </p:nvSpPr>
        <p:spPr>
          <a:xfrm>
            <a:off x="983513" y="3511549"/>
            <a:ext cx="2940786" cy="1289051"/>
          </a:xfrm>
          <a:prstGeom prst="rect">
            <a:avLst/>
          </a:prstGeom>
        </p:spPr>
        <p:txBody>
          <a:bodyPr/>
          <a:lstStyle>
            <a:lvl1pPr marL="0" indent="0" algn="ctr">
              <a:buClr>
                <a:srgbClr val="FF545F"/>
              </a:buClr>
              <a:buFont typeface="Arial" panose="020B0604020202020204" pitchFamily="34" charset="0"/>
              <a:buNone/>
              <a:defRPr sz="1400">
                <a:solidFill>
                  <a:schemeClr val="bg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p:txBody>
      </p:sp>
      <p:sp>
        <p:nvSpPr>
          <p:cNvPr id="28"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bg1"/>
                </a:solidFill>
                <a:latin typeface="+mn-lt"/>
              </a:rPr>
              <a:pPr/>
              <a:t>‹#›</a:t>
            </a:fld>
            <a:endParaRPr lang="en-US" b="1" dirty="0">
              <a:solidFill>
                <a:schemeClr val="bg1"/>
              </a:solidFill>
              <a:latin typeface="+mn-lt"/>
            </a:endParaRPr>
          </a:p>
        </p:txBody>
      </p:sp>
      <p:sp>
        <p:nvSpPr>
          <p:cNvPr id="29" name="TextBox 28"/>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bg1"/>
                </a:solidFill>
                <a:latin typeface="+mn-lt"/>
                <a:ea typeface="Georgia" charset="0"/>
                <a:cs typeface="Georgia" charset="0"/>
              </a:rPr>
              <a:t>® 2017 Copyright </a:t>
            </a:r>
            <a:r>
              <a:rPr lang="en-US" sz="800" dirty="0" err="1">
                <a:solidFill>
                  <a:schemeClr val="bg1"/>
                </a:solidFill>
                <a:latin typeface="+mn-lt"/>
                <a:ea typeface="Georgia" charset="0"/>
                <a:cs typeface="Georgia" charset="0"/>
              </a:rPr>
              <a:t>Genpact</a:t>
            </a:r>
            <a:r>
              <a:rPr lang="en-US" sz="800" dirty="0">
                <a:solidFill>
                  <a:schemeClr val="bg1"/>
                </a:solidFill>
                <a:latin typeface="+mn-lt"/>
                <a:ea typeface="Georgia" charset="0"/>
                <a:cs typeface="Georgia" charset="0"/>
              </a:rPr>
              <a:t>. All Rights Reserved.</a:t>
            </a:r>
          </a:p>
        </p:txBody>
      </p:sp>
      <p:pic>
        <p:nvPicPr>
          <p:cNvPr id="34" name="Picture 3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0874375" y="6446360"/>
            <a:ext cx="868156" cy="340728"/>
          </a:xfrm>
          <a:prstGeom prst="rect">
            <a:avLst/>
          </a:prstGeom>
        </p:spPr>
      </p:pic>
    </p:spTree>
    <p:extLst>
      <p:ext uri="{BB962C8B-B14F-4D97-AF65-F5344CB8AC3E}">
        <p14:creationId xmlns:p14="http://schemas.microsoft.com/office/powerpoint/2010/main" val="1033842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Placeholder for 1 Option 1">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8" name="Rectangle 7"/>
          <p:cNvSpPr/>
          <p:nvPr userDrawn="1"/>
        </p:nvSpPr>
        <p:spPr>
          <a:xfrm>
            <a:off x="5994400" y="2362200"/>
            <a:ext cx="5738606" cy="37757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9" name="Rectangle 8"/>
          <p:cNvSpPr/>
          <p:nvPr userDrawn="1"/>
        </p:nvSpPr>
        <p:spPr>
          <a:xfrm>
            <a:off x="460744" y="2362200"/>
            <a:ext cx="5533657" cy="377570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1"/>
              </a:solidFill>
              <a:effectLst/>
              <a:uLnTx/>
              <a:uFillTx/>
              <a:latin typeface="Georgia" charset="0"/>
              <a:ea typeface="Georgia" charset="0"/>
              <a:cs typeface="Georgia" charset="0"/>
            </a:endParaRPr>
          </a:p>
        </p:txBody>
      </p:sp>
      <p:sp>
        <p:nvSpPr>
          <p:cNvPr id="10" name="Triangle 3"/>
          <p:cNvSpPr/>
          <p:nvPr userDrawn="1"/>
        </p:nvSpPr>
        <p:spPr>
          <a:xfrm rot="5400000">
            <a:off x="4310417" y="4039485"/>
            <a:ext cx="3816697" cy="448733"/>
          </a:xfrm>
          <a:prstGeom prst="triangl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0" name="Text Placeholder 22"/>
          <p:cNvSpPr>
            <a:spLocks noGrp="1"/>
          </p:cNvSpPr>
          <p:nvPr>
            <p:ph type="body" sz="quarter" idx="13" hasCustomPrompt="1"/>
          </p:nvPr>
        </p:nvSpPr>
        <p:spPr>
          <a:xfrm>
            <a:off x="460744" y="1967993"/>
            <a:ext cx="553365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FROM</a:t>
            </a:r>
          </a:p>
        </p:txBody>
      </p:sp>
      <p:sp>
        <p:nvSpPr>
          <p:cNvPr id="21" name="Text Placeholder 22"/>
          <p:cNvSpPr>
            <a:spLocks noGrp="1"/>
          </p:cNvSpPr>
          <p:nvPr>
            <p:ph type="body" sz="quarter" idx="14" hasCustomPrompt="1"/>
          </p:nvPr>
        </p:nvSpPr>
        <p:spPr>
          <a:xfrm>
            <a:off x="5994400" y="1967993"/>
            <a:ext cx="573860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TO</a:t>
            </a:r>
          </a:p>
        </p:txBody>
      </p:sp>
      <p:sp>
        <p:nvSpPr>
          <p:cNvPr id="26" name="Text Placeholder 5"/>
          <p:cNvSpPr>
            <a:spLocks noGrp="1"/>
          </p:cNvSpPr>
          <p:nvPr>
            <p:ph type="body" sz="quarter" idx="18" hasCustomPrompt="1"/>
          </p:nvPr>
        </p:nvSpPr>
        <p:spPr>
          <a:xfrm>
            <a:off x="848977" y="2816051"/>
            <a:ext cx="4419600" cy="2895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p:txBody>
      </p:sp>
      <p:sp>
        <p:nvSpPr>
          <p:cNvPr id="27" name="Text Placeholder 5"/>
          <p:cNvSpPr>
            <a:spLocks noGrp="1"/>
          </p:cNvSpPr>
          <p:nvPr>
            <p:ph type="body" sz="quarter" idx="19" hasCustomPrompt="1"/>
          </p:nvPr>
        </p:nvSpPr>
        <p:spPr>
          <a:xfrm>
            <a:off x="6781800" y="2816051"/>
            <a:ext cx="4419600" cy="2895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p:txBody>
      </p:sp>
    </p:spTree>
    <p:extLst>
      <p:ext uri="{BB962C8B-B14F-4D97-AF65-F5344CB8AC3E}">
        <p14:creationId xmlns:p14="http://schemas.microsoft.com/office/powerpoint/2010/main" val="374841897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Placeholder for 1 Option 2">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8" name="Rectangle 7"/>
          <p:cNvSpPr/>
          <p:nvPr userDrawn="1"/>
        </p:nvSpPr>
        <p:spPr>
          <a:xfrm>
            <a:off x="5994400" y="2362200"/>
            <a:ext cx="5738606" cy="377570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9" name="Rectangle 8"/>
          <p:cNvSpPr/>
          <p:nvPr userDrawn="1"/>
        </p:nvSpPr>
        <p:spPr>
          <a:xfrm>
            <a:off x="460744" y="2362200"/>
            <a:ext cx="5533657" cy="377570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chemeClr val="bg1"/>
              </a:solidFill>
              <a:effectLst/>
              <a:uLnTx/>
              <a:uFillTx/>
              <a:latin typeface="Georgia" charset="0"/>
              <a:ea typeface="Georgia" charset="0"/>
              <a:cs typeface="Georgia" charset="0"/>
            </a:endParaRPr>
          </a:p>
        </p:txBody>
      </p:sp>
      <p:sp>
        <p:nvSpPr>
          <p:cNvPr id="10" name="Triangle 3"/>
          <p:cNvSpPr/>
          <p:nvPr userDrawn="1"/>
        </p:nvSpPr>
        <p:spPr>
          <a:xfrm rot="5400000">
            <a:off x="4310417" y="4039485"/>
            <a:ext cx="3816697" cy="448733"/>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R="0" lvl="0" indent="0" fontAlgn="auto">
              <a:lnSpc>
                <a:spcPct val="100000"/>
              </a:lnSpc>
              <a:spcBef>
                <a:spcPts val="0"/>
              </a:spcBef>
              <a:spcAft>
                <a:spcPts val="0"/>
              </a:spcAft>
              <a:buClrTx/>
              <a:buSzTx/>
              <a:buFontTx/>
              <a:buNone/>
              <a:tabLst/>
            </a:pPr>
            <a:endParaRPr kumimoji="0" lang="en-US" b="0" i="0" u="none" strike="noStrike" cap="none" spc="0" normalizeH="0" baseline="0" noProof="0">
              <a:ln>
                <a:noFill/>
              </a:ln>
              <a:solidFill>
                <a:schemeClr val="bg1"/>
              </a:solidFill>
              <a:effectLst/>
              <a:uLnTx/>
              <a:uFillTx/>
              <a:latin typeface="Georgia" charset="0"/>
              <a:ea typeface="Georgia" charset="0"/>
              <a:cs typeface="Georgia" charset="0"/>
            </a:endParaRPr>
          </a:p>
        </p:txBody>
      </p:sp>
      <p:sp>
        <p:nvSpPr>
          <p:cNvPr id="20" name="Text Placeholder 22"/>
          <p:cNvSpPr>
            <a:spLocks noGrp="1"/>
          </p:cNvSpPr>
          <p:nvPr>
            <p:ph type="body" sz="quarter" idx="13" hasCustomPrompt="1"/>
          </p:nvPr>
        </p:nvSpPr>
        <p:spPr>
          <a:xfrm>
            <a:off x="460744" y="1967993"/>
            <a:ext cx="553365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FROM</a:t>
            </a:r>
          </a:p>
        </p:txBody>
      </p:sp>
      <p:sp>
        <p:nvSpPr>
          <p:cNvPr id="21" name="Text Placeholder 22"/>
          <p:cNvSpPr>
            <a:spLocks noGrp="1"/>
          </p:cNvSpPr>
          <p:nvPr>
            <p:ph type="body" sz="quarter" idx="14" hasCustomPrompt="1"/>
          </p:nvPr>
        </p:nvSpPr>
        <p:spPr>
          <a:xfrm>
            <a:off x="5994400" y="1967993"/>
            <a:ext cx="573860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TO</a:t>
            </a:r>
          </a:p>
        </p:txBody>
      </p:sp>
      <p:sp>
        <p:nvSpPr>
          <p:cNvPr id="12" name="Text Placeholder 5"/>
          <p:cNvSpPr>
            <a:spLocks noGrp="1"/>
          </p:cNvSpPr>
          <p:nvPr>
            <p:ph type="body" sz="quarter" idx="18" hasCustomPrompt="1"/>
          </p:nvPr>
        </p:nvSpPr>
        <p:spPr>
          <a:xfrm>
            <a:off x="848977" y="2816051"/>
            <a:ext cx="4419600" cy="2895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p:txBody>
      </p:sp>
      <p:sp>
        <p:nvSpPr>
          <p:cNvPr id="13" name="Text Placeholder 5"/>
          <p:cNvSpPr>
            <a:spLocks noGrp="1"/>
          </p:cNvSpPr>
          <p:nvPr>
            <p:ph type="body" sz="quarter" idx="19" hasCustomPrompt="1"/>
          </p:nvPr>
        </p:nvSpPr>
        <p:spPr>
          <a:xfrm>
            <a:off x="6781800" y="2816051"/>
            <a:ext cx="4419600" cy="2895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r>
              <a:rPr lang="en-US" dirty="0"/>
              <a:t> </a:t>
            </a:r>
            <a:r>
              <a:rPr lang="en-US" dirty="0" err="1"/>
              <a:t>cupidatat</a:t>
            </a:r>
            <a:r>
              <a:rPr lang="en-US" dirty="0"/>
              <a:t> non provident.</a:t>
            </a:r>
          </a:p>
        </p:txBody>
      </p:sp>
    </p:spTree>
    <p:extLst>
      <p:ext uri="{BB962C8B-B14F-4D97-AF65-F5344CB8AC3E}">
        <p14:creationId xmlns:p14="http://schemas.microsoft.com/office/powerpoint/2010/main" val="40220959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Placeholder for 3 Option 1">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8" name="Rectangle 7"/>
          <p:cNvSpPr/>
          <p:nvPr userDrawn="1"/>
        </p:nvSpPr>
        <p:spPr>
          <a:xfrm>
            <a:off x="5994400" y="2362200"/>
            <a:ext cx="5738606" cy="12336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9" name="Rectangle 8"/>
          <p:cNvSpPr/>
          <p:nvPr userDrawn="1"/>
        </p:nvSpPr>
        <p:spPr>
          <a:xfrm>
            <a:off x="460744" y="2362200"/>
            <a:ext cx="5533657"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73261"/>
              </a:solidFill>
              <a:effectLst/>
              <a:uLnTx/>
              <a:uFillTx/>
              <a:latin typeface="Georgia" charset="0"/>
              <a:ea typeface="Georgia" charset="0"/>
              <a:cs typeface="Georgia" charset="0"/>
            </a:endParaRPr>
          </a:p>
        </p:txBody>
      </p:sp>
      <p:sp>
        <p:nvSpPr>
          <p:cNvPr id="10" name="Triangle 3"/>
          <p:cNvSpPr/>
          <p:nvPr userDrawn="1"/>
        </p:nvSpPr>
        <p:spPr>
          <a:xfrm rot="5400000">
            <a:off x="5595250" y="2754653"/>
            <a:ext cx="1247033" cy="448733"/>
          </a:xfrm>
          <a:prstGeom prst="triangle">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11" name="Rectangle 10"/>
          <p:cNvSpPr/>
          <p:nvPr userDrawn="1"/>
        </p:nvSpPr>
        <p:spPr>
          <a:xfrm>
            <a:off x="5994400" y="3644294"/>
            <a:ext cx="5738606"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12" name="Rectangle 11"/>
          <p:cNvSpPr/>
          <p:nvPr userDrawn="1"/>
        </p:nvSpPr>
        <p:spPr>
          <a:xfrm>
            <a:off x="460744" y="3644294"/>
            <a:ext cx="5533657"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73261"/>
              </a:solidFill>
              <a:effectLst/>
              <a:uLnTx/>
              <a:uFillTx/>
              <a:latin typeface="Georgia" charset="0"/>
              <a:ea typeface="Georgia" charset="0"/>
              <a:cs typeface="Georgia" charset="0"/>
            </a:endParaRPr>
          </a:p>
        </p:txBody>
      </p:sp>
      <p:sp>
        <p:nvSpPr>
          <p:cNvPr id="13" name="Rectangle 12"/>
          <p:cNvSpPr/>
          <p:nvPr userDrawn="1"/>
        </p:nvSpPr>
        <p:spPr>
          <a:xfrm>
            <a:off x="5994400" y="4925949"/>
            <a:ext cx="5738606"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20" name="Text Placeholder 22"/>
          <p:cNvSpPr>
            <a:spLocks noGrp="1"/>
          </p:cNvSpPr>
          <p:nvPr>
            <p:ph type="body" sz="quarter" idx="13" hasCustomPrompt="1"/>
          </p:nvPr>
        </p:nvSpPr>
        <p:spPr>
          <a:xfrm>
            <a:off x="460744" y="1967993"/>
            <a:ext cx="553365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FROM</a:t>
            </a:r>
          </a:p>
        </p:txBody>
      </p:sp>
      <p:sp>
        <p:nvSpPr>
          <p:cNvPr id="21" name="Text Placeholder 22"/>
          <p:cNvSpPr>
            <a:spLocks noGrp="1"/>
          </p:cNvSpPr>
          <p:nvPr>
            <p:ph type="body" sz="quarter" idx="14" hasCustomPrompt="1"/>
          </p:nvPr>
        </p:nvSpPr>
        <p:spPr>
          <a:xfrm>
            <a:off x="5994400" y="1967993"/>
            <a:ext cx="5738606" cy="244578"/>
          </a:xfrm>
          <a:prstGeom prst="rect">
            <a:avLst/>
          </a:prstGeom>
        </p:spPr>
        <p:txBody>
          <a:bodyPr anchor="ctr"/>
          <a:lstStyle>
            <a:lvl1pPr algn="ctr">
              <a:defRPr sz="1600">
                <a:solidFill>
                  <a:srgbClr val="063161"/>
                </a:solidFill>
                <a:latin typeface="Georgia" panose="02040502050405020303" pitchFamily="18" charset="0"/>
              </a:defRPr>
            </a:lvl1pPr>
          </a:lstStyle>
          <a:p>
            <a:pPr lvl="0"/>
            <a:r>
              <a:rPr lang="en-US" dirty="0"/>
              <a:t>TO</a:t>
            </a:r>
          </a:p>
        </p:txBody>
      </p:sp>
      <p:sp>
        <p:nvSpPr>
          <p:cNvPr id="22" name="Triangle 3"/>
          <p:cNvSpPr/>
          <p:nvPr userDrawn="1"/>
        </p:nvSpPr>
        <p:spPr>
          <a:xfrm rot="5400000">
            <a:off x="5595250" y="4045254"/>
            <a:ext cx="1247033" cy="448733"/>
          </a:xfrm>
          <a:prstGeom prst="triangle">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3" name="Triangle 3"/>
          <p:cNvSpPr/>
          <p:nvPr userDrawn="1"/>
        </p:nvSpPr>
        <p:spPr>
          <a:xfrm rot="5400000">
            <a:off x="5595250" y="5318402"/>
            <a:ext cx="1247033" cy="448733"/>
          </a:xfrm>
          <a:prstGeom prst="triangle">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6" name="Text Placeholder 5"/>
          <p:cNvSpPr>
            <a:spLocks noGrp="1"/>
          </p:cNvSpPr>
          <p:nvPr>
            <p:ph type="body" sz="quarter" idx="18" hasCustomPrompt="1"/>
          </p:nvPr>
        </p:nvSpPr>
        <p:spPr>
          <a:xfrm>
            <a:off x="6781800" y="2674219"/>
            <a:ext cx="4419600" cy="609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29" name="Text Placeholder 5"/>
          <p:cNvSpPr>
            <a:spLocks noGrp="1"/>
          </p:cNvSpPr>
          <p:nvPr>
            <p:ph type="body" sz="quarter" idx="19" hasCustomPrompt="1"/>
          </p:nvPr>
        </p:nvSpPr>
        <p:spPr>
          <a:xfrm>
            <a:off x="6781800" y="3953834"/>
            <a:ext cx="4419600" cy="609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30" name="Text Placeholder 5"/>
          <p:cNvSpPr>
            <a:spLocks noGrp="1"/>
          </p:cNvSpPr>
          <p:nvPr>
            <p:ph type="body" sz="quarter" idx="20" hasCustomPrompt="1"/>
          </p:nvPr>
        </p:nvSpPr>
        <p:spPr>
          <a:xfrm>
            <a:off x="6781800" y="5237968"/>
            <a:ext cx="4419600" cy="609600"/>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31" name="Text Placeholder 30"/>
          <p:cNvSpPr>
            <a:spLocks noGrp="1"/>
          </p:cNvSpPr>
          <p:nvPr>
            <p:ph type="body" sz="quarter" idx="21" hasCustomPrompt="1"/>
          </p:nvPr>
        </p:nvSpPr>
        <p:spPr>
          <a:xfrm>
            <a:off x="801872" y="2674219"/>
            <a:ext cx="5029200" cy="609600"/>
          </a:xfrm>
          <a:prstGeom prst="rect">
            <a:avLst/>
          </a:prstGeom>
        </p:spPr>
        <p:txBody>
          <a:bodyPr anchor="ctr"/>
          <a:lstStyle>
            <a:lvl1pPr>
              <a:defRPr>
                <a:solidFill>
                  <a:srgbClr val="063161"/>
                </a:solidFill>
              </a:defRPr>
            </a:lvl1pPr>
            <a:lvl2pPr>
              <a:defRPr>
                <a:solidFill>
                  <a:srgbClr val="063161"/>
                </a:solidFill>
              </a:defRPr>
            </a:lvl2pPr>
            <a:lvl3pPr>
              <a:defRPr>
                <a:solidFill>
                  <a:srgbClr val="063161"/>
                </a:solidFill>
              </a:defRPr>
            </a:lvl3pPr>
            <a:lvl4pPr>
              <a:defRPr>
                <a:solidFill>
                  <a:srgbClr val="063161"/>
                </a:solidFill>
              </a:defRPr>
            </a:lvl4pPr>
            <a:lvl5pPr>
              <a:defRPr>
                <a:solidFill>
                  <a:srgbClr val="06316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32" name="Rectangle 31"/>
          <p:cNvSpPr/>
          <p:nvPr userDrawn="1"/>
        </p:nvSpPr>
        <p:spPr>
          <a:xfrm>
            <a:off x="460744" y="4925949"/>
            <a:ext cx="5533657"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73261"/>
              </a:solidFill>
              <a:effectLst/>
              <a:uLnTx/>
              <a:uFillTx/>
              <a:latin typeface="Georgia" charset="0"/>
              <a:ea typeface="Georgia" charset="0"/>
              <a:cs typeface="Georgia" charset="0"/>
            </a:endParaRPr>
          </a:p>
        </p:txBody>
      </p:sp>
      <p:sp>
        <p:nvSpPr>
          <p:cNvPr id="33" name="Text Placeholder 30"/>
          <p:cNvSpPr>
            <a:spLocks noGrp="1"/>
          </p:cNvSpPr>
          <p:nvPr>
            <p:ph type="body" sz="quarter" idx="22" hasCustomPrompt="1"/>
          </p:nvPr>
        </p:nvSpPr>
        <p:spPr>
          <a:xfrm>
            <a:off x="801872" y="3951528"/>
            <a:ext cx="5029200" cy="609600"/>
          </a:xfrm>
          <a:prstGeom prst="rect">
            <a:avLst/>
          </a:prstGeom>
        </p:spPr>
        <p:txBody>
          <a:bodyPr anchor="ctr"/>
          <a:lstStyle>
            <a:lvl1pPr>
              <a:defRPr>
                <a:solidFill>
                  <a:srgbClr val="063161"/>
                </a:solidFill>
              </a:defRPr>
            </a:lvl1pPr>
            <a:lvl2pPr>
              <a:defRPr>
                <a:solidFill>
                  <a:srgbClr val="063161"/>
                </a:solidFill>
              </a:defRPr>
            </a:lvl2pPr>
            <a:lvl3pPr>
              <a:defRPr>
                <a:solidFill>
                  <a:srgbClr val="063161"/>
                </a:solidFill>
              </a:defRPr>
            </a:lvl3pPr>
            <a:lvl4pPr>
              <a:defRPr>
                <a:solidFill>
                  <a:srgbClr val="063161"/>
                </a:solidFill>
              </a:defRPr>
            </a:lvl4pPr>
            <a:lvl5pPr>
              <a:defRPr>
                <a:solidFill>
                  <a:srgbClr val="06316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
        <p:nvSpPr>
          <p:cNvPr id="34" name="Text Placeholder 30"/>
          <p:cNvSpPr>
            <a:spLocks noGrp="1"/>
          </p:cNvSpPr>
          <p:nvPr>
            <p:ph type="body" sz="quarter" idx="23" hasCustomPrompt="1"/>
          </p:nvPr>
        </p:nvSpPr>
        <p:spPr>
          <a:xfrm>
            <a:off x="801872" y="5237968"/>
            <a:ext cx="5029200" cy="609600"/>
          </a:xfrm>
          <a:prstGeom prst="rect">
            <a:avLst/>
          </a:prstGeom>
        </p:spPr>
        <p:txBody>
          <a:bodyPr anchor="ctr"/>
          <a:lstStyle>
            <a:lvl1pPr>
              <a:defRPr>
                <a:solidFill>
                  <a:srgbClr val="063161"/>
                </a:solidFill>
              </a:defRPr>
            </a:lvl1pPr>
            <a:lvl2pPr>
              <a:defRPr>
                <a:solidFill>
                  <a:srgbClr val="063161"/>
                </a:solidFill>
              </a:defRPr>
            </a:lvl2pPr>
            <a:lvl3pPr>
              <a:defRPr>
                <a:solidFill>
                  <a:srgbClr val="063161"/>
                </a:solidFill>
              </a:defRPr>
            </a:lvl3pPr>
            <a:lvl4pPr>
              <a:defRPr>
                <a:solidFill>
                  <a:srgbClr val="063161"/>
                </a:solidFill>
              </a:defRPr>
            </a:lvl4pPr>
            <a:lvl5pPr>
              <a:defRPr>
                <a:solidFill>
                  <a:srgbClr val="06316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endParaRPr lang="en-IN" dirty="0"/>
          </a:p>
        </p:txBody>
      </p:sp>
    </p:spTree>
    <p:extLst>
      <p:ext uri="{BB962C8B-B14F-4D97-AF65-F5344CB8AC3E}">
        <p14:creationId xmlns:p14="http://schemas.microsoft.com/office/powerpoint/2010/main" val="200706048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Placeholder for 3 Option 2">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24" name="Rectangle 23"/>
          <p:cNvSpPr/>
          <p:nvPr userDrawn="1"/>
        </p:nvSpPr>
        <p:spPr>
          <a:xfrm>
            <a:off x="4097868" y="1928160"/>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5" name="Parallelogram 24"/>
          <p:cNvSpPr/>
          <p:nvPr userDrawn="1"/>
        </p:nvSpPr>
        <p:spPr>
          <a:xfrm>
            <a:off x="3617383" y="1928160"/>
            <a:ext cx="960968" cy="1233639"/>
          </a:xfrm>
          <a:prstGeom prst="parallelogram">
            <a:avLst>
              <a:gd name="adj" fmla="val 490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6" name="Rectangle 25"/>
          <p:cNvSpPr/>
          <p:nvPr userDrawn="1"/>
        </p:nvSpPr>
        <p:spPr>
          <a:xfrm>
            <a:off x="1066800" y="1928160"/>
            <a:ext cx="3031067"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27" name="Rectangle 26"/>
          <p:cNvSpPr/>
          <p:nvPr userDrawn="1"/>
        </p:nvSpPr>
        <p:spPr>
          <a:xfrm>
            <a:off x="457201" y="1928160"/>
            <a:ext cx="609599"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8" name="Rectangle 27"/>
          <p:cNvSpPr/>
          <p:nvPr userDrawn="1"/>
        </p:nvSpPr>
        <p:spPr>
          <a:xfrm>
            <a:off x="4097868" y="3356039"/>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9" name="Parallelogram 28"/>
          <p:cNvSpPr/>
          <p:nvPr userDrawn="1"/>
        </p:nvSpPr>
        <p:spPr>
          <a:xfrm>
            <a:off x="3617383" y="3356039"/>
            <a:ext cx="960968" cy="1233639"/>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0" name="Rectangle 29"/>
          <p:cNvSpPr/>
          <p:nvPr userDrawn="1"/>
        </p:nvSpPr>
        <p:spPr>
          <a:xfrm>
            <a:off x="1066800" y="3356039"/>
            <a:ext cx="3031067"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31" name="Rectangle 30"/>
          <p:cNvSpPr/>
          <p:nvPr userDrawn="1"/>
        </p:nvSpPr>
        <p:spPr>
          <a:xfrm>
            <a:off x="457201" y="3356039"/>
            <a:ext cx="609599"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2" name="Rectangle 31"/>
          <p:cNvSpPr/>
          <p:nvPr userDrawn="1"/>
        </p:nvSpPr>
        <p:spPr>
          <a:xfrm>
            <a:off x="4097868" y="4783918"/>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3" name="Parallelogram 32"/>
          <p:cNvSpPr/>
          <p:nvPr userDrawn="1"/>
        </p:nvSpPr>
        <p:spPr>
          <a:xfrm>
            <a:off x="3617383" y="4783918"/>
            <a:ext cx="960968" cy="1233639"/>
          </a:xfrm>
          <a:prstGeom prst="parallelogram">
            <a:avLst>
              <a:gd name="adj" fmla="val 4909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4" name="Rectangle 33"/>
          <p:cNvSpPr/>
          <p:nvPr userDrawn="1"/>
        </p:nvSpPr>
        <p:spPr>
          <a:xfrm>
            <a:off x="1066800" y="4783918"/>
            <a:ext cx="3031067"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35" name="Rectangle 34"/>
          <p:cNvSpPr/>
          <p:nvPr userDrawn="1"/>
        </p:nvSpPr>
        <p:spPr>
          <a:xfrm>
            <a:off x="457201" y="4783918"/>
            <a:ext cx="609599"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4" name="Text Placeholder 3"/>
          <p:cNvSpPr>
            <a:spLocks noGrp="1"/>
          </p:cNvSpPr>
          <p:nvPr>
            <p:ph type="body" sz="quarter" idx="13" hasCustomPrompt="1"/>
          </p:nvPr>
        </p:nvSpPr>
        <p:spPr>
          <a:xfrm>
            <a:off x="457200" y="2256784"/>
            <a:ext cx="619763" cy="571440"/>
          </a:xfrm>
          <a:prstGeom prst="rect">
            <a:avLst/>
          </a:prstGeom>
        </p:spPr>
        <p:txBody>
          <a:bodyPr anchor="ctr"/>
          <a:lstStyle>
            <a:lvl1pPr algn="ctr">
              <a:defRPr sz="5400">
                <a:solidFill>
                  <a:schemeClr val="bg1"/>
                </a:solidFill>
              </a:defRPr>
            </a:lvl1pPr>
          </a:lstStyle>
          <a:p>
            <a:pPr lvl="0"/>
            <a:r>
              <a:rPr lang="en-US" dirty="0"/>
              <a:t>1</a:t>
            </a:r>
            <a:endParaRPr lang="en-IN" dirty="0"/>
          </a:p>
        </p:txBody>
      </p:sp>
      <p:sp>
        <p:nvSpPr>
          <p:cNvPr id="36" name="Text Placeholder 3"/>
          <p:cNvSpPr>
            <a:spLocks noGrp="1"/>
          </p:cNvSpPr>
          <p:nvPr>
            <p:ph type="body" sz="quarter" idx="14" hasCustomPrompt="1"/>
          </p:nvPr>
        </p:nvSpPr>
        <p:spPr>
          <a:xfrm>
            <a:off x="457200" y="3691632"/>
            <a:ext cx="609599" cy="569421"/>
          </a:xfrm>
          <a:prstGeom prst="rect">
            <a:avLst/>
          </a:prstGeom>
        </p:spPr>
        <p:txBody>
          <a:bodyPr anchor="ctr"/>
          <a:lstStyle>
            <a:lvl1pPr algn="ctr">
              <a:defRPr sz="5400">
                <a:solidFill>
                  <a:schemeClr val="bg1"/>
                </a:solidFill>
              </a:defRPr>
            </a:lvl1pPr>
          </a:lstStyle>
          <a:p>
            <a:pPr lvl="0"/>
            <a:r>
              <a:rPr lang="en-US" dirty="0"/>
              <a:t>2</a:t>
            </a:r>
            <a:endParaRPr lang="en-IN" dirty="0"/>
          </a:p>
        </p:txBody>
      </p:sp>
      <p:sp>
        <p:nvSpPr>
          <p:cNvPr id="37" name="Text Placeholder 3"/>
          <p:cNvSpPr>
            <a:spLocks noGrp="1"/>
          </p:cNvSpPr>
          <p:nvPr>
            <p:ph type="body" sz="quarter" idx="15" hasCustomPrompt="1"/>
          </p:nvPr>
        </p:nvSpPr>
        <p:spPr>
          <a:xfrm>
            <a:off x="457200" y="4901745"/>
            <a:ext cx="609599" cy="905014"/>
          </a:xfrm>
          <a:prstGeom prst="rect">
            <a:avLst/>
          </a:prstGeom>
        </p:spPr>
        <p:txBody>
          <a:bodyPr anchor="ctr"/>
          <a:lstStyle>
            <a:lvl1pPr algn="ctr">
              <a:lnSpc>
                <a:spcPts val="6480"/>
              </a:lnSpc>
              <a:defRPr sz="5400">
                <a:solidFill>
                  <a:schemeClr val="bg1"/>
                </a:solidFill>
              </a:defRPr>
            </a:lvl1pPr>
          </a:lstStyle>
          <a:p>
            <a:pPr lvl="0"/>
            <a:r>
              <a:rPr lang="en-US" dirty="0"/>
              <a:t>3</a:t>
            </a:r>
            <a:endParaRPr lang="en-IN" dirty="0"/>
          </a:p>
        </p:txBody>
      </p:sp>
      <p:sp>
        <p:nvSpPr>
          <p:cNvPr id="38" name="Text Placeholder 5"/>
          <p:cNvSpPr>
            <a:spLocks noGrp="1"/>
          </p:cNvSpPr>
          <p:nvPr>
            <p:ph type="body" sz="quarter" idx="18" hasCustomPrompt="1"/>
          </p:nvPr>
        </p:nvSpPr>
        <p:spPr>
          <a:xfrm>
            <a:off x="1219200" y="2256783"/>
            <a:ext cx="3200400" cy="576391"/>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39" name="Text Placeholder 5"/>
          <p:cNvSpPr>
            <a:spLocks noGrp="1"/>
          </p:cNvSpPr>
          <p:nvPr>
            <p:ph type="body" sz="quarter" idx="19" hasCustomPrompt="1"/>
          </p:nvPr>
        </p:nvSpPr>
        <p:spPr>
          <a:xfrm>
            <a:off x="1219200" y="3684662"/>
            <a:ext cx="3200400" cy="576391"/>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40" name="Text Placeholder 5"/>
          <p:cNvSpPr>
            <a:spLocks noGrp="1"/>
          </p:cNvSpPr>
          <p:nvPr>
            <p:ph type="body" sz="quarter" idx="20" hasCustomPrompt="1"/>
          </p:nvPr>
        </p:nvSpPr>
        <p:spPr>
          <a:xfrm>
            <a:off x="1219200" y="5112541"/>
            <a:ext cx="3200400" cy="576391"/>
          </a:xfrm>
          <a:prstGeom prst="rect">
            <a:avLst/>
          </a:prstGeom>
        </p:spPr>
        <p:txBody>
          <a:bodyPr anchor="ct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41" name="Text Placeholder 5"/>
          <p:cNvSpPr>
            <a:spLocks noGrp="1"/>
          </p:cNvSpPr>
          <p:nvPr>
            <p:ph type="body" sz="quarter" idx="21" hasCustomPrompt="1"/>
          </p:nvPr>
        </p:nvSpPr>
        <p:spPr>
          <a:xfrm>
            <a:off x="4796526" y="2256783"/>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endParaRPr lang="en-US" dirty="0"/>
          </a:p>
        </p:txBody>
      </p:sp>
      <p:sp>
        <p:nvSpPr>
          <p:cNvPr id="42" name="Text Placeholder 5"/>
          <p:cNvSpPr>
            <a:spLocks noGrp="1"/>
          </p:cNvSpPr>
          <p:nvPr>
            <p:ph type="body" sz="quarter" idx="22" hasCustomPrompt="1"/>
          </p:nvPr>
        </p:nvSpPr>
        <p:spPr>
          <a:xfrm>
            <a:off x="4796526" y="3684662"/>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endParaRPr lang="en-US" dirty="0"/>
          </a:p>
        </p:txBody>
      </p:sp>
      <p:sp>
        <p:nvSpPr>
          <p:cNvPr id="43" name="Text Placeholder 5"/>
          <p:cNvSpPr>
            <a:spLocks noGrp="1"/>
          </p:cNvSpPr>
          <p:nvPr>
            <p:ph type="body" sz="quarter" idx="23" hasCustomPrompt="1"/>
          </p:nvPr>
        </p:nvSpPr>
        <p:spPr>
          <a:xfrm>
            <a:off x="4796526" y="5117829"/>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endParaRPr lang="en-US" dirty="0"/>
          </a:p>
        </p:txBody>
      </p:sp>
    </p:spTree>
    <p:extLst>
      <p:ext uri="{BB962C8B-B14F-4D97-AF65-F5344CB8AC3E}">
        <p14:creationId xmlns:p14="http://schemas.microsoft.com/office/powerpoint/2010/main" val="15855566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Placeholder for 3 Option 3">
    <p:spTree>
      <p:nvGrpSpPr>
        <p:cNvPr id="1" name=""/>
        <p:cNvGrpSpPr/>
        <p:nvPr/>
      </p:nvGrpSpPr>
      <p:grpSpPr>
        <a:xfrm>
          <a:off x="0" y="0"/>
          <a:ext cx="0" cy="0"/>
          <a:chOff x="0" y="0"/>
          <a:chExt cx="0" cy="0"/>
        </a:xfrm>
      </p:grpSpPr>
      <p:sp>
        <p:nvSpPr>
          <p:cNvPr id="4" name="Rectangle 3"/>
          <p:cNvSpPr/>
          <p:nvPr userDrawn="1"/>
        </p:nvSpPr>
        <p:spPr>
          <a:xfrm>
            <a:off x="457200" y="1945849"/>
            <a:ext cx="11275806" cy="57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a:noFill/>
              </a:ln>
            </a:endParaRPr>
          </a:p>
        </p:txBody>
      </p:sp>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28" name="Rectangle 27"/>
          <p:cNvSpPr/>
          <p:nvPr userDrawn="1"/>
        </p:nvSpPr>
        <p:spPr>
          <a:xfrm>
            <a:off x="457199" y="2559541"/>
            <a:ext cx="3522121" cy="348615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9" name="Parallelogram 28"/>
          <p:cNvSpPr/>
          <p:nvPr userDrawn="1"/>
        </p:nvSpPr>
        <p:spPr>
          <a:xfrm>
            <a:off x="3174109" y="2559542"/>
            <a:ext cx="805212" cy="800456"/>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0" name="Rectangle 29"/>
          <p:cNvSpPr/>
          <p:nvPr userDrawn="1"/>
        </p:nvSpPr>
        <p:spPr>
          <a:xfrm>
            <a:off x="464595" y="2559542"/>
            <a:ext cx="3095876" cy="80045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54" name="Text Placeholder 3"/>
          <p:cNvSpPr>
            <a:spLocks noGrp="1"/>
          </p:cNvSpPr>
          <p:nvPr userDrawn="1">
            <p:ph type="body" sz="quarter" idx="13" hasCustomPrompt="1"/>
          </p:nvPr>
        </p:nvSpPr>
        <p:spPr>
          <a:xfrm>
            <a:off x="457200" y="1945849"/>
            <a:ext cx="11275806" cy="571440"/>
          </a:xfrm>
          <a:prstGeom prst="rect">
            <a:avLst/>
          </a:prstGeom>
        </p:spPr>
        <p:txBody>
          <a:bodyPr anchor="ctr"/>
          <a:lstStyle>
            <a:lvl1pPr algn="ctr">
              <a:defRPr sz="2000">
                <a:solidFill>
                  <a:schemeClr val="bg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endParaRPr lang="en-IN" dirty="0"/>
          </a:p>
        </p:txBody>
      </p:sp>
      <p:sp>
        <p:nvSpPr>
          <p:cNvPr id="55" name="Text Placeholder 5"/>
          <p:cNvSpPr>
            <a:spLocks noGrp="1"/>
          </p:cNvSpPr>
          <p:nvPr userDrawn="1">
            <p:ph type="body" sz="quarter" idx="18" hasCustomPrompt="1"/>
          </p:nvPr>
        </p:nvSpPr>
        <p:spPr>
          <a:xfrm>
            <a:off x="609600" y="2671575"/>
            <a:ext cx="3192469"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6" name="Text Placeholder 5"/>
          <p:cNvSpPr>
            <a:spLocks noGrp="1"/>
          </p:cNvSpPr>
          <p:nvPr userDrawn="1">
            <p:ph type="body" sz="quarter" idx="21" hasCustomPrompt="1"/>
          </p:nvPr>
        </p:nvSpPr>
        <p:spPr>
          <a:xfrm>
            <a:off x="609600" y="3473181"/>
            <a:ext cx="3192469" cy="2572510"/>
          </a:xfrm>
          <a:prstGeom prst="rect">
            <a:avLst/>
          </a:prstGeom>
        </p:spPr>
        <p:txBody>
          <a:bodyPr anchor="t"/>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endParaRPr lang="en-US" dirty="0"/>
          </a:p>
        </p:txBody>
      </p:sp>
      <p:sp>
        <p:nvSpPr>
          <p:cNvPr id="79" name="Rectangle 78"/>
          <p:cNvSpPr/>
          <p:nvPr userDrawn="1"/>
        </p:nvSpPr>
        <p:spPr>
          <a:xfrm>
            <a:off x="8210884" y="2559541"/>
            <a:ext cx="3522122" cy="348615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80" name="Parallelogram 79"/>
          <p:cNvSpPr/>
          <p:nvPr userDrawn="1"/>
        </p:nvSpPr>
        <p:spPr>
          <a:xfrm>
            <a:off x="10927794" y="2559542"/>
            <a:ext cx="805212" cy="800456"/>
          </a:xfrm>
          <a:prstGeom prst="parallelogram">
            <a:avLst>
              <a:gd name="adj" fmla="val 490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81" name="Rectangle 80"/>
          <p:cNvSpPr/>
          <p:nvPr userDrawn="1"/>
        </p:nvSpPr>
        <p:spPr>
          <a:xfrm>
            <a:off x="8218280" y="2559542"/>
            <a:ext cx="3095876" cy="8004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82" name="Text Placeholder 5"/>
          <p:cNvSpPr>
            <a:spLocks noGrp="1"/>
          </p:cNvSpPr>
          <p:nvPr>
            <p:ph type="body" sz="quarter" idx="22" hasCustomPrompt="1"/>
          </p:nvPr>
        </p:nvSpPr>
        <p:spPr>
          <a:xfrm>
            <a:off x="8363285" y="2671575"/>
            <a:ext cx="3192469"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83" name="Text Placeholder 5"/>
          <p:cNvSpPr>
            <a:spLocks noGrp="1"/>
          </p:cNvSpPr>
          <p:nvPr>
            <p:ph type="body" sz="quarter" idx="23" hasCustomPrompt="1"/>
          </p:nvPr>
        </p:nvSpPr>
        <p:spPr>
          <a:xfrm>
            <a:off x="8363285" y="3473181"/>
            <a:ext cx="3192469" cy="2572510"/>
          </a:xfrm>
          <a:prstGeom prst="rect">
            <a:avLst/>
          </a:prstGeom>
        </p:spPr>
        <p:txBody>
          <a:bodyPr anchor="t"/>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endParaRPr lang="en-US" dirty="0"/>
          </a:p>
        </p:txBody>
      </p:sp>
      <p:sp>
        <p:nvSpPr>
          <p:cNvPr id="84" name="Rectangle 83"/>
          <p:cNvSpPr/>
          <p:nvPr userDrawn="1"/>
        </p:nvSpPr>
        <p:spPr>
          <a:xfrm>
            <a:off x="4334041" y="2559541"/>
            <a:ext cx="3522122" cy="348615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85" name="Parallelogram 84"/>
          <p:cNvSpPr/>
          <p:nvPr userDrawn="1"/>
        </p:nvSpPr>
        <p:spPr>
          <a:xfrm>
            <a:off x="7050951" y="2559542"/>
            <a:ext cx="805212" cy="800456"/>
          </a:xfrm>
          <a:prstGeom prst="parallelogram">
            <a:avLst>
              <a:gd name="adj" fmla="val 490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86" name="Rectangle 85"/>
          <p:cNvSpPr/>
          <p:nvPr userDrawn="1"/>
        </p:nvSpPr>
        <p:spPr>
          <a:xfrm>
            <a:off x="4341437" y="2559542"/>
            <a:ext cx="3095876" cy="80045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87" name="Text Placeholder 5"/>
          <p:cNvSpPr>
            <a:spLocks noGrp="1"/>
          </p:cNvSpPr>
          <p:nvPr>
            <p:ph type="body" sz="quarter" idx="24" hasCustomPrompt="1"/>
          </p:nvPr>
        </p:nvSpPr>
        <p:spPr>
          <a:xfrm>
            <a:off x="4486442" y="2671575"/>
            <a:ext cx="3192469"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88" name="Text Placeholder 5"/>
          <p:cNvSpPr>
            <a:spLocks noGrp="1"/>
          </p:cNvSpPr>
          <p:nvPr>
            <p:ph type="body" sz="quarter" idx="25" hasCustomPrompt="1"/>
          </p:nvPr>
        </p:nvSpPr>
        <p:spPr>
          <a:xfrm>
            <a:off x="4486442" y="3473181"/>
            <a:ext cx="3192469" cy="2572510"/>
          </a:xfrm>
          <a:prstGeom prst="rect">
            <a:avLst/>
          </a:prstGeom>
        </p:spPr>
        <p:txBody>
          <a:bodyPr anchor="t"/>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cillum</a:t>
            </a:r>
            <a:r>
              <a:rPr lang="en-US" dirty="0"/>
              <a:t> </a:t>
            </a:r>
            <a:r>
              <a:rPr lang="en-US" dirty="0" err="1"/>
              <a:t>dolore</a:t>
            </a:r>
            <a:r>
              <a:rPr lang="en-US" dirty="0"/>
              <a:t> </a:t>
            </a:r>
            <a:r>
              <a:rPr lang="en-US" dirty="0" err="1"/>
              <a:t>eu</a:t>
            </a:r>
            <a:r>
              <a:rPr lang="en-US" dirty="0"/>
              <a:t> </a:t>
            </a:r>
            <a:r>
              <a:rPr lang="en-US" dirty="0" err="1"/>
              <a:t>fugiat</a:t>
            </a:r>
            <a:r>
              <a:rPr lang="en-US" dirty="0"/>
              <a:t> </a:t>
            </a:r>
            <a:r>
              <a:rPr lang="en-US" dirty="0" err="1"/>
              <a:t>nulla</a:t>
            </a:r>
            <a:r>
              <a:rPr lang="en-US" dirty="0"/>
              <a:t> </a:t>
            </a:r>
            <a:r>
              <a:rPr lang="en-US" dirty="0" err="1"/>
              <a:t>pariatur</a:t>
            </a:r>
            <a:r>
              <a:rPr lang="en-US" dirty="0"/>
              <a:t>. </a:t>
            </a:r>
            <a:r>
              <a:rPr lang="en-US" dirty="0" err="1"/>
              <a:t>Excepteur</a:t>
            </a:r>
            <a:r>
              <a:rPr lang="en-US" dirty="0"/>
              <a:t> </a:t>
            </a:r>
            <a:r>
              <a:rPr lang="en-US" dirty="0" err="1"/>
              <a:t>sint</a:t>
            </a:r>
            <a:r>
              <a:rPr lang="en-US" dirty="0"/>
              <a:t> </a:t>
            </a:r>
            <a:r>
              <a:rPr lang="en-US" dirty="0" err="1"/>
              <a:t>occaecat</a:t>
            </a:r>
            <a:endParaRPr lang="en-US" dirty="0"/>
          </a:p>
        </p:txBody>
      </p:sp>
    </p:spTree>
    <p:extLst>
      <p:ext uri="{BB962C8B-B14F-4D97-AF65-F5344CB8AC3E}">
        <p14:creationId xmlns:p14="http://schemas.microsoft.com/office/powerpoint/2010/main" val="123761871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Placeholder for 4">
    <p:spTree>
      <p:nvGrpSpPr>
        <p:cNvPr id="1" name=""/>
        <p:cNvGrpSpPr/>
        <p:nvPr/>
      </p:nvGrpSpPr>
      <p:grpSpPr>
        <a:xfrm>
          <a:off x="0" y="0"/>
          <a:ext cx="0" cy="0"/>
          <a:chOff x="0" y="0"/>
          <a:chExt cx="0" cy="0"/>
        </a:xfrm>
      </p:grpSpPr>
      <p:sp>
        <p:nvSpPr>
          <p:cNvPr id="4" name="Rectangle 3"/>
          <p:cNvSpPr/>
          <p:nvPr userDrawn="1"/>
        </p:nvSpPr>
        <p:spPr>
          <a:xfrm>
            <a:off x="457200" y="1945849"/>
            <a:ext cx="11275806" cy="5714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n>
                <a:noFill/>
              </a:ln>
            </a:endParaRPr>
          </a:p>
        </p:txBody>
      </p:sp>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28" name="Rectangle 27"/>
          <p:cNvSpPr/>
          <p:nvPr userDrawn="1"/>
        </p:nvSpPr>
        <p:spPr>
          <a:xfrm>
            <a:off x="457199" y="2559541"/>
            <a:ext cx="2740483" cy="369521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0" name="Rectangle 29"/>
          <p:cNvSpPr/>
          <p:nvPr userDrawn="1"/>
        </p:nvSpPr>
        <p:spPr>
          <a:xfrm>
            <a:off x="464596" y="2559542"/>
            <a:ext cx="2330480" cy="80045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54" name="Text Placeholder 3"/>
          <p:cNvSpPr>
            <a:spLocks noGrp="1"/>
          </p:cNvSpPr>
          <p:nvPr userDrawn="1">
            <p:ph type="body" sz="quarter" idx="13" hasCustomPrompt="1"/>
          </p:nvPr>
        </p:nvSpPr>
        <p:spPr>
          <a:xfrm>
            <a:off x="457200" y="1945849"/>
            <a:ext cx="11275806" cy="571440"/>
          </a:xfrm>
          <a:prstGeom prst="rect">
            <a:avLst/>
          </a:prstGeom>
        </p:spPr>
        <p:txBody>
          <a:bodyPr anchor="ctr"/>
          <a:lstStyle>
            <a:lvl1pPr algn="ctr">
              <a:defRPr sz="2000">
                <a:solidFill>
                  <a:schemeClr val="bg1"/>
                </a:solidFill>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endParaRPr lang="en-IN" dirty="0"/>
          </a:p>
        </p:txBody>
      </p:sp>
      <p:sp>
        <p:nvSpPr>
          <p:cNvPr id="56" name="Text Placeholder 5"/>
          <p:cNvSpPr>
            <a:spLocks noGrp="1"/>
          </p:cNvSpPr>
          <p:nvPr userDrawn="1">
            <p:ph type="body" sz="quarter" idx="21" hasCustomPrompt="1"/>
          </p:nvPr>
        </p:nvSpPr>
        <p:spPr>
          <a:xfrm>
            <a:off x="609601" y="3473181"/>
            <a:ext cx="2377257" cy="2572510"/>
          </a:xfrm>
          <a:prstGeom prst="rect">
            <a:avLst/>
          </a:prstGeom>
        </p:spPr>
        <p:txBody>
          <a:bodyPr anchor="t"/>
          <a:lstStyle>
            <a:lvl1pPr>
              <a:defRPr sz="12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a:t>
            </a:r>
            <a:r>
              <a:rPr lang="en-US" dirty="0"/>
              <a:t>.</a:t>
            </a:r>
          </a:p>
        </p:txBody>
      </p:sp>
      <p:sp>
        <p:nvSpPr>
          <p:cNvPr id="24" name="Parallelogram 23"/>
          <p:cNvSpPr/>
          <p:nvPr userDrawn="1"/>
        </p:nvSpPr>
        <p:spPr>
          <a:xfrm>
            <a:off x="2392470" y="2559542"/>
            <a:ext cx="805212" cy="800456"/>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55" name="Text Placeholder 5"/>
          <p:cNvSpPr>
            <a:spLocks noGrp="1"/>
          </p:cNvSpPr>
          <p:nvPr userDrawn="1">
            <p:ph type="body" sz="quarter" idx="18" hasCustomPrompt="1"/>
          </p:nvPr>
        </p:nvSpPr>
        <p:spPr>
          <a:xfrm>
            <a:off x="609601" y="2671575"/>
            <a:ext cx="2377257"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endParaRPr lang="en-US" dirty="0"/>
          </a:p>
        </p:txBody>
      </p:sp>
      <p:sp>
        <p:nvSpPr>
          <p:cNvPr id="61" name="Rectangle 60"/>
          <p:cNvSpPr/>
          <p:nvPr userDrawn="1"/>
        </p:nvSpPr>
        <p:spPr>
          <a:xfrm>
            <a:off x="3302307" y="2559541"/>
            <a:ext cx="2740483" cy="369521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62" name="Rectangle 61"/>
          <p:cNvSpPr/>
          <p:nvPr userDrawn="1"/>
        </p:nvSpPr>
        <p:spPr>
          <a:xfrm>
            <a:off x="6147415" y="2559541"/>
            <a:ext cx="2740483" cy="369521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63" name="Rectangle 62"/>
          <p:cNvSpPr/>
          <p:nvPr userDrawn="1"/>
        </p:nvSpPr>
        <p:spPr>
          <a:xfrm>
            <a:off x="8992523" y="2559541"/>
            <a:ext cx="2740483" cy="3695210"/>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64" name="Rectangle 63"/>
          <p:cNvSpPr/>
          <p:nvPr userDrawn="1"/>
        </p:nvSpPr>
        <p:spPr>
          <a:xfrm>
            <a:off x="3302307" y="2559542"/>
            <a:ext cx="2330480" cy="80045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65" name="Text Placeholder 5"/>
          <p:cNvSpPr>
            <a:spLocks noGrp="1"/>
          </p:cNvSpPr>
          <p:nvPr>
            <p:ph type="body" sz="quarter" idx="22" hasCustomPrompt="1"/>
          </p:nvPr>
        </p:nvSpPr>
        <p:spPr>
          <a:xfrm>
            <a:off x="3447312" y="3473181"/>
            <a:ext cx="2377257" cy="2572510"/>
          </a:xfrm>
          <a:prstGeom prst="rect">
            <a:avLst/>
          </a:prstGeom>
        </p:spPr>
        <p:txBody>
          <a:bodyPr anchor="t"/>
          <a:lstStyle>
            <a:lvl1pPr>
              <a:defRPr sz="12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a:t>
            </a:r>
            <a:r>
              <a:rPr lang="en-US" dirty="0"/>
              <a:t>.</a:t>
            </a:r>
          </a:p>
        </p:txBody>
      </p:sp>
      <p:sp>
        <p:nvSpPr>
          <p:cNvPr id="66" name="Parallelogram 65"/>
          <p:cNvSpPr/>
          <p:nvPr userDrawn="1"/>
        </p:nvSpPr>
        <p:spPr>
          <a:xfrm>
            <a:off x="5230181" y="2559542"/>
            <a:ext cx="805212" cy="800456"/>
          </a:xfrm>
          <a:prstGeom prst="parallelogram">
            <a:avLst>
              <a:gd name="adj" fmla="val 4909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67" name="Text Placeholder 5"/>
          <p:cNvSpPr>
            <a:spLocks noGrp="1"/>
          </p:cNvSpPr>
          <p:nvPr>
            <p:ph type="body" sz="quarter" idx="23" hasCustomPrompt="1"/>
          </p:nvPr>
        </p:nvSpPr>
        <p:spPr>
          <a:xfrm>
            <a:off x="3447312" y="2671575"/>
            <a:ext cx="2377257"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endParaRPr lang="en-US" dirty="0"/>
          </a:p>
        </p:txBody>
      </p:sp>
      <p:sp>
        <p:nvSpPr>
          <p:cNvPr id="68" name="Rectangle 67"/>
          <p:cNvSpPr/>
          <p:nvPr userDrawn="1"/>
        </p:nvSpPr>
        <p:spPr>
          <a:xfrm>
            <a:off x="6140018" y="2559542"/>
            <a:ext cx="2330480" cy="80045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69" name="Text Placeholder 5"/>
          <p:cNvSpPr>
            <a:spLocks noGrp="1"/>
          </p:cNvSpPr>
          <p:nvPr>
            <p:ph type="body" sz="quarter" idx="24" hasCustomPrompt="1"/>
          </p:nvPr>
        </p:nvSpPr>
        <p:spPr>
          <a:xfrm>
            <a:off x="6285023" y="3473181"/>
            <a:ext cx="2377257" cy="2572510"/>
          </a:xfrm>
          <a:prstGeom prst="rect">
            <a:avLst/>
          </a:prstGeom>
        </p:spPr>
        <p:txBody>
          <a:bodyPr anchor="t"/>
          <a:lstStyle>
            <a:lvl1pPr>
              <a:defRPr sz="12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a:t>
            </a:r>
            <a:r>
              <a:rPr lang="en-US" dirty="0"/>
              <a:t>.</a:t>
            </a:r>
          </a:p>
        </p:txBody>
      </p:sp>
      <p:sp>
        <p:nvSpPr>
          <p:cNvPr id="70" name="Parallelogram 69"/>
          <p:cNvSpPr/>
          <p:nvPr userDrawn="1"/>
        </p:nvSpPr>
        <p:spPr>
          <a:xfrm>
            <a:off x="8067892" y="2559542"/>
            <a:ext cx="805212" cy="800456"/>
          </a:xfrm>
          <a:prstGeom prst="parallelogram">
            <a:avLst>
              <a:gd name="adj" fmla="val 490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71" name="Text Placeholder 5"/>
          <p:cNvSpPr>
            <a:spLocks noGrp="1"/>
          </p:cNvSpPr>
          <p:nvPr>
            <p:ph type="body" sz="quarter" idx="25" hasCustomPrompt="1"/>
          </p:nvPr>
        </p:nvSpPr>
        <p:spPr>
          <a:xfrm>
            <a:off x="6285023" y="2671575"/>
            <a:ext cx="2377257"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endParaRPr lang="en-US" dirty="0"/>
          </a:p>
        </p:txBody>
      </p:sp>
      <p:sp>
        <p:nvSpPr>
          <p:cNvPr id="72" name="Rectangle 71"/>
          <p:cNvSpPr/>
          <p:nvPr userDrawn="1"/>
        </p:nvSpPr>
        <p:spPr>
          <a:xfrm>
            <a:off x="9002048" y="2559542"/>
            <a:ext cx="2330480" cy="800456"/>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73" name="Text Placeholder 5"/>
          <p:cNvSpPr>
            <a:spLocks noGrp="1"/>
          </p:cNvSpPr>
          <p:nvPr>
            <p:ph type="body" sz="quarter" idx="26" hasCustomPrompt="1"/>
          </p:nvPr>
        </p:nvSpPr>
        <p:spPr>
          <a:xfrm>
            <a:off x="9147053" y="3473181"/>
            <a:ext cx="2377257" cy="2572510"/>
          </a:xfrm>
          <a:prstGeom prst="rect">
            <a:avLst/>
          </a:prstGeom>
        </p:spPr>
        <p:txBody>
          <a:bodyPr anchor="t"/>
          <a:lstStyle>
            <a:lvl1pPr>
              <a:defRPr sz="12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r>
              <a:rPr lang="en-US" dirty="0" err="1"/>
              <a:t>Duis</a:t>
            </a:r>
            <a:r>
              <a:rPr lang="en-US" dirty="0"/>
              <a:t> </a:t>
            </a:r>
            <a:r>
              <a:rPr lang="en-US" dirty="0" err="1"/>
              <a:t>aute</a:t>
            </a:r>
            <a:r>
              <a:rPr lang="en-US" dirty="0"/>
              <a:t> </a:t>
            </a:r>
            <a:r>
              <a:rPr lang="en-US" dirty="0" err="1"/>
              <a:t>irure</a:t>
            </a:r>
            <a:r>
              <a:rPr lang="en-US" dirty="0"/>
              <a:t> dolor in </a:t>
            </a:r>
            <a:r>
              <a:rPr lang="en-US" dirty="0" err="1"/>
              <a:t>reprehenderit</a:t>
            </a:r>
            <a:r>
              <a:rPr lang="en-US" dirty="0"/>
              <a:t> in </a:t>
            </a:r>
            <a:r>
              <a:rPr lang="en-US" dirty="0" err="1"/>
              <a:t>voluptate</a:t>
            </a:r>
            <a:r>
              <a:rPr lang="en-US" dirty="0"/>
              <a:t> </a:t>
            </a:r>
            <a:r>
              <a:rPr lang="en-US" dirty="0" err="1"/>
              <a:t>velit</a:t>
            </a:r>
            <a:r>
              <a:rPr lang="en-US" dirty="0"/>
              <a:t> </a:t>
            </a:r>
            <a:r>
              <a:rPr lang="en-US" dirty="0" err="1"/>
              <a:t>esse</a:t>
            </a:r>
            <a:r>
              <a:rPr lang="en-US" dirty="0"/>
              <a:t> </a:t>
            </a:r>
            <a:r>
              <a:rPr lang="en-US" dirty="0" err="1"/>
              <a:t>cillu</a:t>
            </a:r>
            <a:r>
              <a:rPr lang="en-US" dirty="0"/>
              <a:t>.</a:t>
            </a:r>
          </a:p>
        </p:txBody>
      </p:sp>
      <p:sp>
        <p:nvSpPr>
          <p:cNvPr id="74" name="Parallelogram 73"/>
          <p:cNvSpPr/>
          <p:nvPr userDrawn="1"/>
        </p:nvSpPr>
        <p:spPr>
          <a:xfrm>
            <a:off x="10929922" y="2559542"/>
            <a:ext cx="805212" cy="800456"/>
          </a:xfrm>
          <a:prstGeom prst="parallelogram">
            <a:avLst>
              <a:gd name="adj" fmla="val 4909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75" name="Text Placeholder 5"/>
          <p:cNvSpPr>
            <a:spLocks noGrp="1"/>
          </p:cNvSpPr>
          <p:nvPr>
            <p:ph type="body" sz="quarter" idx="27" hasCustomPrompt="1"/>
          </p:nvPr>
        </p:nvSpPr>
        <p:spPr>
          <a:xfrm>
            <a:off x="9147053" y="2671575"/>
            <a:ext cx="2377257" cy="576391"/>
          </a:xfrm>
          <a:prstGeom prst="rect">
            <a:avLst/>
          </a:prstGeom>
        </p:spPr>
        <p:txBody>
          <a:bodyPr anchor="ct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endParaRPr lang="en-US" dirty="0"/>
          </a:p>
        </p:txBody>
      </p:sp>
    </p:spTree>
    <p:extLst>
      <p:ext uri="{BB962C8B-B14F-4D97-AF65-F5344CB8AC3E}">
        <p14:creationId xmlns:p14="http://schemas.microsoft.com/office/powerpoint/2010/main" val="295222514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Placeholder for 5">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grpSp>
        <p:nvGrpSpPr>
          <p:cNvPr id="2" name="Group 1"/>
          <p:cNvGrpSpPr/>
          <p:nvPr userDrawn="1"/>
        </p:nvGrpSpPr>
        <p:grpSpPr>
          <a:xfrm>
            <a:off x="457201" y="3656214"/>
            <a:ext cx="11275805" cy="800456"/>
            <a:chOff x="457201" y="2058786"/>
            <a:chExt cx="11275805" cy="1233639"/>
          </a:xfrm>
        </p:grpSpPr>
        <p:sp>
          <p:nvSpPr>
            <p:cNvPr id="24" name="Rectangle 23"/>
            <p:cNvSpPr/>
            <p:nvPr userDrawn="1"/>
          </p:nvSpPr>
          <p:spPr>
            <a:xfrm>
              <a:off x="4097868" y="2058786"/>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5" name="Parallelogram 24"/>
            <p:cNvSpPr/>
            <p:nvPr userDrawn="1"/>
          </p:nvSpPr>
          <p:spPr>
            <a:xfrm>
              <a:off x="3617383" y="2058786"/>
              <a:ext cx="960968" cy="1233639"/>
            </a:xfrm>
            <a:prstGeom prst="parallelogram">
              <a:avLst>
                <a:gd name="adj" fmla="val 4909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26" name="Rectangle 25"/>
            <p:cNvSpPr/>
            <p:nvPr userDrawn="1"/>
          </p:nvSpPr>
          <p:spPr>
            <a:xfrm>
              <a:off x="1066800" y="2058786"/>
              <a:ext cx="3031067"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27" name="Rectangle 26"/>
            <p:cNvSpPr/>
            <p:nvPr userDrawn="1"/>
          </p:nvSpPr>
          <p:spPr>
            <a:xfrm>
              <a:off x="457201" y="2058786"/>
              <a:ext cx="609599" cy="12336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grpSp>
        <p:nvGrpSpPr>
          <p:cNvPr id="3" name="Group 2"/>
          <p:cNvGrpSpPr/>
          <p:nvPr userDrawn="1"/>
        </p:nvGrpSpPr>
        <p:grpSpPr>
          <a:xfrm>
            <a:off x="457201" y="1943006"/>
            <a:ext cx="11275805" cy="800456"/>
            <a:chOff x="457201" y="3486665"/>
            <a:chExt cx="11275805" cy="1233639"/>
          </a:xfrm>
        </p:grpSpPr>
        <p:sp>
          <p:nvSpPr>
            <p:cNvPr id="28" name="Rectangle 27"/>
            <p:cNvSpPr/>
            <p:nvPr userDrawn="1"/>
          </p:nvSpPr>
          <p:spPr>
            <a:xfrm>
              <a:off x="4097868" y="3486665"/>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9" name="Parallelogram 28"/>
            <p:cNvSpPr/>
            <p:nvPr userDrawn="1"/>
          </p:nvSpPr>
          <p:spPr>
            <a:xfrm>
              <a:off x="3617383" y="3486665"/>
              <a:ext cx="960968" cy="1233639"/>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0" name="Rectangle 29"/>
            <p:cNvSpPr/>
            <p:nvPr userDrawn="1"/>
          </p:nvSpPr>
          <p:spPr>
            <a:xfrm>
              <a:off x="1066800" y="3486665"/>
              <a:ext cx="3031067"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31" name="Rectangle 30"/>
            <p:cNvSpPr/>
            <p:nvPr userDrawn="1"/>
          </p:nvSpPr>
          <p:spPr>
            <a:xfrm>
              <a:off x="457201" y="3486665"/>
              <a:ext cx="609599"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grpSp>
        <p:nvGrpSpPr>
          <p:cNvPr id="5" name="Group 4"/>
          <p:cNvGrpSpPr/>
          <p:nvPr userDrawn="1"/>
        </p:nvGrpSpPr>
        <p:grpSpPr>
          <a:xfrm>
            <a:off x="457201" y="2799610"/>
            <a:ext cx="11275805" cy="800456"/>
            <a:chOff x="457201" y="4914544"/>
            <a:chExt cx="11275805" cy="1233639"/>
          </a:xfrm>
        </p:grpSpPr>
        <p:sp>
          <p:nvSpPr>
            <p:cNvPr id="32" name="Rectangle 31"/>
            <p:cNvSpPr/>
            <p:nvPr userDrawn="1"/>
          </p:nvSpPr>
          <p:spPr>
            <a:xfrm>
              <a:off x="4097868" y="4914544"/>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3" name="Parallelogram 32"/>
            <p:cNvSpPr/>
            <p:nvPr userDrawn="1"/>
          </p:nvSpPr>
          <p:spPr>
            <a:xfrm>
              <a:off x="3617383" y="4914544"/>
              <a:ext cx="960968" cy="1233639"/>
            </a:xfrm>
            <a:prstGeom prst="parallelogram">
              <a:avLst>
                <a:gd name="adj" fmla="val 4909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34" name="Rectangle 33"/>
            <p:cNvSpPr/>
            <p:nvPr userDrawn="1"/>
          </p:nvSpPr>
          <p:spPr>
            <a:xfrm>
              <a:off x="1066800" y="4914544"/>
              <a:ext cx="3031067"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35" name="Rectangle 34"/>
            <p:cNvSpPr/>
            <p:nvPr userDrawn="1"/>
          </p:nvSpPr>
          <p:spPr>
            <a:xfrm>
              <a:off x="457201" y="4914544"/>
              <a:ext cx="609599"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grpSp>
        <p:nvGrpSpPr>
          <p:cNvPr id="44" name="Group 43"/>
          <p:cNvGrpSpPr/>
          <p:nvPr userDrawn="1"/>
        </p:nvGrpSpPr>
        <p:grpSpPr>
          <a:xfrm>
            <a:off x="457201" y="4512818"/>
            <a:ext cx="11275805" cy="800456"/>
            <a:chOff x="457201" y="3486665"/>
            <a:chExt cx="11275805" cy="1233639"/>
          </a:xfrm>
        </p:grpSpPr>
        <p:sp>
          <p:nvSpPr>
            <p:cNvPr id="45" name="Rectangle 44"/>
            <p:cNvSpPr/>
            <p:nvPr userDrawn="1"/>
          </p:nvSpPr>
          <p:spPr>
            <a:xfrm>
              <a:off x="4097868" y="3486665"/>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46" name="Parallelogram 45"/>
            <p:cNvSpPr/>
            <p:nvPr userDrawn="1"/>
          </p:nvSpPr>
          <p:spPr>
            <a:xfrm>
              <a:off x="3617383" y="3486665"/>
              <a:ext cx="960968" cy="1233639"/>
            </a:xfrm>
            <a:prstGeom prst="parallelogram">
              <a:avLst>
                <a:gd name="adj" fmla="val 49097"/>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47" name="Rectangle 46"/>
            <p:cNvSpPr/>
            <p:nvPr userDrawn="1"/>
          </p:nvSpPr>
          <p:spPr>
            <a:xfrm>
              <a:off x="1066800" y="3486665"/>
              <a:ext cx="3031067"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48" name="Rectangle 47"/>
            <p:cNvSpPr/>
            <p:nvPr userDrawn="1"/>
          </p:nvSpPr>
          <p:spPr>
            <a:xfrm>
              <a:off x="457201" y="3486665"/>
              <a:ext cx="609599" cy="12336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grpSp>
        <p:nvGrpSpPr>
          <p:cNvPr id="49" name="Group 48"/>
          <p:cNvGrpSpPr/>
          <p:nvPr userDrawn="1"/>
        </p:nvGrpSpPr>
        <p:grpSpPr>
          <a:xfrm>
            <a:off x="457201" y="5369423"/>
            <a:ext cx="11275805" cy="800456"/>
            <a:chOff x="457201" y="4914544"/>
            <a:chExt cx="11275805" cy="1233639"/>
          </a:xfrm>
        </p:grpSpPr>
        <p:sp>
          <p:nvSpPr>
            <p:cNvPr id="50" name="Rectangle 49"/>
            <p:cNvSpPr/>
            <p:nvPr userDrawn="1"/>
          </p:nvSpPr>
          <p:spPr>
            <a:xfrm>
              <a:off x="4097868" y="4914544"/>
              <a:ext cx="7635138" cy="1233639"/>
            </a:xfrm>
            <a:prstGeom prst="rect">
              <a:avLst/>
            </a:prstGeom>
            <a:solidFill>
              <a:srgbClr val="EBECEE"/>
            </a:solidFill>
            <a:ln>
              <a:noFill/>
            </a:ln>
          </p:spPr>
          <p:style>
            <a:lnRef idx="2">
              <a:schemeClr val="accent1">
                <a:shade val="50000"/>
              </a:schemeClr>
            </a:lnRef>
            <a:fillRef idx="1">
              <a:schemeClr val="accent1"/>
            </a:fillRef>
            <a:effectRef idx="0">
              <a:schemeClr val="accent1"/>
            </a:effectRef>
            <a:fontRef idx="minor">
              <a:schemeClr val="lt1"/>
            </a:fontRef>
          </p:style>
          <p:txBody>
            <a:bodyPr lIns="64008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51" name="Parallelogram 50"/>
            <p:cNvSpPr/>
            <p:nvPr userDrawn="1"/>
          </p:nvSpPr>
          <p:spPr>
            <a:xfrm>
              <a:off x="3617383" y="4914544"/>
              <a:ext cx="960968" cy="1233639"/>
            </a:xfrm>
            <a:prstGeom prst="parallelogram">
              <a:avLst>
                <a:gd name="adj" fmla="val 49097"/>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a:ea typeface="+mn-ea"/>
                <a:cs typeface="+mn-cs"/>
              </a:endParaRPr>
            </a:p>
          </p:txBody>
        </p:sp>
        <p:sp>
          <p:nvSpPr>
            <p:cNvPr id="52" name="Rectangle 51"/>
            <p:cNvSpPr/>
            <p:nvPr userDrawn="1"/>
          </p:nvSpPr>
          <p:spPr>
            <a:xfrm>
              <a:off x="1066800" y="4914544"/>
              <a:ext cx="3031067"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Georgia" charset="0"/>
                <a:ea typeface="Georgia" charset="0"/>
                <a:cs typeface="Georgia" charset="0"/>
              </a:endParaRPr>
            </a:p>
          </p:txBody>
        </p:sp>
        <p:sp>
          <p:nvSpPr>
            <p:cNvPr id="53" name="Rectangle 52"/>
            <p:cNvSpPr/>
            <p:nvPr userDrawn="1"/>
          </p:nvSpPr>
          <p:spPr>
            <a:xfrm>
              <a:off x="457201" y="4914544"/>
              <a:ext cx="609599" cy="12336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182880" r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5000" b="0"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grpSp>
      <p:sp>
        <p:nvSpPr>
          <p:cNvPr id="54" name="Text Placeholder 3"/>
          <p:cNvSpPr>
            <a:spLocks noGrp="1"/>
          </p:cNvSpPr>
          <p:nvPr>
            <p:ph type="body" sz="quarter" idx="13" hasCustomPrompt="1"/>
          </p:nvPr>
        </p:nvSpPr>
        <p:spPr>
          <a:xfrm>
            <a:off x="457200" y="2019554"/>
            <a:ext cx="619763" cy="571440"/>
          </a:xfrm>
          <a:prstGeom prst="rect">
            <a:avLst/>
          </a:prstGeom>
        </p:spPr>
        <p:txBody>
          <a:bodyPr anchor="ctr"/>
          <a:lstStyle>
            <a:lvl1pPr algn="ctr">
              <a:defRPr sz="5400">
                <a:solidFill>
                  <a:schemeClr val="bg1"/>
                </a:solidFill>
              </a:defRPr>
            </a:lvl1pPr>
          </a:lstStyle>
          <a:p>
            <a:pPr lvl="0"/>
            <a:r>
              <a:rPr lang="en-US" dirty="0"/>
              <a:t>1</a:t>
            </a:r>
            <a:endParaRPr lang="en-IN" dirty="0"/>
          </a:p>
        </p:txBody>
      </p:sp>
      <p:sp>
        <p:nvSpPr>
          <p:cNvPr id="55" name="Text Placeholder 5"/>
          <p:cNvSpPr>
            <a:spLocks noGrp="1"/>
          </p:cNvSpPr>
          <p:nvPr>
            <p:ph type="body" sz="quarter" idx="18" hasCustomPrompt="1"/>
          </p:nvPr>
        </p:nvSpPr>
        <p:spPr>
          <a:xfrm>
            <a:off x="1219200" y="2055039"/>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6" name="Text Placeholder 5"/>
          <p:cNvSpPr>
            <a:spLocks noGrp="1"/>
          </p:cNvSpPr>
          <p:nvPr>
            <p:ph type="body" sz="quarter" idx="21" hasCustomPrompt="1"/>
          </p:nvPr>
        </p:nvSpPr>
        <p:spPr>
          <a:xfrm>
            <a:off x="4796526" y="2055039"/>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57" name="Text Placeholder 3"/>
          <p:cNvSpPr>
            <a:spLocks noGrp="1"/>
          </p:cNvSpPr>
          <p:nvPr>
            <p:ph type="body" sz="quarter" idx="22" hasCustomPrompt="1"/>
          </p:nvPr>
        </p:nvSpPr>
        <p:spPr>
          <a:xfrm>
            <a:off x="457200" y="2856546"/>
            <a:ext cx="619763" cy="571440"/>
          </a:xfrm>
          <a:prstGeom prst="rect">
            <a:avLst/>
          </a:prstGeom>
        </p:spPr>
        <p:txBody>
          <a:bodyPr anchor="ctr"/>
          <a:lstStyle>
            <a:lvl1pPr algn="ctr">
              <a:defRPr sz="5400">
                <a:solidFill>
                  <a:schemeClr val="bg1"/>
                </a:solidFill>
              </a:defRPr>
            </a:lvl1pPr>
          </a:lstStyle>
          <a:p>
            <a:pPr lvl="0"/>
            <a:r>
              <a:rPr lang="en-US" dirty="0"/>
              <a:t>2</a:t>
            </a:r>
            <a:endParaRPr lang="en-IN" dirty="0"/>
          </a:p>
        </p:txBody>
      </p:sp>
      <p:sp>
        <p:nvSpPr>
          <p:cNvPr id="58" name="Text Placeholder 5"/>
          <p:cNvSpPr>
            <a:spLocks noGrp="1"/>
          </p:cNvSpPr>
          <p:nvPr>
            <p:ph type="body" sz="quarter" idx="23" hasCustomPrompt="1"/>
          </p:nvPr>
        </p:nvSpPr>
        <p:spPr>
          <a:xfrm>
            <a:off x="1219200" y="2919038"/>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59" name="Text Placeholder 5"/>
          <p:cNvSpPr>
            <a:spLocks noGrp="1"/>
          </p:cNvSpPr>
          <p:nvPr>
            <p:ph type="body" sz="quarter" idx="24" hasCustomPrompt="1"/>
          </p:nvPr>
        </p:nvSpPr>
        <p:spPr>
          <a:xfrm>
            <a:off x="4796526" y="2919038"/>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60" name="Text Placeholder 3"/>
          <p:cNvSpPr>
            <a:spLocks noGrp="1"/>
          </p:cNvSpPr>
          <p:nvPr>
            <p:ph type="body" sz="quarter" idx="25" hasCustomPrompt="1"/>
          </p:nvPr>
        </p:nvSpPr>
        <p:spPr>
          <a:xfrm>
            <a:off x="457200" y="3671005"/>
            <a:ext cx="619763" cy="571440"/>
          </a:xfrm>
          <a:prstGeom prst="rect">
            <a:avLst/>
          </a:prstGeom>
        </p:spPr>
        <p:txBody>
          <a:bodyPr anchor="ctr"/>
          <a:lstStyle>
            <a:lvl1pPr algn="ctr">
              <a:defRPr sz="5400">
                <a:solidFill>
                  <a:schemeClr val="bg1"/>
                </a:solidFill>
              </a:defRPr>
            </a:lvl1pPr>
          </a:lstStyle>
          <a:p>
            <a:pPr lvl="0"/>
            <a:r>
              <a:rPr lang="en-US" dirty="0"/>
              <a:t>3</a:t>
            </a:r>
            <a:endParaRPr lang="en-IN" dirty="0"/>
          </a:p>
        </p:txBody>
      </p:sp>
      <p:sp>
        <p:nvSpPr>
          <p:cNvPr id="61" name="Text Placeholder 5"/>
          <p:cNvSpPr>
            <a:spLocks noGrp="1"/>
          </p:cNvSpPr>
          <p:nvPr>
            <p:ph type="body" sz="quarter" idx="26" hasCustomPrompt="1"/>
          </p:nvPr>
        </p:nvSpPr>
        <p:spPr>
          <a:xfrm>
            <a:off x="1219200" y="3775642"/>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62" name="Text Placeholder 5"/>
          <p:cNvSpPr>
            <a:spLocks noGrp="1"/>
          </p:cNvSpPr>
          <p:nvPr>
            <p:ph type="body" sz="quarter" idx="27" hasCustomPrompt="1"/>
          </p:nvPr>
        </p:nvSpPr>
        <p:spPr>
          <a:xfrm>
            <a:off x="4796526" y="3775642"/>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63" name="Text Placeholder 3"/>
          <p:cNvSpPr>
            <a:spLocks noGrp="1"/>
          </p:cNvSpPr>
          <p:nvPr>
            <p:ph type="body" sz="quarter" idx="28" hasCustomPrompt="1"/>
          </p:nvPr>
        </p:nvSpPr>
        <p:spPr>
          <a:xfrm>
            <a:off x="457200" y="4514555"/>
            <a:ext cx="619763" cy="571440"/>
          </a:xfrm>
          <a:prstGeom prst="rect">
            <a:avLst/>
          </a:prstGeom>
        </p:spPr>
        <p:txBody>
          <a:bodyPr anchor="ctr"/>
          <a:lstStyle>
            <a:lvl1pPr algn="ctr">
              <a:defRPr sz="5400">
                <a:solidFill>
                  <a:schemeClr val="bg1"/>
                </a:solidFill>
              </a:defRPr>
            </a:lvl1pPr>
          </a:lstStyle>
          <a:p>
            <a:pPr lvl="0"/>
            <a:r>
              <a:rPr lang="en-US" dirty="0"/>
              <a:t>4</a:t>
            </a:r>
            <a:endParaRPr lang="en-IN" dirty="0"/>
          </a:p>
        </p:txBody>
      </p:sp>
      <p:sp>
        <p:nvSpPr>
          <p:cNvPr id="64" name="Text Placeholder 5"/>
          <p:cNvSpPr>
            <a:spLocks noGrp="1"/>
          </p:cNvSpPr>
          <p:nvPr>
            <p:ph type="body" sz="quarter" idx="29" hasCustomPrompt="1"/>
          </p:nvPr>
        </p:nvSpPr>
        <p:spPr>
          <a:xfrm>
            <a:off x="1219200" y="4632246"/>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65" name="Text Placeholder 5"/>
          <p:cNvSpPr>
            <a:spLocks noGrp="1"/>
          </p:cNvSpPr>
          <p:nvPr>
            <p:ph type="body" sz="quarter" idx="30" hasCustomPrompt="1"/>
          </p:nvPr>
        </p:nvSpPr>
        <p:spPr>
          <a:xfrm>
            <a:off x="4796526" y="4632246"/>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67" name="Text Placeholder 5"/>
          <p:cNvSpPr>
            <a:spLocks noGrp="1"/>
          </p:cNvSpPr>
          <p:nvPr>
            <p:ph type="body" sz="quarter" idx="32" hasCustomPrompt="1"/>
          </p:nvPr>
        </p:nvSpPr>
        <p:spPr>
          <a:xfrm>
            <a:off x="1219200" y="5483537"/>
            <a:ext cx="3200400" cy="576391"/>
          </a:xfrm>
          <a:prstGeom prst="rect">
            <a:avLst/>
          </a:prstGeom>
        </p:spPr>
        <p:txBody>
          <a:bodyPr anchor="ctr"/>
          <a:lstStyle>
            <a:lvl1pPr>
              <a:defRPr sz="16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68" name="Text Placeholder 5"/>
          <p:cNvSpPr>
            <a:spLocks noGrp="1"/>
          </p:cNvSpPr>
          <p:nvPr>
            <p:ph type="body" sz="quarter" idx="33" hasCustomPrompt="1"/>
          </p:nvPr>
        </p:nvSpPr>
        <p:spPr>
          <a:xfrm>
            <a:off x="4796526" y="5483537"/>
            <a:ext cx="6709673" cy="576391"/>
          </a:xfrm>
          <a:prstGeom prst="rect">
            <a:avLst/>
          </a:prstGeom>
        </p:spPr>
        <p:txBody>
          <a:bodyPr anchor="ctr"/>
          <a:lstStyle>
            <a:lvl1pPr>
              <a:defRPr sz="1400">
                <a:solidFill>
                  <a:schemeClr val="accent6"/>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endParaRPr lang="en-US" dirty="0"/>
          </a:p>
        </p:txBody>
      </p:sp>
      <p:sp>
        <p:nvSpPr>
          <p:cNvPr id="71" name="Text Placeholder 3"/>
          <p:cNvSpPr>
            <a:spLocks noGrp="1"/>
          </p:cNvSpPr>
          <p:nvPr>
            <p:ph type="body" sz="quarter" idx="34" hasCustomPrompt="1"/>
          </p:nvPr>
        </p:nvSpPr>
        <p:spPr>
          <a:xfrm>
            <a:off x="457200" y="5363404"/>
            <a:ext cx="619763" cy="571440"/>
          </a:xfrm>
          <a:prstGeom prst="rect">
            <a:avLst/>
          </a:prstGeom>
        </p:spPr>
        <p:txBody>
          <a:bodyPr anchor="ctr"/>
          <a:lstStyle>
            <a:lvl1pPr algn="ctr">
              <a:defRPr sz="5400">
                <a:solidFill>
                  <a:schemeClr val="bg1"/>
                </a:solidFill>
              </a:defRPr>
            </a:lvl1pPr>
          </a:lstStyle>
          <a:p>
            <a:pPr lvl="0"/>
            <a:r>
              <a:rPr lang="en-US" dirty="0"/>
              <a:t>5</a:t>
            </a:r>
            <a:endParaRPr lang="en-IN" dirty="0"/>
          </a:p>
        </p:txBody>
      </p:sp>
    </p:spTree>
    <p:extLst>
      <p:ext uri="{BB962C8B-B14F-4D97-AF65-F5344CB8AC3E}">
        <p14:creationId xmlns:p14="http://schemas.microsoft.com/office/powerpoint/2010/main" val="39981227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raphics with Content for 4 Dimensions">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pic>
        <p:nvPicPr>
          <p:cNvPr id="29" name="Picture 28"/>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81450" y="1905000"/>
            <a:ext cx="4229100" cy="4393282"/>
          </a:xfrm>
          <a:prstGeom prst="rect">
            <a:avLst/>
          </a:prstGeom>
        </p:spPr>
      </p:pic>
      <p:sp>
        <p:nvSpPr>
          <p:cNvPr id="32" name="Text Placeholder 22"/>
          <p:cNvSpPr>
            <a:spLocks noGrp="1"/>
          </p:cNvSpPr>
          <p:nvPr>
            <p:ph type="body" sz="quarter" idx="13" hasCustomPrompt="1"/>
          </p:nvPr>
        </p:nvSpPr>
        <p:spPr>
          <a:xfrm>
            <a:off x="457200" y="2532744"/>
            <a:ext cx="3429000" cy="1371600"/>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sp>
        <p:nvSpPr>
          <p:cNvPr id="33" name="Text Placeholder 22"/>
          <p:cNvSpPr>
            <a:spLocks noGrp="1"/>
          </p:cNvSpPr>
          <p:nvPr>
            <p:ph type="body" sz="quarter" idx="14" hasCustomPrompt="1"/>
          </p:nvPr>
        </p:nvSpPr>
        <p:spPr>
          <a:xfrm>
            <a:off x="457200" y="1846944"/>
            <a:ext cx="3429000"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35" name="Text Placeholder 22"/>
          <p:cNvSpPr>
            <a:spLocks noGrp="1"/>
          </p:cNvSpPr>
          <p:nvPr>
            <p:ph type="body" sz="quarter" idx="15" hasCustomPrompt="1"/>
          </p:nvPr>
        </p:nvSpPr>
        <p:spPr>
          <a:xfrm>
            <a:off x="8310032" y="2532744"/>
            <a:ext cx="3429000" cy="1371600"/>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sp>
        <p:nvSpPr>
          <p:cNvPr id="36" name="Text Placeholder 22"/>
          <p:cNvSpPr>
            <a:spLocks noGrp="1"/>
          </p:cNvSpPr>
          <p:nvPr>
            <p:ph type="body" sz="quarter" idx="16" hasCustomPrompt="1"/>
          </p:nvPr>
        </p:nvSpPr>
        <p:spPr>
          <a:xfrm>
            <a:off x="8310032" y="1846944"/>
            <a:ext cx="3429000"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38" name="Text Placeholder 22"/>
          <p:cNvSpPr>
            <a:spLocks noGrp="1"/>
          </p:cNvSpPr>
          <p:nvPr>
            <p:ph type="body" sz="quarter" idx="17" hasCustomPrompt="1"/>
          </p:nvPr>
        </p:nvSpPr>
        <p:spPr>
          <a:xfrm>
            <a:off x="457200" y="4906978"/>
            <a:ext cx="3429000" cy="1371600"/>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sp>
        <p:nvSpPr>
          <p:cNvPr id="39" name="Text Placeholder 22"/>
          <p:cNvSpPr>
            <a:spLocks noGrp="1"/>
          </p:cNvSpPr>
          <p:nvPr>
            <p:ph type="body" sz="quarter" idx="18" hasCustomPrompt="1"/>
          </p:nvPr>
        </p:nvSpPr>
        <p:spPr>
          <a:xfrm>
            <a:off x="457200" y="4221178"/>
            <a:ext cx="3429000"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41" name="Text Placeholder 22"/>
          <p:cNvSpPr>
            <a:spLocks noGrp="1"/>
          </p:cNvSpPr>
          <p:nvPr>
            <p:ph type="body" sz="quarter" idx="19" hasCustomPrompt="1"/>
          </p:nvPr>
        </p:nvSpPr>
        <p:spPr>
          <a:xfrm>
            <a:off x="8310032" y="4906978"/>
            <a:ext cx="3429000" cy="1371600"/>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consequat</a:t>
            </a:r>
            <a:r>
              <a:rPr lang="en-US" dirty="0"/>
              <a:t>. </a:t>
            </a:r>
          </a:p>
        </p:txBody>
      </p:sp>
      <p:sp>
        <p:nvSpPr>
          <p:cNvPr id="42" name="Text Placeholder 22"/>
          <p:cNvSpPr>
            <a:spLocks noGrp="1"/>
          </p:cNvSpPr>
          <p:nvPr>
            <p:ph type="body" sz="quarter" idx="20" hasCustomPrompt="1"/>
          </p:nvPr>
        </p:nvSpPr>
        <p:spPr>
          <a:xfrm>
            <a:off x="8310032" y="4221178"/>
            <a:ext cx="3429000" cy="685800"/>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endParaRPr lang="en-US" dirty="0"/>
          </a:p>
        </p:txBody>
      </p:sp>
      <p:sp>
        <p:nvSpPr>
          <p:cNvPr id="44" name="Text Placeholder 22"/>
          <p:cNvSpPr>
            <a:spLocks noGrp="1"/>
          </p:cNvSpPr>
          <p:nvPr>
            <p:ph type="body" sz="quarter" idx="21" hasCustomPrompt="1"/>
          </p:nvPr>
        </p:nvSpPr>
        <p:spPr>
          <a:xfrm rot="19402216">
            <a:off x="4526147" y="2699113"/>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5" name="Text Placeholder 22"/>
          <p:cNvSpPr>
            <a:spLocks noGrp="1"/>
          </p:cNvSpPr>
          <p:nvPr>
            <p:ph type="body" sz="quarter" idx="22" hasCustomPrompt="1"/>
          </p:nvPr>
        </p:nvSpPr>
        <p:spPr>
          <a:xfrm rot="1800000">
            <a:off x="6086947" y="2655893"/>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6" name="Text Placeholder 22"/>
          <p:cNvSpPr>
            <a:spLocks noGrp="1"/>
          </p:cNvSpPr>
          <p:nvPr>
            <p:ph type="body" sz="quarter" idx="23" hasCustomPrompt="1"/>
          </p:nvPr>
        </p:nvSpPr>
        <p:spPr>
          <a:xfrm rot="12807123">
            <a:off x="4191001" y="4282055"/>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7" name="Text Placeholder 22"/>
          <p:cNvSpPr>
            <a:spLocks noGrp="1"/>
          </p:cNvSpPr>
          <p:nvPr>
            <p:ph type="body" sz="quarter" idx="24" hasCustomPrompt="1"/>
          </p:nvPr>
        </p:nvSpPr>
        <p:spPr>
          <a:xfrm rot="8786600">
            <a:off x="6423414" y="4292297"/>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Tree>
    <p:extLst>
      <p:ext uri="{BB962C8B-B14F-4D97-AF65-F5344CB8AC3E}">
        <p14:creationId xmlns:p14="http://schemas.microsoft.com/office/powerpoint/2010/main" val="31802278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raphics with Content for 6 Dimensions">
    <p:spTree>
      <p:nvGrpSpPr>
        <p:cNvPr id="1" name=""/>
        <p:cNvGrpSpPr/>
        <p:nvPr/>
      </p:nvGrpSpPr>
      <p:grpSpPr>
        <a:xfrm>
          <a:off x="0" y="0"/>
          <a:ext cx="0" cy="0"/>
          <a:chOff x="0" y="0"/>
          <a:chExt cx="0" cy="0"/>
        </a:xfrm>
      </p:grpSpPr>
      <p:sp>
        <p:nvSpPr>
          <p:cNvPr id="14" name="Text Placeholder 22"/>
          <p:cNvSpPr>
            <a:spLocks noGrp="1"/>
          </p:cNvSpPr>
          <p:nvPr>
            <p:ph type="body" sz="quarter" idx="11" hasCustomPrompt="1"/>
          </p:nvPr>
        </p:nvSpPr>
        <p:spPr>
          <a:xfrm>
            <a:off x="460744" y="457201"/>
            <a:ext cx="7235456" cy="533400"/>
          </a:xfrm>
          <a:prstGeom prst="rect">
            <a:avLst/>
          </a:prstGeom>
        </p:spPr>
        <p:txBody>
          <a:bodyPr anchor="ctr"/>
          <a:lstStyle>
            <a:lvl1pPr>
              <a:defRPr sz="3000" baseline="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15" name="Text Placeholder 22"/>
          <p:cNvSpPr>
            <a:spLocks noGrp="1"/>
          </p:cNvSpPr>
          <p:nvPr>
            <p:ph type="body" sz="quarter" idx="12" hasCustomPrompt="1"/>
          </p:nvPr>
        </p:nvSpPr>
        <p:spPr>
          <a:xfrm>
            <a:off x="460744" y="976087"/>
            <a:ext cx="9673856" cy="533400"/>
          </a:xfrm>
          <a:prstGeom prst="rect">
            <a:avLst/>
          </a:prstGeom>
        </p:spPr>
        <p:txBody>
          <a:bodyPr anchor="ct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
        <p:nvSpPr>
          <p:cNvPr id="1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17" name="TextBox 1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18" name="Picture 17"/>
          <p:cNvPicPr>
            <a:picLocks noChangeAspect="1"/>
          </p:cNvPicPr>
          <p:nvPr userDrawn="1"/>
        </p:nvPicPr>
        <p:blipFill>
          <a:blip r:embed="rId2"/>
          <a:stretch>
            <a:fillRect/>
          </a:stretch>
        </p:blipFill>
        <p:spPr>
          <a:xfrm>
            <a:off x="10893034" y="6462131"/>
            <a:ext cx="839972" cy="309081"/>
          </a:xfrm>
          <a:prstGeom prst="rect">
            <a:avLst/>
          </a:prstGeom>
        </p:spPr>
      </p:pic>
      <p:sp>
        <p:nvSpPr>
          <p:cNvPr id="32" name="Text Placeholder 22"/>
          <p:cNvSpPr>
            <a:spLocks noGrp="1"/>
          </p:cNvSpPr>
          <p:nvPr>
            <p:ph type="body" sz="quarter" idx="13" hasCustomPrompt="1"/>
          </p:nvPr>
        </p:nvSpPr>
        <p:spPr>
          <a:xfrm>
            <a:off x="457200" y="2219326"/>
            <a:ext cx="3429000" cy="984282"/>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33" name="Text Placeholder 22"/>
          <p:cNvSpPr>
            <a:spLocks noGrp="1"/>
          </p:cNvSpPr>
          <p:nvPr>
            <p:ph type="body" sz="quarter" idx="14" hasCustomPrompt="1"/>
          </p:nvPr>
        </p:nvSpPr>
        <p:spPr>
          <a:xfrm>
            <a:off x="457200" y="1905000"/>
            <a:ext cx="3429000" cy="30480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35" name="Text Placeholder 22"/>
          <p:cNvSpPr>
            <a:spLocks noGrp="1"/>
          </p:cNvSpPr>
          <p:nvPr>
            <p:ph type="body" sz="quarter" idx="15" hasCustomPrompt="1"/>
          </p:nvPr>
        </p:nvSpPr>
        <p:spPr>
          <a:xfrm>
            <a:off x="8310032" y="2223862"/>
            <a:ext cx="3429000" cy="962024"/>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36" name="Text Placeholder 22"/>
          <p:cNvSpPr>
            <a:spLocks noGrp="1"/>
          </p:cNvSpPr>
          <p:nvPr>
            <p:ph type="body" sz="quarter" idx="16" hasCustomPrompt="1"/>
          </p:nvPr>
        </p:nvSpPr>
        <p:spPr>
          <a:xfrm>
            <a:off x="8310032" y="1890486"/>
            <a:ext cx="3429000" cy="314326"/>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24" name="Trapezoid 23"/>
          <p:cNvSpPr/>
          <p:nvPr userDrawn="1"/>
        </p:nvSpPr>
        <p:spPr>
          <a:xfrm rot="5400000">
            <a:off x="3635208" y="3211877"/>
            <a:ext cx="2225271" cy="1155377"/>
          </a:xfrm>
          <a:prstGeom prst="trapezoid">
            <a:avLst>
              <a:gd name="adj" fmla="val 5747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pPr>
            <a:endParaRPr kumimoji="0" lang="en-US" sz="1400" b="1" i="0" u="none" strike="noStrike" cap="none" spc="0" normalizeH="0" baseline="0" noProof="0" dirty="0">
              <a:ln>
                <a:noFill/>
              </a:ln>
              <a:solidFill>
                <a:srgbClr val="FFFFFF"/>
              </a:solidFill>
              <a:effectLst/>
              <a:uLnTx/>
              <a:uFillTx/>
              <a:latin typeface="Calibri" charset="0"/>
              <a:ea typeface="Calibri" charset="0"/>
              <a:cs typeface="Calibri" charset="0"/>
            </a:endParaRPr>
          </a:p>
        </p:txBody>
      </p:sp>
      <p:sp>
        <p:nvSpPr>
          <p:cNvPr id="25" name="Trapezoid 24"/>
          <p:cNvSpPr/>
          <p:nvPr userDrawn="1"/>
        </p:nvSpPr>
        <p:spPr>
          <a:xfrm rot="9000000">
            <a:off x="4310915" y="2047217"/>
            <a:ext cx="2225271" cy="1155377"/>
          </a:xfrm>
          <a:prstGeom prst="trapezoid">
            <a:avLst>
              <a:gd name="adj" fmla="val 5747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10800000"/>
              </a:camera>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6" name="Trapezoid 25"/>
          <p:cNvSpPr/>
          <p:nvPr userDrawn="1"/>
        </p:nvSpPr>
        <p:spPr>
          <a:xfrm rot="1800000">
            <a:off x="4309933" y="4375474"/>
            <a:ext cx="2225271" cy="1155377"/>
          </a:xfrm>
          <a:prstGeom prst="trapezoid">
            <a:avLst>
              <a:gd name="adj" fmla="val 5747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10800000"/>
              </a:camera>
              <a:lightRig rig="threePt" dir="t"/>
            </a:scene3d>
          </a:bodyPr>
          <a:lstStyle/>
          <a:p>
            <a:pPr marR="0" lvl="0" indent="0" algn="ctr" fontAlgn="auto">
              <a:lnSpc>
                <a:spcPct val="100000"/>
              </a:lnSpc>
              <a:spcBef>
                <a:spcPts val="0"/>
              </a:spcBef>
              <a:spcAft>
                <a:spcPts val="0"/>
              </a:spcAft>
              <a:buClrTx/>
              <a:buSzTx/>
              <a:buFontTx/>
              <a:buNone/>
              <a:tabLst/>
            </a:pPr>
            <a:endParaRPr kumimoji="0" lang="en-US" sz="1400" b="1" i="0" u="none" strike="noStrike" cap="none" spc="0" normalizeH="0" baseline="0" noProof="0" dirty="0">
              <a:ln>
                <a:noFill/>
              </a:ln>
              <a:solidFill>
                <a:srgbClr val="FFFFFF"/>
              </a:solidFill>
              <a:effectLst/>
              <a:uLnTx/>
              <a:uFillTx/>
              <a:latin typeface="Calibri" charset="0"/>
              <a:ea typeface="Calibri" charset="0"/>
              <a:cs typeface="Calibri" charset="0"/>
            </a:endParaRPr>
          </a:p>
        </p:txBody>
      </p:sp>
      <p:sp>
        <p:nvSpPr>
          <p:cNvPr id="27" name="Trapezoid 26"/>
          <p:cNvSpPr/>
          <p:nvPr userDrawn="1"/>
        </p:nvSpPr>
        <p:spPr>
          <a:xfrm rot="16200000">
            <a:off x="6334282" y="3210814"/>
            <a:ext cx="2225271" cy="1155377"/>
          </a:xfrm>
          <a:prstGeom prst="trapezoid">
            <a:avLst>
              <a:gd name="adj" fmla="val 57476"/>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28" name="Trapezoid 27"/>
          <p:cNvSpPr/>
          <p:nvPr userDrawn="1"/>
        </p:nvSpPr>
        <p:spPr>
          <a:xfrm rot="19800000">
            <a:off x="5658575" y="4375474"/>
            <a:ext cx="2225271" cy="1155377"/>
          </a:xfrm>
          <a:prstGeom prst="trapezoid">
            <a:avLst>
              <a:gd name="adj" fmla="val 5747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10800000"/>
              </a:camera>
              <a:lightRig rig="threePt" dir="t"/>
            </a:scene3d>
          </a:bodyPr>
          <a:lstStyle/>
          <a:p>
            <a:pPr marR="0" lvl="0" indent="0" algn="ctr" fontAlgn="auto">
              <a:lnSpc>
                <a:spcPct val="100000"/>
              </a:lnSpc>
              <a:spcBef>
                <a:spcPts val="0"/>
              </a:spcBef>
              <a:spcAft>
                <a:spcPts val="0"/>
              </a:spcAft>
              <a:buClrTx/>
              <a:buSzTx/>
              <a:buFontTx/>
              <a:buNone/>
              <a:tabLst/>
            </a:pPr>
            <a:endParaRPr kumimoji="0" lang="en-US" sz="1400" b="1" i="0" u="none" strike="noStrike" cap="none" spc="0" normalizeH="0" baseline="0" noProof="0" dirty="0">
              <a:ln>
                <a:noFill/>
              </a:ln>
              <a:solidFill>
                <a:srgbClr val="FFFFFF"/>
              </a:solidFill>
              <a:effectLst/>
              <a:uLnTx/>
              <a:uFillTx/>
              <a:latin typeface="Calibri" charset="0"/>
              <a:ea typeface="Calibri" charset="0"/>
              <a:cs typeface="Calibri" charset="0"/>
            </a:endParaRPr>
          </a:p>
        </p:txBody>
      </p:sp>
      <p:sp>
        <p:nvSpPr>
          <p:cNvPr id="30" name="Trapezoid 29"/>
          <p:cNvSpPr/>
          <p:nvPr userDrawn="1"/>
        </p:nvSpPr>
        <p:spPr>
          <a:xfrm rot="12600000">
            <a:off x="5659557" y="2047217"/>
            <a:ext cx="2225271" cy="1155377"/>
          </a:xfrm>
          <a:prstGeom prst="trapezoid">
            <a:avLst>
              <a:gd name="adj" fmla="val 57476"/>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scene3d>
              <a:camera prst="orthographicFront">
                <a:rot lat="0" lon="0" rev="10800000"/>
              </a:camera>
              <a:lightRig rig="threePt" dir="t"/>
            </a:scene3d>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FFFF"/>
              </a:solidFill>
              <a:effectLst/>
              <a:uLnTx/>
              <a:uFillTx/>
              <a:latin typeface="Calibri" charset="0"/>
              <a:ea typeface="Calibri" charset="0"/>
              <a:cs typeface="Calibri" charset="0"/>
            </a:endParaRPr>
          </a:p>
        </p:txBody>
      </p:sp>
      <p:sp>
        <p:nvSpPr>
          <p:cNvPr id="31" name="Text Placeholder 22"/>
          <p:cNvSpPr>
            <a:spLocks noGrp="1"/>
          </p:cNvSpPr>
          <p:nvPr>
            <p:ph type="body" sz="quarter" idx="21" hasCustomPrompt="1"/>
          </p:nvPr>
        </p:nvSpPr>
        <p:spPr>
          <a:xfrm rot="19743904">
            <a:off x="4636957" y="2049876"/>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8" name="Text Placeholder 22"/>
          <p:cNvSpPr>
            <a:spLocks noGrp="1"/>
          </p:cNvSpPr>
          <p:nvPr>
            <p:ph type="body" sz="quarter" idx="22" hasCustomPrompt="1"/>
          </p:nvPr>
        </p:nvSpPr>
        <p:spPr>
          <a:xfrm rot="1803890">
            <a:off x="6059785" y="2072732"/>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9" name="Text Placeholder 22"/>
          <p:cNvSpPr>
            <a:spLocks noGrp="1"/>
          </p:cNvSpPr>
          <p:nvPr>
            <p:ph type="body" sz="quarter" idx="23" hasCustomPrompt="1"/>
          </p:nvPr>
        </p:nvSpPr>
        <p:spPr>
          <a:xfrm rot="5400000">
            <a:off x="6758675" y="3339835"/>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50" name="Text Placeholder 22"/>
          <p:cNvSpPr>
            <a:spLocks noGrp="1"/>
          </p:cNvSpPr>
          <p:nvPr>
            <p:ph type="body" sz="quarter" idx="24" hasCustomPrompt="1"/>
          </p:nvPr>
        </p:nvSpPr>
        <p:spPr>
          <a:xfrm rot="16200000">
            <a:off x="3880567" y="3284572"/>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51" name="Text Placeholder 22"/>
          <p:cNvSpPr>
            <a:spLocks noGrp="1"/>
          </p:cNvSpPr>
          <p:nvPr>
            <p:ph type="body" sz="quarter" idx="25" hasCustomPrompt="1"/>
          </p:nvPr>
        </p:nvSpPr>
        <p:spPr>
          <a:xfrm rot="9000000">
            <a:off x="6071004" y="4517898"/>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52" name="Text Placeholder 22"/>
          <p:cNvSpPr>
            <a:spLocks noGrp="1"/>
          </p:cNvSpPr>
          <p:nvPr>
            <p:ph type="body" sz="quarter" idx="26" hasCustomPrompt="1"/>
          </p:nvPr>
        </p:nvSpPr>
        <p:spPr>
          <a:xfrm rot="12600000">
            <a:off x="4616287" y="4517899"/>
            <a:ext cx="1543050" cy="986851"/>
          </a:xfrm>
          <a:prstGeom prst="rect">
            <a:avLst/>
          </a:prstGeom>
        </p:spPr>
        <p:txBody>
          <a:bodyPr anchor="ctr"/>
          <a:lstStyle>
            <a:lvl1pPr marL="0" indent="0" algn="ctr">
              <a:lnSpc>
                <a:spcPct val="100000"/>
              </a:lnSpc>
              <a:spcAft>
                <a:spcPts val="1200"/>
              </a:spcAft>
              <a:buClr>
                <a:srgbClr val="FF545F"/>
              </a:buClr>
              <a:buFont typeface="Arial" panose="020B0604020202020204" pitchFamily="34" charset="0"/>
              <a:buNone/>
              <a:defRPr sz="1400" b="1">
                <a:solidFill>
                  <a:schemeClr val="bg1"/>
                </a:solidFill>
                <a:latin typeface="Georgia" panose="02040502050405020303" pitchFamily="18" charset="0"/>
              </a:defRPr>
            </a:lvl1pPr>
          </a:lstStyle>
          <a:p>
            <a:pPr lvl="0"/>
            <a:r>
              <a:rPr lang="en-US" dirty="0"/>
              <a:t>Lorem ipsum dolor sit</a:t>
            </a:r>
          </a:p>
        </p:txBody>
      </p:sp>
      <p:sp>
        <p:nvSpPr>
          <p:cNvPr id="44" name="Text Placeholder 22"/>
          <p:cNvSpPr>
            <a:spLocks noGrp="1"/>
          </p:cNvSpPr>
          <p:nvPr>
            <p:ph type="body" sz="quarter" idx="27" hasCustomPrompt="1"/>
          </p:nvPr>
        </p:nvSpPr>
        <p:spPr>
          <a:xfrm>
            <a:off x="457200" y="3754660"/>
            <a:ext cx="3429000" cy="984282"/>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45" name="Text Placeholder 22"/>
          <p:cNvSpPr>
            <a:spLocks noGrp="1"/>
          </p:cNvSpPr>
          <p:nvPr>
            <p:ph type="body" sz="quarter" idx="28" hasCustomPrompt="1"/>
          </p:nvPr>
        </p:nvSpPr>
        <p:spPr>
          <a:xfrm>
            <a:off x="457200" y="3440334"/>
            <a:ext cx="3429000" cy="30480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47" name="Text Placeholder 22"/>
          <p:cNvSpPr>
            <a:spLocks noGrp="1"/>
          </p:cNvSpPr>
          <p:nvPr>
            <p:ph type="body" sz="quarter" idx="29" hasCustomPrompt="1"/>
          </p:nvPr>
        </p:nvSpPr>
        <p:spPr>
          <a:xfrm>
            <a:off x="8310032" y="3773710"/>
            <a:ext cx="3429000" cy="962024"/>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53" name="Text Placeholder 22"/>
          <p:cNvSpPr>
            <a:spLocks noGrp="1"/>
          </p:cNvSpPr>
          <p:nvPr>
            <p:ph type="body" sz="quarter" idx="30" hasCustomPrompt="1"/>
          </p:nvPr>
        </p:nvSpPr>
        <p:spPr>
          <a:xfrm>
            <a:off x="8310032" y="3440334"/>
            <a:ext cx="3429000" cy="314326"/>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61" name="Text Placeholder 22"/>
          <p:cNvSpPr>
            <a:spLocks noGrp="1"/>
          </p:cNvSpPr>
          <p:nvPr>
            <p:ph type="body" sz="quarter" idx="31" hasCustomPrompt="1"/>
          </p:nvPr>
        </p:nvSpPr>
        <p:spPr>
          <a:xfrm>
            <a:off x="457200" y="5295901"/>
            <a:ext cx="3429000" cy="984282"/>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62" name="Text Placeholder 22"/>
          <p:cNvSpPr>
            <a:spLocks noGrp="1"/>
          </p:cNvSpPr>
          <p:nvPr>
            <p:ph type="body" sz="quarter" idx="32" hasCustomPrompt="1"/>
          </p:nvPr>
        </p:nvSpPr>
        <p:spPr>
          <a:xfrm>
            <a:off x="457200" y="4981575"/>
            <a:ext cx="3429000" cy="304801"/>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
        <p:nvSpPr>
          <p:cNvPr id="64" name="Text Placeholder 22"/>
          <p:cNvSpPr>
            <a:spLocks noGrp="1"/>
          </p:cNvSpPr>
          <p:nvPr>
            <p:ph type="body" sz="quarter" idx="33" hasCustomPrompt="1"/>
          </p:nvPr>
        </p:nvSpPr>
        <p:spPr>
          <a:xfrm>
            <a:off x="8310032" y="5314951"/>
            <a:ext cx="3429000" cy="962024"/>
          </a:xfrm>
          <a:prstGeom prst="rect">
            <a:avLst/>
          </a:prstGeom>
        </p:spPr>
        <p:txBody>
          <a:bodyPr anchor="t"/>
          <a:lstStyle>
            <a:lvl1pPr marL="0" indent="0">
              <a:lnSpc>
                <a:spcPct val="100000"/>
              </a:lnSpc>
              <a:spcAft>
                <a:spcPts val="1200"/>
              </a:spcAft>
              <a:buClr>
                <a:srgbClr val="FF545F"/>
              </a:buClr>
              <a:buFont typeface="Arial" panose="020B0604020202020204" pitchFamily="34" charset="0"/>
              <a:buNone/>
              <a:defRPr sz="14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Ut</a:t>
            </a:r>
            <a:r>
              <a:rPr lang="en-US" dirty="0"/>
              <a:t> </a:t>
            </a:r>
            <a:r>
              <a:rPr lang="en-US" dirty="0" err="1"/>
              <a:t>enim</a:t>
            </a:r>
            <a:r>
              <a:rPr lang="en-US" dirty="0"/>
              <a:t> ad minim </a:t>
            </a:r>
            <a:r>
              <a:rPr lang="en-US" dirty="0" err="1"/>
              <a:t>veniam</a:t>
            </a:r>
            <a:r>
              <a:rPr lang="en-US" dirty="0"/>
              <a:t>.</a:t>
            </a:r>
          </a:p>
        </p:txBody>
      </p:sp>
      <p:sp>
        <p:nvSpPr>
          <p:cNvPr id="65" name="Text Placeholder 22"/>
          <p:cNvSpPr>
            <a:spLocks noGrp="1"/>
          </p:cNvSpPr>
          <p:nvPr>
            <p:ph type="body" sz="quarter" idx="34" hasCustomPrompt="1"/>
          </p:nvPr>
        </p:nvSpPr>
        <p:spPr>
          <a:xfrm>
            <a:off x="8310032" y="4981575"/>
            <a:ext cx="3429000" cy="314326"/>
          </a:xfrm>
          <a:prstGeom prst="rect">
            <a:avLst/>
          </a:prstGeom>
        </p:spPr>
        <p:txBody>
          <a:bodyPr anchor="ctr"/>
          <a:lstStyle>
            <a:lvl1pPr marL="0" indent="0">
              <a:lnSpc>
                <a:spcPct val="100000"/>
              </a:lnSpc>
              <a:spcAft>
                <a:spcPts val="1200"/>
              </a:spcAft>
              <a:buClr>
                <a:srgbClr val="FF545F"/>
              </a:buClr>
              <a:buFont typeface="Arial" panose="020B0604020202020204" pitchFamily="34" charset="0"/>
              <a:buNone/>
              <a:defRPr sz="1800">
                <a:solidFill>
                  <a:schemeClr val="accent1"/>
                </a:solidFill>
                <a:latin typeface="Georgia" panose="02040502050405020303" pitchFamily="18" charset="0"/>
              </a:defRPr>
            </a:lvl1pPr>
          </a:lstStyle>
          <a:p>
            <a:pPr lvl="0"/>
            <a:r>
              <a:rPr lang="en-US" dirty="0"/>
              <a:t>Lorem ipsum dolor sit </a:t>
            </a:r>
            <a:r>
              <a:rPr lang="en-US" dirty="0" err="1"/>
              <a:t>amet</a:t>
            </a:r>
            <a:r>
              <a:rPr lang="en-US" dirty="0"/>
              <a:t>, </a:t>
            </a:r>
          </a:p>
        </p:txBody>
      </p:sp>
    </p:spTree>
    <p:extLst>
      <p:ext uri="{BB962C8B-B14F-4D97-AF65-F5344CB8AC3E}">
        <p14:creationId xmlns:p14="http://schemas.microsoft.com/office/powerpoint/2010/main" val="82132841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cess steps">
    <p:spTree>
      <p:nvGrpSpPr>
        <p:cNvPr id="1" name=""/>
        <p:cNvGrpSpPr/>
        <p:nvPr/>
      </p:nvGrpSpPr>
      <p:grpSpPr>
        <a:xfrm>
          <a:off x="0" y="0"/>
          <a:ext cx="0" cy="0"/>
          <a:chOff x="0" y="0"/>
          <a:chExt cx="0" cy="0"/>
        </a:xfrm>
      </p:grpSpPr>
      <p:cxnSp>
        <p:nvCxnSpPr>
          <p:cNvPr id="3" name="Straight Connector 2"/>
          <p:cNvCxnSpPr/>
          <p:nvPr userDrawn="1"/>
        </p:nvCxnSpPr>
        <p:spPr>
          <a:xfrm>
            <a:off x="6019800" y="3236646"/>
            <a:ext cx="0" cy="3621354"/>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 name="Oval 3"/>
          <p:cNvSpPr/>
          <p:nvPr userDrawn="1"/>
        </p:nvSpPr>
        <p:spPr>
          <a:xfrm>
            <a:off x="5486400" y="2703246"/>
            <a:ext cx="1066800" cy="1066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p:cNvSpPr/>
          <p:nvPr userDrawn="1"/>
        </p:nvSpPr>
        <p:spPr>
          <a:xfrm>
            <a:off x="5486400" y="4472920"/>
            <a:ext cx="1066800" cy="1066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 Placeholder 22"/>
          <p:cNvSpPr>
            <a:spLocks noGrp="1"/>
          </p:cNvSpPr>
          <p:nvPr>
            <p:ph type="body" sz="quarter" idx="13" hasCustomPrompt="1"/>
          </p:nvPr>
        </p:nvSpPr>
        <p:spPr>
          <a:xfrm>
            <a:off x="6846684" y="2821877"/>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19" name="Text Placeholder 22"/>
          <p:cNvSpPr>
            <a:spLocks noGrp="1"/>
          </p:cNvSpPr>
          <p:nvPr>
            <p:ph type="body" sz="quarter" idx="18" hasCustomPrompt="1"/>
          </p:nvPr>
        </p:nvSpPr>
        <p:spPr>
          <a:xfrm>
            <a:off x="3657600" y="2988382"/>
            <a:ext cx="1535316" cy="496528"/>
          </a:xfrm>
          <a:prstGeom prst="rect">
            <a:avLst/>
          </a:prstGeom>
        </p:spPr>
        <p:txBody>
          <a:bodyPr/>
          <a:lstStyle>
            <a:lvl1pPr marL="0" indent="0" algn="r">
              <a:buClr>
                <a:srgbClr val="FF545F"/>
              </a:buClr>
              <a:buFont typeface="Arial" panose="020B0604020202020204" pitchFamily="34" charset="0"/>
              <a:buNone/>
              <a:defRPr sz="2800" baseline="30000">
                <a:solidFill>
                  <a:schemeClr val="accent1"/>
                </a:solidFill>
                <a:latin typeface="Georgia" panose="02040502050405020303" pitchFamily="18" charset="0"/>
              </a:defRPr>
            </a:lvl1pPr>
          </a:lstStyle>
          <a:p>
            <a:pPr lvl="0"/>
            <a:r>
              <a:rPr lang="en-US" dirty="0"/>
              <a:t>Heading of 1st point</a:t>
            </a:r>
          </a:p>
        </p:txBody>
      </p:sp>
      <p:sp>
        <p:nvSpPr>
          <p:cNvPr id="20" name="Text Placeholder 22"/>
          <p:cNvSpPr>
            <a:spLocks noGrp="1"/>
          </p:cNvSpPr>
          <p:nvPr>
            <p:ph type="body" sz="quarter" idx="19" hasCustomPrompt="1"/>
          </p:nvPr>
        </p:nvSpPr>
        <p:spPr>
          <a:xfrm>
            <a:off x="6846684" y="4758056"/>
            <a:ext cx="1535316" cy="496528"/>
          </a:xfrm>
          <a:prstGeom prst="rect">
            <a:avLst/>
          </a:prstGeom>
        </p:spPr>
        <p:txBody>
          <a:bodyPr/>
          <a:lstStyle>
            <a:lvl1pPr marL="0" indent="0" algn="l">
              <a:buClr>
                <a:srgbClr val="FF545F"/>
              </a:buClr>
              <a:buFont typeface="Arial" panose="020B0604020202020204" pitchFamily="34" charset="0"/>
              <a:buNone/>
              <a:defRPr sz="2800" baseline="30000">
                <a:solidFill>
                  <a:schemeClr val="accent1"/>
                </a:solidFill>
                <a:latin typeface="Georgia" panose="02040502050405020303" pitchFamily="18" charset="0"/>
              </a:defRPr>
            </a:lvl1pPr>
          </a:lstStyle>
          <a:p>
            <a:pPr lvl="0"/>
            <a:r>
              <a:rPr lang="en-US" dirty="0"/>
              <a:t>Heading of 1st point</a:t>
            </a:r>
          </a:p>
        </p:txBody>
      </p:sp>
      <p:sp>
        <p:nvSpPr>
          <p:cNvPr id="23" name="Text Placeholder 22"/>
          <p:cNvSpPr>
            <a:spLocks noGrp="1"/>
          </p:cNvSpPr>
          <p:nvPr>
            <p:ph type="body" sz="quarter" idx="20" hasCustomPrompt="1"/>
          </p:nvPr>
        </p:nvSpPr>
        <p:spPr>
          <a:xfrm>
            <a:off x="2451714" y="4591551"/>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24" name="Text Placeholder 22"/>
          <p:cNvSpPr>
            <a:spLocks noGrp="1"/>
          </p:cNvSpPr>
          <p:nvPr>
            <p:ph type="body" sz="quarter" idx="21" hasCustomPrompt="1"/>
          </p:nvPr>
        </p:nvSpPr>
        <p:spPr>
          <a:xfrm>
            <a:off x="5764760" y="2977614"/>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1</a:t>
            </a:r>
          </a:p>
        </p:txBody>
      </p:sp>
      <p:sp>
        <p:nvSpPr>
          <p:cNvPr id="25" name="Text Placeholder 22"/>
          <p:cNvSpPr>
            <a:spLocks noGrp="1"/>
          </p:cNvSpPr>
          <p:nvPr>
            <p:ph type="body" sz="quarter" idx="22" hasCustomPrompt="1"/>
          </p:nvPr>
        </p:nvSpPr>
        <p:spPr>
          <a:xfrm>
            <a:off x="5764760" y="4757795"/>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2</a:t>
            </a:r>
          </a:p>
        </p:txBody>
      </p:sp>
      <p:sp>
        <p:nvSpPr>
          <p:cNvPr id="36"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37" name="TextBox 36"/>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38" name="Picture 37"/>
          <p:cNvPicPr>
            <a:picLocks noChangeAspect="1"/>
          </p:cNvPicPr>
          <p:nvPr userDrawn="1"/>
        </p:nvPicPr>
        <p:blipFill>
          <a:blip r:embed="rId2"/>
          <a:stretch>
            <a:fillRect/>
          </a:stretch>
        </p:blipFill>
        <p:spPr>
          <a:xfrm>
            <a:off x="10893034" y="6462131"/>
            <a:ext cx="839972" cy="309081"/>
          </a:xfrm>
          <a:prstGeom prst="rect">
            <a:avLst/>
          </a:prstGeom>
        </p:spPr>
      </p:pic>
      <p:sp>
        <p:nvSpPr>
          <p:cNvPr id="39" name="Text Placeholder 22"/>
          <p:cNvSpPr>
            <a:spLocks noGrp="1"/>
          </p:cNvSpPr>
          <p:nvPr>
            <p:ph type="body" sz="quarter" idx="11" hasCustomPrompt="1"/>
          </p:nvPr>
        </p:nvSpPr>
        <p:spPr>
          <a:xfrm>
            <a:off x="457199" y="445843"/>
            <a:ext cx="5525805" cy="533400"/>
          </a:xfrm>
          <a:prstGeom prst="rect">
            <a:avLst/>
          </a:prstGeom>
        </p:spPr>
        <p:txBody>
          <a:bodyPr/>
          <a:lstStyle>
            <a:lvl1pPr>
              <a:defRPr sz="3000">
                <a:solidFill>
                  <a:srgbClr val="063161"/>
                </a:solidFill>
                <a:latin typeface="Georgia" panose="02040502050405020303" pitchFamily="18" charset="0"/>
              </a:defRPr>
            </a:lvl1pPr>
          </a:lstStyle>
          <a:p>
            <a:pPr lvl="0"/>
            <a:r>
              <a:rPr lang="en-IN" dirty="0"/>
              <a:t>Content slide title goes here</a:t>
            </a:r>
            <a:endParaRPr lang="en-US" dirty="0"/>
          </a:p>
        </p:txBody>
      </p:sp>
      <p:sp>
        <p:nvSpPr>
          <p:cNvPr id="40" name="Text Placeholder 22"/>
          <p:cNvSpPr>
            <a:spLocks noGrp="1"/>
          </p:cNvSpPr>
          <p:nvPr>
            <p:ph type="body" sz="quarter" idx="12" hasCustomPrompt="1"/>
          </p:nvPr>
        </p:nvSpPr>
        <p:spPr>
          <a:xfrm>
            <a:off x="457200" y="1022785"/>
            <a:ext cx="8153400" cy="533400"/>
          </a:xfrm>
          <a:prstGeom prst="rect">
            <a:avLst/>
          </a:prstGeom>
        </p:spPr>
        <p:txBody>
          <a:bodyPr/>
          <a:lstStyle>
            <a:lvl1pPr>
              <a:defRPr sz="2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endParaRPr lang="en-US" dirty="0"/>
          </a:p>
        </p:txBody>
      </p:sp>
    </p:spTree>
    <p:extLst>
      <p:ext uri="{BB962C8B-B14F-4D97-AF65-F5344CB8AC3E}">
        <p14:creationId xmlns:p14="http://schemas.microsoft.com/office/powerpoint/2010/main" val="280989841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Process steps continue">
    <p:spTree>
      <p:nvGrpSpPr>
        <p:cNvPr id="1" name=""/>
        <p:cNvGrpSpPr/>
        <p:nvPr/>
      </p:nvGrpSpPr>
      <p:grpSpPr>
        <a:xfrm>
          <a:off x="0" y="0"/>
          <a:ext cx="0" cy="0"/>
          <a:chOff x="0" y="0"/>
          <a:chExt cx="0" cy="0"/>
        </a:xfrm>
      </p:grpSpPr>
      <p:cxnSp>
        <p:nvCxnSpPr>
          <p:cNvPr id="3" name="Straight Connector 2"/>
          <p:cNvCxnSpPr/>
          <p:nvPr userDrawn="1"/>
        </p:nvCxnSpPr>
        <p:spPr>
          <a:xfrm>
            <a:off x="6019800" y="1"/>
            <a:ext cx="0" cy="6864349"/>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4" name="Oval 3"/>
          <p:cNvSpPr/>
          <p:nvPr userDrawn="1"/>
        </p:nvSpPr>
        <p:spPr>
          <a:xfrm>
            <a:off x="5486400" y="1160463"/>
            <a:ext cx="1066800" cy="106680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Oval 16"/>
          <p:cNvSpPr/>
          <p:nvPr userDrawn="1"/>
        </p:nvSpPr>
        <p:spPr>
          <a:xfrm>
            <a:off x="5486400" y="2648170"/>
            <a:ext cx="1066800" cy="10668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 Placeholder 22"/>
          <p:cNvSpPr>
            <a:spLocks noGrp="1"/>
          </p:cNvSpPr>
          <p:nvPr>
            <p:ph type="body" sz="quarter" idx="13" hasCustomPrompt="1"/>
          </p:nvPr>
        </p:nvSpPr>
        <p:spPr>
          <a:xfrm>
            <a:off x="6846684" y="1279094"/>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19" name="Text Placeholder 22"/>
          <p:cNvSpPr>
            <a:spLocks noGrp="1"/>
          </p:cNvSpPr>
          <p:nvPr>
            <p:ph type="body" sz="quarter" idx="18" hasCustomPrompt="1"/>
          </p:nvPr>
        </p:nvSpPr>
        <p:spPr>
          <a:xfrm>
            <a:off x="3657600" y="1445599"/>
            <a:ext cx="1535316" cy="496528"/>
          </a:xfrm>
          <a:prstGeom prst="rect">
            <a:avLst/>
          </a:prstGeom>
        </p:spPr>
        <p:txBody>
          <a:bodyPr/>
          <a:lstStyle>
            <a:lvl1pPr marL="0" indent="0" algn="r">
              <a:buClr>
                <a:srgbClr val="FF545F"/>
              </a:buClr>
              <a:buFont typeface="Arial" panose="020B0604020202020204" pitchFamily="34" charset="0"/>
              <a:buNone/>
              <a:defRPr sz="2800" baseline="30000">
                <a:solidFill>
                  <a:schemeClr val="tx2"/>
                </a:solidFill>
                <a:latin typeface="Georgia" panose="02040502050405020303" pitchFamily="18" charset="0"/>
              </a:defRPr>
            </a:lvl1pPr>
          </a:lstStyle>
          <a:p>
            <a:pPr lvl="0"/>
            <a:r>
              <a:rPr lang="en-US" dirty="0"/>
              <a:t>Heading of 1st point</a:t>
            </a:r>
          </a:p>
        </p:txBody>
      </p:sp>
      <p:sp>
        <p:nvSpPr>
          <p:cNvPr id="20" name="Text Placeholder 22"/>
          <p:cNvSpPr>
            <a:spLocks noGrp="1"/>
          </p:cNvSpPr>
          <p:nvPr>
            <p:ph type="body" sz="quarter" idx="19" hasCustomPrompt="1"/>
          </p:nvPr>
        </p:nvSpPr>
        <p:spPr>
          <a:xfrm>
            <a:off x="6846684" y="2933306"/>
            <a:ext cx="1535316" cy="496528"/>
          </a:xfrm>
          <a:prstGeom prst="rect">
            <a:avLst/>
          </a:prstGeom>
        </p:spPr>
        <p:txBody>
          <a:bodyPr/>
          <a:lstStyle>
            <a:lvl1pPr marL="0" indent="0" algn="l">
              <a:buClr>
                <a:srgbClr val="FF545F"/>
              </a:buClr>
              <a:buFont typeface="Arial" panose="020B0604020202020204" pitchFamily="34" charset="0"/>
              <a:buNone/>
              <a:defRPr sz="2800" baseline="30000">
                <a:solidFill>
                  <a:schemeClr val="accent1"/>
                </a:solidFill>
                <a:latin typeface="Georgia" panose="02040502050405020303" pitchFamily="18" charset="0"/>
              </a:defRPr>
            </a:lvl1pPr>
          </a:lstStyle>
          <a:p>
            <a:pPr lvl="0"/>
            <a:r>
              <a:rPr lang="en-US" dirty="0"/>
              <a:t>Heading of 1st point</a:t>
            </a:r>
          </a:p>
        </p:txBody>
      </p:sp>
      <p:sp>
        <p:nvSpPr>
          <p:cNvPr id="23" name="Text Placeholder 22"/>
          <p:cNvSpPr>
            <a:spLocks noGrp="1"/>
          </p:cNvSpPr>
          <p:nvPr>
            <p:ph type="body" sz="quarter" idx="20" hasCustomPrompt="1"/>
          </p:nvPr>
        </p:nvSpPr>
        <p:spPr>
          <a:xfrm>
            <a:off x="2451714" y="2766801"/>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24" name="Text Placeholder 22"/>
          <p:cNvSpPr>
            <a:spLocks noGrp="1"/>
          </p:cNvSpPr>
          <p:nvPr>
            <p:ph type="body" sz="quarter" idx="21" hasCustomPrompt="1"/>
          </p:nvPr>
        </p:nvSpPr>
        <p:spPr>
          <a:xfrm>
            <a:off x="5764760" y="1434831"/>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1</a:t>
            </a:r>
          </a:p>
        </p:txBody>
      </p:sp>
      <p:sp>
        <p:nvSpPr>
          <p:cNvPr id="25" name="Text Placeholder 22"/>
          <p:cNvSpPr>
            <a:spLocks noGrp="1"/>
          </p:cNvSpPr>
          <p:nvPr>
            <p:ph type="body" sz="quarter" idx="22" hasCustomPrompt="1"/>
          </p:nvPr>
        </p:nvSpPr>
        <p:spPr>
          <a:xfrm>
            <a:off x="5764760" y="2933045"/>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2</a:t>
            </a:r>
          </a:p>
        </p:txBody>
      </p:sp>
      <p:sp>
        <p:nvSpPr>
          <p:cNvPr id="22" name="Oval 21"/>
          <p:cNvSpPr/>
          <p:nvPr userDrawn="1"/>
        </p:nvSpPr>
        <p:spPr>
          <a:xfrm>
            <a:off x="5486400" y="4254508"/>
            <a:ext cx="1066800" cy="1066800"/>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6" name="Text Placeholder 22"/>
          <p:cNvSpPr>
            <a:spLocks noGrp="1"/>
          </p:cNvSpPr>
          <p:nvPr>
            <p:ph type="body" sz="quarter" idx="23" hasCustomPrompt="1"/>
          </p:nvPr>
        </p:nvSpPr>
        <p:spPr>
          <a:xfrm>
            <a:off x="6846684" y="4373139"/>
            <a:ext cx="2741202" cy="829538"/>
          </a:xfrm>
          <a:prstGeom prst="rect">
            <a:avLst/>
          </a:prstGeom>
        </p:spPr>
        <p:txBody>
          <a:bodyPr/>
          <a:lstStyle>
            <a:lvl1pPr marL="0" indent="0" algn="l">
              <a:buClr>
                <a:srgbClr val="FF545F"/>
              </a:buClr>
              <a:buFont typeface="Arial" panose="020B0604020202020204" pitchFamily="34" charset="0"/>
              <a:buNone/>
              <a:defRPr sz="1200">
                <a:solidFill>
                  <a:srgbClr val="063161"/>
                </a:solidFill>
                <a:latin typeface="Georgia" panose="02040502050405020303" pitchFamily="18" charset="0"/>
              </a:defRPr>
            </a:lvl1pPr>
          </a:lstStyle>
          <a:p>
            <a:pPr lvl="0"/>
            <a:r>
              <a:rPr lang="en-US" dirty="0"/>
              <a:t>Lorem ipsum dolor sit </a:t>
            </a:r>
            <a:r>
              <a:rPr lang="en-US" dirty="0" err="1"/>
              <a:t>amet</a:t>
            </a:r>
            <a:r>
              <a:rPr lang="en-US" dirty="0"/>
              <a:t>, </a:t>
            </a:r>
            <a:r>
              <a:rPr lang="en-US" dirty="0" err="1"/>
              <a:t>consectetur</a:t>
            </a:r>
            <a:r>
              <a:rPr lang="en-US" dirty="0"/>
              <a:t> </a:t>
            </a:r>
            <a:r>
              <a:rPr lang="en-US" dirty="0" err="1"/>
              <a:t>adipisicing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a:t>
            </a:r>
          </a:p>
        </p:txBody>
      </p:sp>
      <p:sp>
        <p:nvSpPr>
          <p:cNvPr id="27" name="Text Placeholder 22"/>
          <p:cNvSpPr>
            <a:spLocks noGrp="1"/>
          </p:cNvSpPr>
          <p:nvPr>
            <p:ph type="body" sz="quarter" idx="24" hasCustomPrompt="1"/>
          </p:nvPr>
        </p:nvSpPr>
        <p:spPr>
          <a:xfrm>
            <a:off x="3657600" y="4539644"/>
            <a:ext cx="1535316" cy="496528"/>
          </a:xfrm>
          <a:prstGeom prst="rect">
            <a:avLst/>
          </a:prstGeom>
        </p:spPr>
        <p:txBody>
          <a:bodyPr/>
          <a:lstStyle>
            <a:lvl1pPr marL="0" indent="0" algn="r">
              <a:buClr>
                <a:srgbClr val="FF545F"/>
              </a:buClr>
              <a:buFont typeface="Arial" panose="020B0604020202020204" pitchFamily="34" charset="0"/>
              <a:buNone/>
              <a:defRPr sz="2800" baseline="30000">
                <a:solidFill>
                  <a:schemeClr val="accent1"/>
                </a:solidFill>
                <a:latin typeface="Georgia" panose="02040502050405020303" pitchFamily="18" charset="0"/>
              </a:defRPr>
            </a:lvl1pPr>
          </a:lstStyle>
          <a:p>
            <a:pPr lvl="0"/>
            <a:r>
              <a:rPr lang="en-US" dirty="0"/>
              <a:t>Heading of 1st point</a:t>
            </a:r>
          </a:p>
        </p:txBody>
      </p:sp>
      <p:sp>
        <p:nvSpPr>
          <p:cNvPr id="33" name="Text Placeholder 22"/>
          <p:cNvSpPr>
            <a:spLocks noGrp="1"/>
          </p:cNvSpPr>
          <p:nvPr>
            <p:ph type="body" sz="quarter" idx="25" hasCustomPrompt="1"/>
          </p:nvPr>
        </p:nvSpPr>
        <p:spPr>
          <a:xfrm>
            <a:off x="5764760" y="4528876"/>
            <a:ext cx="510080" cy="496528"/>
          </a:xfrm>
          <a:prstGeom prst="rect">
            <a:avLst/>
          </a:prstGeom>
        </p:spPr>
        <p:txBody>
          <a:bodyPr/>
          <a:lstStyle>
            <a:lvl1pPr marL="0" indent="0" algn="ctr">
              <a:buClr>
                <a:srgbClr val="FF545F"/>
              </a:buClr>
              <a:buFont typeface="Arial" panose="020B0604020202020204" pitchFamily="34" charset="0"/>
              <a:buNone/>
              <a:defRPr sz="8800" baseline="30000">
                <a:solidFill>
                  <a:schemeClr val="bg1"/>
                </a:solidFill>
                <a:latin typeface="Georgia" panose="02040502050405020303" pitchFamily="18" charset="0"/>
              </a:defRPr>
            </a:lvl1pPr>
          </a:lstStyle>
          <a:p>
            <a:pPr lvl="0"/>
            <a:r>
              <a:rPr lang="en-US" dirty="0"/>
              <a:t>3</a:t>
            </a:r>
          </a:p>
        </p:txBody>
      </p:sp>
      <p:sp>
        <p:nvSpPr>
          <p:cNvPr id="39"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40" name="TextBox 39"/>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pic>
        <p:nvPicPr>
          <p:cNvPr id="41" name="Picture 40"/>
          <p:cNvPicPr>
            <a:picLocks noChangeAspect="1"/>
          </p:cNvPicPr>
          <p:nvPr userDrawn="1"/>
        </p:nvPicPr>
        <p:blipFill>
          <a:blip r:embed="rId2"/>
          <a:stretch>
            <a:fillRect/>
          </a:stretch>
        </p:blipFill>
        <p:spPr>
          <a:xfrm>
            <a:off x="10893034" y="6462131"/>
            <a:ext cx="839972" cy="309081"/>
          </a:xfrm>
          <a:prstGeom prst="rect">
            <a:avLst/>
          </a:prstGeom>
        </p:spPr>
      </p:pic>
    </p:spTree>
    <p:extLst>
      <p:ext uri="{BB962C8B-B14F-4D97-AF65-F5344CB8AC3E}">
        <p14:creationId xmlns:p14="http://schemas.microsoft.com/office/powerpoint/2010/main" val="274322763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ank You Option 1">
    <p:spTree>
      <p:nvGrpSpPr>
        <p:cNvPr id="1" name=""/>
        <p:cNvGrpSpPr/>
        <p:nvPr/>
      </p:nvGrpSpPr>
      <p:grpSpPr>
        <a:xfrm>
          <a:off x="0" y="0"/>
          <a:ext cx="0" cy="0"/>
          <a:chOff x="0" y="0"/>
          <a:chExt cx="0" cy="0"/>
        </a:xfrm>
      </p:grpSpPr>
      <p:sp>
        <p:nvSpPr>
          <p:cNvPr id="48" name="Rectangle 47"/>
          <p:cNvSpPr/>
          <p:nvPr userDrawn="1"/>
        </p:nvSpPr>
        <p:spPr>
          <a:xfrm>
            <a:off x="0" y="0"/>
            <a:ext cx="12192000" cy="6858000"/>
          </a:xfrm>
          <a:prstGeom prst="rect">
            <a:avLst/>
          </a:prstGeom>
          <a:solidFill>
            <a:srgbClr val="07326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Placeholder 2"/>
          <p:cNvSpPr>
            <a:spLocks noGrp="1"/>
          </p:cNvSpPr>
          <p:nvPr>
            <p:ph type="body" sz="quarter" idx="10" hasCustomPrompt="1"/>
          </p:nvPr>
        </p:nvSpPr>
        <p:spPr>
          <a:xfrm>
            <a:off x="457200" y="2514600"/>
            <a:ext cx="6019800" cy="1371600"/>
          </a:xfrm>
          <a:prstGeom prst="rect">
            <a:avLst/>
          </a:prstGeom>
        </p:spPr>
        <p:txBody>
          <a:bodyPr/>
          <a:lstStyle>
            <a:lvl1pPr>
              <a:defRPr sz="8800" baseline="0">
                <a:solidFill>
                  <a:schemeClr val="bg1"/>
                </a:solidFill>
              </a:defRPr>
            </a:lvl1pPr>
          </a:lstStyle>
          <a:p>
            <a:pPr lvl="0"/>
            <a:r>
              <a:rPr lang="en-US" dirty="0"/>
              <a:t>Thank you.</a:t>
            </a:r>
            <a:endParaRPr lang="en-IN" dirty="0"/>
          </a:p>
        </p:txBody>
      </p:sp>
      <p:sp>
        <p:nvSpPr>
          <p:cNvPr id="46" name="Text Placeholder 2"/>
          <p:cNvSpPr>
            <a:spLocks noGrp="1"/>
          </p:cNvSpPr>
          <p:nvPr>
            <p:ph type="body" sz="quarter" idx="12" hasCustomPrompt="1"/>
          </p:nvPr>
        </p:nvSpPr>
        <p:spPr>
          <a:xfrm>
            <a:off x="457200" y="6262963"/>
            <a:ext cx="6019800" cy="249839"/>
          </a:xfrm>
          <a:prstGeom prst="rect">
            <a:avLst/>
          </a:prstGeom>
        </p:spPr>
        <p:txBody>
          <a:bodyPr/>
          <a:lstStyle>
            <a:lvl1pPr>
              <a:defRPr sz="800" baseline="0">
                <a:solidFill>
                  <a:schemeClr val="bg1"/>
                </a:solidFill>
                <a:latin typeface="+mn-lt"/>
              </a:defRPr>
            </a:lvl1pPr>
          </a:lstStyle>
          <a:p>
            <a:pPr lvl="0"/>
            <a:r>
              <a:rPr lang="en-IN" dirty="0"/>
              <a:t>® 2017 Copyright </a:t>
            </a:r>
            <a:r>
              <a:rPr lang="en-IN" dirty="0" err="1"/>
              <a:t>Genpact</a:t>
            </a:r>
            <a:r>
              <a:rPr lang="en-IN" dirty="0"/>
              <a:t>. All Rights Reserved.</a:t>
            </a:r>
          </a:p>
        </p:txBody>
      </p:sp>
      <p:pic>
        <p:nvPicPr>
          <p:cNvPr id="47" name="Picture 46"/>
          <p:cNvPicPr>
            <a:picLocks noChangeAspect="1"/>
          </p:cNvPicPr>
          <p:nvPr userDrawn="1"/>
        </p:nvPicPr>
        <p:blipFill>
          <a:blip r:embed="rId2"/>
          <a:stretch>
            <a:fillRect/>
          </a:stretch>
        </p:blipFill>
        <p:spPr>
          <a:xfrm>
            <a:off x="457200" y="5181600"/>
            <a:ext cx="2465644" cy="907105"/>
          </a:xfrm>
          <a:prstGeom prst="rect">
            <a:avLst/>
          </a:prstGeom>
        </p:spPr>
      </p:pic>
      <p:pic>
        <p:nvPicPr>
          <p:cNvPr id="49" name="Picture 48"/>
          <p:cNvPicPr>
            <a:picLocks noChangeAspect="1"/>
          </p:cNvPicPr>
          <p:nvPr userDrawn="1"/>
        </p:nvPicPr>
        <p:blipFill rotWithShape="1">
          <a:blip r:embed="rId3"/>
          <a:srcRect t="26190"/>
          <a:stretch/>
        </p:blipFill>
        <p:spPr>
          <a:xfrm>
            <a:off x="8001000" y="0"/>
            <a:ext cx="4191000" cy="4309139"/>
          </a:xfrm>
          <a:prstGeom prst="rect">
            <a:avLst/>
          </a:prstGeom>
        </p:spPr>
      </p:pic>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ank You Option 2">
    <p:spTree>
      <p:nvGrpSpPr>
        <p:cNvPr id="1" name=""/>
        <p:cNvGrpSpPr/>
        <p:nvPr/>
      </p:nvGrpSpPr>
      <p:grpSpPr>
        <a:xfrm>
          <a:off x="0" y="0"/>
          <a:ext cx="0" cy="0"/>
          <a:chOff x="0" y="0"/>
          <a:chExt cx="0" cy="0"/>
        </a:xfrm>
      </p:grpSpPr>
      <p:sp>
        <p:nvSpPr>
          <p:cNvPr id="3" name="Text Placeholder 2"/>
          <p:cNvSpPr>
            <a:spLocks noGrp="1"/>
          </p:cNvSpPr>
          <p:nvPr>
            <p:ph type="body" sz="quarter" idx="10" hasCustomPrompt="1"/>
          </p:nvPr>
        </p:nvSpPr>
        <p:spPr>
          <a:xfrm>
            <a:off x="457200" y="2514600"/>
            <a:ext cx="6019800" cy="1371600"/>
          </a:xfrm>
          <a:prstGeom prst="rect">
            <a:avLst/>
          </a:prstGeom>
        </p:spPr>
        <p:txBody>
          <a:bodyPr/>
          <a:lstStyle>
            <a:lvl1pPr>
              <a:defRPr sz="8800" baseline="0">
                <a:solidFill>
                  <a:schemeClr val="accent3"/>
                </a:solidFill>
              </a:defRPr>
            </a:lvl1pPr>
          </a:lstStyle>
          <a:p>
            <a:pPr lvl="0"/>
            <a:r>
              <a:rPr lang="en-US" dirty="0"/>
              <a:t>Thank you.</a:t>
            </a:r>
            <a:endParaRPr lang="en-IN" dirty="0"/>
          </a:p>
        </p:txBody>
      </p:sp>
      <p:sp>
        <p:nvSpPr>
          <p:cNvPr id="46" name="Text Placeholder 2"/>
          <p:cNvSpPr>
            <a:spLocks noGrp="1"/>
          </p:cNvSpPr>
          <p:nvPr>
            <p:ph type="body" sz="quarter" idx="12" hasCustomPrompt="1"/>
          </p:nvPr>
        </p:nvSpPr>
        <p:spPr>
          <a:xfrm>
            <a:off x="457200" y="6262963"/>
            <a:ext cx="6019800" cy="249839"/>
          </a:xfrm>
          <a:prstGeom prst="rect">
            <a:avLst/>
          </a:prstGeom>
        </p:spPr>
        <p:txBody>
          <a:bodyPr/>
          <a:lstStyle>
            <a:lvl1pPr>
              <a:defRPr sz="800" baseline="0">
                <a:solidFill>
                  <a:schemeClr val="accent3"/>
                </a:solidFill>
                <a:latin typeface="Calibri" panose="020F0502020204030204" pitchFamily="34" charset="0"/>
              </a:defRPr>
            </a:lvl1pPr>
          </a:lstStyle>
          <a:p>
            <a:pPr lvl="0"/>
            <a:r>
              <a:rPr lang="en-IN" dirty="0"/>
              <a:t>® 2017 Copyright </a:t>
            </a:r>
            <a:r>
              <a:rPr lang="en-IN" dirty="0" err="1"/>
              <a:t>Genpact</a:t>
            </a:r>
            <a:r>
              <a:rPr lang="en-IN" dirty="0"/>
              <a:t>. All Rights Reserved.</a:t>
            </a:r>
          </a:p>
        </p:txBody>
      </p:sp>
      <p:pic>
        <p:nvPicPr>
          <p:cNvPr id="47" name="Picture 46"/>
          <p:cNvPicPr>
            <a:picLocks noChangeAspect="1"/>
          </p:cNvPicPr>
          <p:nvPr userDrawn="1"/>
        </p:nvPicPr>
        <p:blipFill>
          <a:blip r:embed="rId2"/>
          <a:stretch>
            <a:fillRect/>
          </a:stretch>
        </p:blipFill>
        <p:spPr>
          <a:xfrm>
            <a:off x="457200" y="5181600"/>
            <a:ext cx="2465644" cy="907105"/>
          </a:xfrm>
          <a:prstGeom prst="rect">
            <a:avLst/>
          </a:prstGeom>
        </p:spPr>
      </p:pic>
      <p:pic>
        <p:nvPicPr>
          <p:cNvPr id="49" name="Picture 48"/>
          <p:cNvPicPr>
            <a:picLocks noChangeAspect="1"/>
          </p:cNvPicPr>
          <p:nvPr userDrawn="1"/>
        </p:nvPicPr>
        <p:blipFill rotWithShape="1">
          <a:blip r:embed="rId3"/>
          <a:srcRect t="26190"/>
          <a:stretch/>
        </p:blipFill>
        <p:spPr>
          <a:xfrm>
            <a:off x="8001000" y="0"/>
            <a:ext cx="4191000" cy="4309139"/>
          </a:xfrm>
          <a:prstGeom prst="rect">
            <a:avLst/>
          </a:prstGeom>
        </p:spPr>
      </p:pic>
    </p:spTree>
    <p:extLst>
      <p:ext uri="{BB962C8B-B14F-4D97-AF65-F5344CB8AC3E}">
        <p14:creationId xmlns:p14="http://schemas.microsoft.com/office/powerpoint/2010/main" val="36081254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hank You Option 3">
    <p:spTree>
      <p:nvGrpSpPr>
        <p:cNvPr id="1" name=""/>
        <p:cNvGrpSpPr/>
        <p:nvPr/>
      </p:nvGrpSpPr>
      <p:grpSpPr>
        <a:xfrm>
          <a:off x="0" y="0"/>
          <a:ext cx="0" cy="0"/>
          <a:chOff x="0" y="0"/>
          <a:chExt cx="0" cy="0"/>
        </a:xfrm>
      </p:grpSpPr>
      <p:sp>
        <p:nvSpPr>
          <p:cNvPr id="48" name="Rectangle 47"/>
          <p:cNvSpPr/>
          <p:nvPr userDrawn="1"/>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Placeholder 2"/>
          <p:cNvSpPr>
            <a:spLocks noGrp="1"/>
          </p:cNvSpPr>
          <p:nvPr>
            <p:ph type="body" sz="quarter" idx="10" hasCustomPrompt="1"/>
          </p:nvPr>
        </p:nvSpPr>
        <p:spPr>
          <a:xfrm>
            <a:off x="457200" y="2514600"/>
            <a:ext cx="6019800" cy="1371600"/>
          </a:xfrm>
          <a:prstGeom prst="rect">
            <a:avLst/>
          </a:prstGeom>
        </p:spPr>
        <p:txBody>
          <a:bodyPr/>
          <a:lstStyle>
            <a:lvl1pPr>
              <a:defRPr sz="8800" baseline="0">
                <a:solidFill>
                  <a:schemeClr val="bg1"/>
                </a:solidFill>
              </a:defRPr>
            </a:lvl1pPr>
          </a:lstStyle>
          <a:p>
            <a:pPr lvl="0"/>
            <a:r>
              <a:rPr lang="en-US" dirty="0"/>
              <a:t>Thank you.</a:t>
            </a:r>
            <a:endParaRPr lang="en-IN" dirty="0"/>
          </a:p>
        </p:txBody>
      </p:sp>
      <p:sp>
        <p:nvSpPr>
          <p:cNvPr id="46" name="Text Placeholder 2"/>
          <p:cNvSpPr>
            <a:spLocks noGrp="1"/>
          </p:cNvSpPr>
          <p:nvPr>
            <p:ph type="body" sz="quarter" idx="12" hasCustomPrompt="1"/>
          </p:nvPr>
        </p:nvSpPr>
        <p:spPr>
          <a:xfrm>
            <a:off x="457200" y="6262963"/>
            <a:ext cx="6019800" cy="249839"/>
          </a:xfrm>
          <a:prstGeom prst="rect">
            <a:avLst/>
          </a:prstGeom>
        </p:spPr>
        <p:txBody>
          <a:bodyPr/>
          <a:lstStyle>
            <a:lvl1pPr>
              <a:defRPr sz="800" baseline="0">
                <a:solidFill>
                  <a:schemeClr val="bg1"/>
                </a:solidFill>
                <a:latin typeface="Calibri" panose="020F0502020204030204" pitchFamily="34" charset="0"/>
              </a:defRPr>
            </a:lvl1pPr>
          </a:lstStyle>
          <a:p>
            <a:pPr lvl="0"/>
            <a:r>
              <a:rPr lang="en-IN" dirty="0"/>
              <a:t>® 2017 Copyright </a:t>
            </a:r>
            <a:r>
              <a:rPr lang="en-IN" dirty="0" err="1"/>
              <a:t>Genpact</a:t>
            </a:r>
            <a:r>
              <a:rPr lang="en-IN" dirty="0"/>
              <a:t>. All Rights Reserved.</a:t>
            </a:r>
          </a:p>
        </p:txBody>
      </p:sp>
      <p:pic>
        <p:nvPicPr>
          <p:cNvPr id="47" name="Picture 46"/>
          <p:cNvPicPr>
            <a:picLocks noChangeAspect="1"/>
          </p:cNvPicPr>
          <p:nvPr userDrawn="1"/>
        </p:nvPicPr>
        <p:blipFill>
          <a:blip r:embed="rId2"/>
          <a:stretch>
            <a:fillRect/>
          </a:stretch>
        </p:blipFill>
        <p:spPr>
          <a:xfrm>
            <a:off x="457200" y="5181600"/>
            <a:ext cx="2465644" cy="907105"/>
          </a:xfrm>
          <a:prstGeom prst="rect">
            <a:avLst/>
          </a:prstGeom>
        </p:spPr>
      </p:pic>
      <p:sp>
        <p:nvSpPr>
          <p:cNvPr id="4" name="AutoShape 3"/>
          <p:cNvSpPr>
            <a:spLocks noChangeAspect="1" noChangeArrowheads="1" noTextEdit="1"/>
          </p:cNvSpPr>
          <p:nvPr userDrawn="1"/>
        </p:nvSpPr>
        <p:spPr bwMode="auto">
          <a:xfrm>
            <a:off x="6781800" y="5105400"/>
            <a:ext cx="2465388" cy="906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a:p>
        </p:txBody>
      </p:sp>
      <p:pic>
        <p:nvPicPr>
          <p:cNvPr id="45" name="Picture 44"/>
          <p:cNvPicPr>
            <a:picLocks noChangeAspect="1"/>
          </p:cNvPicPr>
          <p:nvPr userDrawn="1"/>
        </p:nvPicPr>
        <p:blipFill rotWithShape="1">
          <a:blip r:embed="rId3"/>
          <a:srcRect t="26190"/>
          <a:stretch/>
        </p:blipFill>
        <p:spPr>
          <a:xfrm>
            <a:off x="8001000" y="0"/>
            <a:ext cx="4191000" cy="4309139"/>
          </a:xfrm>
          <a:prstGeom prst="rect">
            <a:avLst/>
          </a:prstGeom>
        </p:spPr>
      </p:pic>
    </p:spTree>
    <p:extLst>
      <p:ext uri="{BB962C8B-B14F-4D97-AF65-F5344CB8AC3E}">
        <p14:creationId xmlns:p14="http://schemas.microsoft.com/office/powerpoint/2010/main" val="24421291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cSld name="1_Title Slide">
    <p:spTree>
      <p:nvGrpSpPr>
        <p:cNvPr id="1" name=""/>
        <p:cNvGrpSpPr/>
        <p:nvPr/>
      </p:nvGrpSpPr>
      <p:grpSpPr>
        <a:xfrm>
          <a:off x="0" y="0"/>
          <a:ext cx="0" cy="0"/>
          <a:chOff x="0" y="0"/>
          <a:chExt cx="0" cy="0"/>
        </a:xfrm>
      </p:grpSpPr>
      <p:pic>
        <p:nvPicPr>
          <p:cNvPr id="12"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901" b="9363"/>
          <a:stretch/>
        </p:blipFill>
        <p:spPr bwMode="auto">
          <a:xfrm>
            <a:off x="1" y="0"/>
            <a:ext cx="12192000" cy="45948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Rectangle 18"/>
          <p:cNvSpPr/>
          <p:nvPr/>
        </p:nvSpPr>
        <p:spPr>
          <a:xfrm>
            <a:off x="0" y="3276603"/>
            <a:ext cx="12192000" cy="1479233"/>
          </a:xfrm>
          <a:prstGeom prst="rect">
            <a:avLst/>
          </a:prstGeom>
          <a:gradFill flip="none" rotWithShape="1">
            <a:gsLst>
              <a:gs pos="32000">
                <a:sysClr val="windowText" lastClr="000000">
                  <a:lumMod val="95000"/>
                  <a:lumOff val="5000"/>
                  <a:alpha val="64000"/>
                </a:sysClr>
              </a:gs>
              <a:gs pos="100000">
                <a:sysClr val="windowText" lastClr="000000">
                  <a:lumMod val="75000"/>
                  <a:lumOff val="25000"/>
                  <a:alpha val="28000"/>
                </a:sysClr>
              </a:gs>
            </a:gsLst>
            <a:lin ang="0" scaled="1"/>
            <a:tileRect/>
          </a:gradFill>
          <a:ln w="6350" cap="flat" cmpd="sng" algn="ctr">
            <a:noFill/>
            <a:prstDash val="solid"/>
            <a:miter lim="800000"/>
          </a:ln>
          <a:effectLst/>
        </p:spPr>
        <p:txBody>
          <a:bodyPr rtlCol="0" anchor="ctr"/>
          <a:lstStyle/>
          <a:p>
            <a:pPr algn="ctr">
              <a:defRPr/>
            </a:pPr>
            <a:endParaRPr lang="en-US" kern="0" dirty="0">
              <a:solidFill>
                <a:prstClr val="white"/>
              </a:solidFill>
            </a:endParaRPr>
          </a:p>
        </p:txBody>
      </p:sp>
      <p:sp>
        <p:nvSpPr>
          <p:cNvPr id="10" name="Text Placeholder 8"/>
          <p:cNvSpPr>
            <a:spLocks noGrp="1"/>
          </p:cNvSpPr>
          <p:nvPr>
            <p:ph type="body" sz="quarter" idx="10"/>
          </p:nvPr>
        </p:nvSpPr>
        <p:spPr>
          <a:xfrm>
            <a:off x="365119" y="5238951"/>
            <a:ext cx="11460480" cy="369332"/>
          </a:xfrm>
          <a:prstGeom prst="rect">
            <a:avLst/>
          </a:prstGeom>
        </p:spPr>
        <p:txBody>
          <a:bodyPr anchor="b"/>
          <a:lstStyle>
            <a:lvl1pPr>
              <a:defRPr>
                <a:solidFill>
                  <a:schemeClr val="bg2"/>
                </a:solidFill>
              </a:defRPr>
            </a:lvl1pPr>
          </a:lstStyle>
          <a:p>
            <a:pPr lvl="0"/>
            <a:r>
              <a:rPr lang="en-US"/>
              <a:t>Click to edit Master text styles</a:t>
            </a:r>
          </a:p>
        </p:txBody>
      </p:sp>
      <p:sp>
        <p:nvSpPr>
          <p:cNvPr id="11" name="Text Placeholder 8"/>
          <p:cNvSpPr>
            <a:spLocks noGrp="1"/>
          </p:cNvSpPr>
          <p:nvPr>
            <p:ph type="body" sz="quarter" idx="11"/>
          </p:nvPr>
        </p:nvSpPr>
        <p:spPr>
          <a:xfrm>
            <a:off x="365121" y="5654062"/>
            <a:ext cx="9296400" cy="514301"/>
          </a:xfrm>
          <a:prstGeom prst="rect">
            <a:avLst/>
          </a:prstGeom>
        </p:spPr>
        <p:txBody>
          <a:bodyPr anchor="t">
            <a:noAutofit/>
          </a:bodyPr>
          <a:lstStyle>
            <a:lvl1pPr>
              <a:defRPr sz="1600"/>
            </a:lvl1pPr>
          </a:lstStyle>
          <a:p>
            <a:pPr lvl="0"/>
            <a:r>
              <a:rPr lang="en-US"/>
              <a:t>Click to edit Master text styles</a:t>
            </a:r>
          </a:p>
        </p:txBody>
      </p:sp>
      <p:pic>
        <p:nvPicPr>
          <p:cNvPr id="13" name="DE059669-D665-4EC3-AAD3-76458BA39420" descr="AE5E8382-2306-409F-AEAD-CB65EA6A496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1061" y="6400800"/>
            <a:ext cx="4372864" cy="182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p:nvPr/>
        </p:nvSpPr>
        <p:spPr>
          <a:xfrm>
            <a:off x="0" y="4593680"/>
            <a:ext cx="12192000" cy="304800"/>
          </a:xfrm>
          <a:prstGeom prst="rect">
            <a:avLst/>
          </a:prstGeom>
          <a:solidFill>
            <a:schemeClr val="tx1">
              <a:lumMod val="85000"/>
              <a:lumOff val="1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solidFill>
                <a:prstClr val="white"/>
              </a:solidFill>
            </a:endParaRPr>
          </a:p>
        </p:txBody>
      </p:sp>
      <p:pic>
        <p:nvPicPr>
          <p:cNvPr id="15" name="Picture 14" descr="GP_LD_LOGO.jpg"/>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8460232" y="6248407"/>
            <a:ext cx="3325368" cy="389763"/>
          </a:xfrm>
          <a:prstGeom prst="rect">
            <a:avLst/>
          </a:prstGeom>
        </p:spPr>
      </p:pic>
      <p:pic>
        <p:nvPicPr>
          <p:cNvPr id="16" name="Picture 15" descr="Generating Impact_YELLOW.png"/>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9042400" y="4645503"/>
            <a:ext cx="2784653" cy="220675"/>
          </a:xfrm>
          <a:prstGeom prst="rect">
            <a:avLst/>
          </a:prstGeom>
        </p:spPr>
      </p:pic>
    </p:spTree>
    <p:extLst>
      <p:ext uri="{BB962C8B-B14F-4D97-AF65-F5344CB8AC3E}">
        <p14:creationId xmlns:p14="http://schemas.microsoft.com/office/powerpoint/2010/main" val="418552884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Section 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65760" y="3602038"/>
            <a:ext cx="11460480" cy="1655762"/>
          </a:xfrm>
          <a:prstGeom prst="rect">
            <a:avLst/>
          </a:prstGeom>
        </p:spPr>
        <p:txBody>
          <a:bodyPr/>
          <a:lstStyle>
            <a:lvl1pPr marL="0" indent="0" algn="ctr">
              <a:buNone/>
              <a:defRPr sz="24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31329852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sp>
        <p:nvSpPr>
          <p:cNvPr id="5" name="Text Placeholder 10"/>
          <p:cNvSpPr>
            <a:spLocks noGrp="1"/>
          </p:cNvSpPr>
          <p:nvPr>
            <p:ph type="body" sz="quarter" idx="11" hasCustomPrompt="1"/>
          </p:nvPr>
        </p:nvSpPr>
        <p:spPr>
          <a:xfrm>
            <a:off x="204972" y="17530"/>
            <a:ext cx="7293327" cy="230832"/>
          </a:xfrm>
          <a:prstGeom prst="rect">
            <a:avLst/>
          </a:prstGeom>
          <a:noFill/>
        </p:spPr>
        <p:txBody>
          <a:bodyPr wrap="square" rtlCol="0">
            <a:spAutoFit/>
          </a:bodyPr>
          <a:lstStyle>
            <a:lvl1pPr>
              <a:defRPr lang="en-US" sz="900" kern="1200" dirty="0" smtClean="0">
                <a:solidFill>
                  <a:schemeClr val="bg1"/>
                </a:solidFill>
                <a:latin typeface="Arial" pitchFamily="34" charset="0"/>
                <a:ea typeface="+mn-ea"/>
                <a:cs typeface="Arial" pitchFamily="34" charset="0"/>
              </a:defRPr>
            </a:lvl1pPr>
            <a:lvl2pPr>
              <a:defRPr lang="en-US" dirty="0" smtClean="0">
                <a:solidFill>
                  <a:schemeClr val="tx1"/>
                </a:solidFill>
              </a:defRPr>
            </a:lvl2pPr>
            <a:lvl3pPr>
              <a:defRPr lang="en-US" sz="1350" dirty="0" smtClean="0">
                <a:solidFill>
                  <a:schemeClr val="tx1"/>
                </a:solidFill>
              </a:defRPr>
            </a:lvl3pPr>
            <a:lvl4pPr>
              <a:defRPr lang="en-US" sz="1350" dirty="0" smtClean="0">
                <a:solidFill>
                  <a:schemeClr val="tx1"/>
                </a:solidFill>
              </a:defRPr>
            </a:lvl4pPr>
            <a:lvl5pPr>
              <a:defRPr lang="en-US" sz="1350" dirty="0">
                <a:solidFill>
                  <a:schemeClr val="tx1"/>
                </a:solidFill>
              </a:defRPr>
            </a:lvl5pPr>
          </a:lstStyle>
          <a:p>
            <a:pPr lvl="0"/>
            <a:r>
              <a:rPr lang="en-US" dirty="0"/>
              <a:t>Click to edit Master text styles </a:t>
            </a:r>
            <a:r>
              <a:rPr lang="en-US" sz="675" dirty="0">
                <a:solidFill>
                  <a:schemeClr val="bg2"/>
                </a:solidFill>
              </a:rPr>
              <a:t> ►</a:t>
            </a:r>
            <a:endParaRPr lang="en-US" dirty="0"/>
          </a:p>
        </p:txBody>
      </p:sp>
      <p:sp>
        <p:nvSpPr>
          <p:cNvPr id="6" name="Title 1"/>
          <p:cNvSpPr>
            <a:spLocks noGrp="1"/>
          </p:cNvSpPr>
          <p:nvPr>
            <p:ph type="title"/>
          </p:nvPr>
        </p:nvSpPr>
        <p:spPr>
          <a:xfrm>
            <a:off x="175973" y="469900"/>
            <a:ext cx="11711233" cy="977900"/>
          </a:xfrm>
          <a:prstGeom prst="rect">
            <a:avLst/>
          </a:prstGeom>
        </p:spPr>
        <p:txBody>
          <a:bodyPr anchor="t">
            <a:normAutofit/>
          </a:bodyPr>
          <a:lstStyle>
            <a:lvl1pPr>
              <a:defRPr sz="1800">
                <a:solidFill>
                  <a:schemeClr val="tx1">
                    <a:lumMod val="75000"/>
                    <a:lumOff val="25000"/>
                  </a:schemeClr>
                </a:solidFill>
              </a:defRPr>
            </a:lvl1pPr>
          </a:lstStyle>
          <a:p>
            <a:r>
              <a:rPr lang="en-US" dirty="0"/>
              <a:t>Click to edit Master title style</a:t>
            </a:r>
          </a:p>
        </p:txBody>
      </p:sp>
    </p:spTree>
    <p:extLst>
      <p:ext uri="{BB962C8B-B14F-4D97-AF65-F5344CB8AC3E}">
        <p14:creationId xmlns:p14="http://schemas.microsoft.com/office/powerpoint/2010/main" val="4334099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userDrawn="1">
  <p:cSld name="Section Break">
    <p:spTree>
      <p:nvGrpSpPr>
        <p:cNvPr id="1" name=""/>
        <p:cNvGrpSpPr/>
        <p:nvPr/>
      </p:nvGrpSpPr>
      <p:grpSpPr>
        <a:xfrm>
          <a:off x="0" y="0"/>
          <a:ext cx="0" cy="0"/>
          <a:chOff x="0" y="0"/>
          <a:chExt cx="0" cy="0"/>
        </a:xfrm>
      </p:grpSpPr>
      <p:sp>
        <p:nvSpPr>
          <p:cNvPr id="10" name="Rectangle 7"/>
          <p:cNvSpPr>
            <a:spLocks noChangeArrowheads="1"/>
          </p:cNvSpPr>
          <p:nvPr userDrawn="1"/>
        </p:nvSpPr>
        <p:spPr bwMode="auto">
          <a:xfrm>
            <a:off x="0" y="2428875"/>
            <a:ext cx="12192000" cy="2281238"/>
          </a:xfrm>
          <a:prstGeom prst="rect">
            <a:avLst/>
          </a:prstGeom>
          <a:solidFill>
            <a:schemeClr val="accent1"/>
          </a:solidFill>
          <a:ln w="9525">
            <a:noFill/>
            <a:miter lim="800000"/>
            <a:headEnd/>
            <a:tailEnd/>
          </a:ln>
        </p:spPr>
        <p:txBody>
          <a:bodyPr wrap="none" lIns="0" tIns="0" rIns="0" bIns="0" anchor="ctr"/>
          <a:lstStyle/>
          <a:p>
            <a:pPr algn="ctr" defTabSz="457200">
              <a:buClr>
                <a:srgbClr val="D57E27"/>
              </a:buClr>
              <a:buFont typeface="Wingdings" pitchFamily="2" charset="2"/>
              <a:buNone/>
            </a:pPr>
            <a:endParaRPr lang="en-US" dirty="0">
              <a:solidFill>
                <a:srgbClr val="414141"/>
              </a:solidFill>
              <a:latin typeface="Calibri" pitchFamily="34" charset="0"/>
              <a:ea typeface="ＭＳ Ｐゴシック"/>
            </a:endParaRPr>
          </a:p>
        </p:txBody>
      </p:sp>
      <p:sp>
        <p:nvSpPr>
          <p:cNvPr id="11" name="Rectangle 7"/>
          <p:cNvSpPr>
            <a:spLocks noChangeArrowheads="1"/>
          </p:cNvSpPr>
          <p:nvPr userDrawn="1"/>
        </p:nvSpPr>
        <p:spPr bwMode="auto">
          <a:xfrm>
            <a:off x="0" y="0"/>
            <a:ext cx="12192000" cy="4419600"/>
          </a:xfrm>
          <a:prstGeom prst="rect">
            <a:avLst/>
          </a:prstGeom>
          <a:solidFill>
            <a:srgbClr val="000000"/>
          </a:solidFill>
          <a:ln w="9525">
            <a:noFill/>
            <a:miter lim="800000"/>
            <a:headEnd/>
            <a:tailEnd/>
          </a:ln>
        </p:spPr>
        <p:txBody>
          <a:bodyPr wrap="none" lIns="0" tIns="0" rIns="0" bIns="0" anchor="ctr"/>
          <a:lstStyle/>
          <a:p>
            <a:pPr algn="ctr" defTabSz="457200">
              <a:buClr>
                <a:srgbClr val="D57E27"/>
              </a:buClr>
              <a:buFont typeface="Wingdings" pitchFamily="2" charset="2"/>
              <a:buNone/>
            </a:pPr>
            <a:endParaRPr lang="en-US" dirty="0">
              <a:solidFill>
                <a:srgbClr val="414141"/>
              </a:solidFill>
              <a:latin typeface="Calibri" pitchFamily="34" charset="0"/>
              <a:ea typeface="ＭＳ Ｐゴシック"/>
            </a:endParaRPr>
          </a:p>
        </p:txBody>
      </p:sp>
      <p:sp>
        <p:nvSpPr>
          <p:cNvPr id="2" name="Title 1"/>
          <p:cNvSpPr>
            <a:spLocks noGrp="1"/>
          </p:cNvSpPr>
          <p:nvPr>
            <p:ph type="ctrTitle"/>
          </p:nvPr>
        </p:nvSpPr>
        <p:spPr>
          <a:xfrm>
            <a:off x="821267" y="2335514"/>
            <a:ext cx="10363200" cy="1946275"/>
          </a:xfrm>
          <a:prstGeom prst="rect">
            <a:avLst/>
          </a:prstGeom>
          <a:noFill/>
          <a:ln w="9525">
            <a:noFill/>
            <a:miter lim="800000"/>
            <a:headEnd/>
            <a:tailEnd/>
          </a:ln>
        </p:spPr>
        <p:txBody>
          <a:bodyPr wrap="square" lIns="0" tIns="0" rIns="0" bIns="0" anchor="b"/>
          <a:lstStyle>
            <a:lvl1pPr>
              <a:defRPr lang="en-US" sz="4500" b="0" kern="1200" dirty="0">
                <a:solidFill>
                  <a:schemeClr val="bg1"/>
                </a:solidFill>
                <a:latin typeface="Trebuchet MS" pitchFamily="34" charset="0"/>
                <a:ea typeface="ＭＳ Ｐゴシック"/>
                <a:cs typeface="ＭＳ Ｐゴシック"/>
              </a:defRPr>
            </a:lvl1pPr>
          </a:lstStyle>
          <a:p>
            <a:pPr lvl="0"/>
            <a:r>
              <a:rPr lang="en-US"/>
              <a:t>Click to edit Master title style</a:t>
            </a:r>
            <a:endParaRPr lang="en-US" dirty="0"/>
          </a:p>
        </p:txBody>
      </p:sp>
      <p:pic>
        <p:nvPicPr>
          <p:cNvPr id="6" name="DE059669-D665-4EC3-AAD3-76458BA39420" descr="AE5E8382-2306-409F-AEAD-CB65EA6A496C"/>
          <p:cNvPicPr>
            <a:picLocks noChangeAspect="1" noChangeArrowheads="1"/>
          </p:cNvPicPr>
          <p:nvPr userDrawn="1"/>
        </p:nvPicPr>
        <p:blipFill>
          <a:blip r:embed="rId2" cstate="email">
            <a:extLst>
              <a:ext uri="{28A0092B-C50C-407E-A947-70E740481C1C}">
                <a14:useLocalDpi xmlns:a14="http://schemas.microsoft.com/office/drawing/2010/main"/>
              </a:ext>
            </a:extLst>
          </a:blip>
          <a:srcRect/>
          <a:stretch>
            <a:fillRect/>
          </a:stretch>
        </p:blipFill>
        <p:spPr bwMode="auto">
          <a:xfrm>
            <a:off x="1730375" y="6596003"/>
            <a:ext cx="3498295" cy="14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8" name="Straight Connector 7"/>
          <p:cNvCxnSpPr/>
          <p:nvPr userDrawn="1"/>
        </p:nvCxnSpPr>
        <p:spPr>
          <a:xfrm>
            <a:off x="0" y="6477000"/>
            <a:ext cx="12192000" cy="1588"/>
          </a:xfrm>
          <a:prstGeom prst="line">
            <a:avLst/>
          </a:prstGeom>
          <a:ln w="9525">
            <a:solidFill>
              <a:schemeClr val="bg1">
                <a:lumMod val="65000"/>
              </a:schemeClr>
            </a:solidFill>
          </a:ln>
          <a:effectLst/>
        </p:spPr>
        <p:style>
          <a:lnRef idx="2">
            <a:schemeClr val="accent1"/>
          </a:lnRef>
          <a:fillRef idx="0">
            <a:schemeClr val="accent1"/>
          </a:fillRef>
          <a:effectRef idx="1">
            <a:schemeClr val="accent1"/>
          </a:effectRef>
          <a:fontRef idx="minor">
            <a:schemeClr val="tx1"/>
          </a:fontRef>
        </p:style>
      </p:cxnSp>
      <p:sp>
        <p:nvSpPr>
          <p:cNvPr id="9" name="Footer Placeholder 81"/>
          <p:cNvSpPr txBox="1">
            <a:spLocks noGrp="1"/>
          </p:cNvSpPr>
          <p:nvPr userDrawn="1"/>
        </p:nvSpPr>
        <p:spPr bwMode="auto">
          <a:xfrm>
            <a:off x="8899879" y="6595291"/>
            <a:ext cx="2784123" cy="197114"/>
          </a:xfrm>
          <a:prstGeom prst="rect">
            <a:avLst/>
          </a:prstGeom>
          <a:noFill/>
          <a:ln>
            <a:noFill/>
          </a:ln>
        </p:spPr>
        <p:txBody>
          <a:bodyPr lIns="0" tIns="0" rIns="0" bIns="0"/>
          <a:lstStyle>
            <a:lvl1pPr eaLnBrk="0" hangingPunct="0">
              <a:defRPr sz="800">
                <a:solidFill>
                  <a:schemeClr val="bg1"/>
                </a:solidFill>
                <a:latin typeface="Arial" charset="0"/>
                <a:ea typeface="ＭＳ Ｐゴシック" pitchFamily="34" charset="-128"/>
              </a:defRPr>
            </a:lvl1pPr>
            <a:lvl2pPr marL="742950" indent="-285750" eaLnBrk="0" hangingPunct="0">
              <a:defRPr sz="800">
                <a:solidFill>
                  <a:schemeClr val="bg1"/>
                </a:solidFill>
                <a:latin typeface="Arial" charset="0"/>
                <a:ea typeface="ＭＳ Ｐゴシック" pitchFamily="34" charset="-128"/>
              </a:defRPr>
            </a:lvl2pPr>
            <a:lvl3pPr marL="1143000" indent="-228600" eaLnBrk="0" hangingPunct="0">
              <a:defRPr sz="800">
                <a:solidFill>
                  <a:schemeClr val="bg1"/>
                </a:solidFill>
                <a:latin typeface="Arial" charset="0"/>
                <a:ea typeface="ＭＳ Ｐゴシック" pitchFamily="34" charset="-128"/>
              </a:defRPr>
            </a:lvl3pPr>
            <a:lvl4pPr marL="1600200" indent="-228600" eaLnBrk="0" hangingPunct="0">
              <a:defRPr sz="800">
                <a:solidFill>
                  <a:schemeClr val="bg1"/>
                </a:solidFill>
                <a:latin typeface="Arial" charset="0"/>
                <a:ea typeface="ＭＳ Ｐゴシック" pitchFamily="34" charset="-128"/>
              </a:defRPr>
            </a:lvl4pPr>
            <a:lvl5pPr marL="2057400" indent="-228600" eaLnBrk="0" hangingPunct="0">
              <a:defRPr sz="800">
                <a:solidFill>
                  <a:schemeClr val="bg1"/>
                </a:solidFill>
                <a:latin typeface="Arial" charset="0"/>
                <a:ea typeface="ＭＳ Ｐゴシック" pitchFamily="34" charset="-128"/>
              </a:defRPr>
            </a:lvl5pPr>
            <a:lvl6pPr marL="2514600" indent="-228600" eaLnBrk="0" fontAlgn="base" hangingPunct="0">
              <a:spcBef>
                <a:spcPct val="0"/>
              </a:spcBef>
              <a:spcAft>
                <a:spcPct val="0"/>
              </a:spcAft>
              <a:defRPr sz="800">
                <a:solidFill>
                  <a:schemeClr val="bg1"/>
                </a:solidFill>
                <a:latin typeface="Arial" charset="0"/>
                <a:ea typeface="ＭＳ Ｐゴシック" pitchFamily="34" charset="-128"/>
              </a:defRPr>
            </a:lvl6pPr>
            <a:lvl7pPr marL="2971800" indent="-228600" eaLnBrk="0" fontAlgn="base" hangingPunct="0">
              <a:spcBef>
                <a:spcPct val="0"/>
              </a:spcBef>
              <a:spcAft>
                <a:spcPct val="0"/>
              </a:spcAft>
              <a:defRPr sz="800">
                <a:solidFill>
                  <a:schemeClr val="bg1"/>
                </a:solidFill>
                <a:latin typeface="Arial" charset="0"/>
                <a:ea typeface="ＭＳ Ｐゴシック" pitchFamily="34" charset="-128"/>
              </a:defRPr>
            </a:lvl7pPr>
            <a:lvl8pPr marL="3429000" indent="-228600" eaLnBrk="0" fontAlgn="base" hangingPunct="0">
              <a:spcBef>
                <a:spcPct val="0"/>
              </a:spcBef>
              <a:spcAft>
                <a:spcPct val="0"/>
              </a:spcAft>
              <a:defRPr sz="800">
                <a:solidFill>
                  <a:schemeClr val="bg1"/>
                </a:solidFill>
                <a:latin typeface="Arial" charset="0"/>
                <a:ea typeface="ＭＳ Ｐゴシック" pitchFamily="34" charset="-128"/>
              </a:defRPr>
            </a:lvl8pPr>
            <a:lvl9pPr marL="3886200" indent="-228600" eaLnBrk="0" fontAlgn="base" hangingPunct="0">
              <a:spcBef>
                <a:spcPct val="0"/>
              </a:spcBef>
              <a:spcAft>
                <a:spcPct val="0"/>
              </a:spcAft>
              <a:defRPr sz="800">
                <a:solidFill>
                  <a:schemeClr val="bg1"/>
                </a:solidFill>
                <a:latin typeface="Arial" charset="0"/>
                <a:ea typeface="ＭＳ Ｐゴシック" pitchFamily="34" charset="-128"/>
              </a:defRPr>
            </a:lvl9pPr>
          </a:lstStyle>
          <a:p>
            <a:pPr>
              <a:defRPr/>
            </a:pPr>
            <a:r>
              <a:rPr lang="en-US" dirty="0">
                <a:solidFill>
                  <a:srgbClr val="414141"/>
                </a:solidFill>
                <a:latin typeface="Calibri Light"/>
                <a:ea typeface="Arial Unicode MS" pitchFamily="34" charset="-128"/>
                <a:cs typeface="Arial Unicode MS" pitchFamily="34" charset="-128"/>
              </a:rPr>
              <a:t>© 2016 Copyright Genpact. All Rights Reserved.</a:t>
            </a:r>
          </a:p>
        </p:txBody>
      </p:sp>
      <p:pic>
        <p:nvPicPr>
          <p:cNvPr id="12" name="Picture 11" descr="GP_GRAY_LOGO.png"/>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347133" y="6602053"/>
            <a:ext cx="1075267" cy="130175"/>
          </a:xfrm>
          <a:prstGeom prst="rect">
            <a:avLst/>
          </a:prstGeom>
        </p:spPr>
      </p:pic>
    </p:spTree>
    <p:extLst>
      <p:ext uri="{BB962C8B-B14F-4D97-AF65-F5344CB8AC3E}">
        <p14:creationId xmlns:p14="http://schemas.microsoft.com/office/powerpoint/2010/main" val="130279485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Only">
  <p:cSld name="3_Title Only">
    <p:spTree>
      <p:nvGrpSpPr>
        <p:cNvPr id="1" name=""/>
        <p:cNvGrpSpPr/>
        <p:nvPr/>
      </p:nvGrpSpPr>
      <p:grpSpPr>
        <a:xfrm>
          <a:off x="0" y="0"/>
          <a:ext cx="0" cy="0"/>
          <a:chOff x="0" y="0"/>
          <a:chExt cx="0" cy="0"/>
        </a:xfrm>
      </p:grpSpPr>
      <p:sp>
        <p:nvSpPr>
          <p:cNvPr id="2" name="Title 1"/>
          <p:cNvSpPr>
            <a:spLocks noGrp="1"/>
          </p:cNvSpPr>
          <p:nvPr>
            <p:ph type="title"/>
          </p:nvPr>
        </p:nvSpPr>
        <p:spPr>
          <a:xfrm>
            <a:off x="364067" y="365127"/>
            <a:ext cx="11463868" cy="937894"/>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838200" y="6356363"/>
            <a:ext cx="2743200" cy="365125"/>
          </a:xfrm>
          <a:prstGeom prst="rect">
            <a:avLst/>
          </a:prstGeom>
        </p:spPr>
        <p:txBody>
          <a:bodyPr/>
          <a:lstStyle/>
          <a:p>
            <a:fld id="{C764DE79-268F-4C1A-8933-263129D2AF90}" type="datetimeFigureOut">
              <a:rPr lang="en-US" dirty="0">
                <a:solidFill>
                  <a:prstClr val="black"/>
                </a:solidFill>
              </a:rPr>
              <a:pPr/>
              <a:t>11/11/2020</a:t>
            </a:fld>
            <a:endParaRPr lang="en-US" dirty="0">
              <a:solidFill>
                <a:prstClr val="black"/>
              </a:solidFill>
            </a:endParaRPr>
          </a:p>
        </p:txBody>
      </p:sp>
      <p:sp>
        <p:nvSpPr>
          <p:cNvPr id="4" name="Footer Placeholder 3"/>
          <p:cNvSpPr>
            <a:spLocks noGrp="1"/>
          </p:cNvSpPr>
          <p:nvPr>
            <p:ph type="ftr" sz="quarter" idx="11"/>
          </p:nvPr>
        </p:nvSpPr>
        <p:spPr>
          <a:xfrm>
            <a:off x="4038600" y="6356363"/>
            <a:ext cx="4114800" cy="365125"/>
          </a:xfrm>
          <a:prstGeom prst="rect">
            <a:avLst/>
          </a:prstGeom>
        </p:spPr>
        <p:txBody>
          <a:bodyPr/>
          <a:lstStyle/>
          <a:p>
            <a:endParaRPr lang="en-US" dirty="0">
              <a:solidFill>
                <a:prstClr val="black"/>
              </a:solidFill>
            </a:endParaRPr>
          </a:p>
        </p:txBody>
      </p:sp>
      <p:sp>
        <p:nvSpPr>
          <p:cNvPr id="5" name="Slide Number Placeholder 4"/>
          <p:cNvSpPr>
            <a:spLocks noGrp="1"/>
          </p:cNvSpPr>
          <p:nvPr>
            <p:ph type="sldNum" sz="quarter" idx="12"/>
          </p:nvPr>
        </p:nvSpPr>
        <p:spPr>
          <a:xfrm>
            <a:off x="8610600" y="6356363"/>
            <a:ext cx="2743200" cy="365125"/>
          </a:xfrm>
          <a:prstGeom prst="rect">
            <a:avLst/>
          </a:prstGeom>
        </p:spPr>
        <p:txBody>
          <a:bodyPr/>
          <a:lstStyle/>
          <a:p>
            <a:fld id="{48F63A3B-78C7-47BE-AE5E-E10140E04643}" type="slidenum">
              <a:rPr lang="en-US" dirty="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8353830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_Title Only with Black header text">
    <p:spTree>
      <p:nvGrpSpPr>
        <p:cNvPr id="1" name=""/>
        <p:cNvGrpSpPr/>
        <p:nvPr/>
      </p:nvGrpSpPr>
      <p:grpSpPr>
        <a:xfrm>
          <a:off x="0" y="0"/>
          <a:ext cx="0" cy="0"/>
          <a:chOff x="0" y="0"/>
          <a:chExt cx="0" cy="0"/>
        </a:xfrm>
      </p:grpSpPr>
      <p:sp>
        <p:nvSpPr>
          <p:cNvPr id="5" name="Text Placeholder 10"/>
          <p:cNvSpPr>
            <a:spLocks noGrp="1"/>
          </p:cNvSpPr>
          <p:nvPr>
            <p:ph type="body" sz="quarter" idx="11" hasCustomPrompt="1"/>
          </p:nvPr>
        </p:nvSpPr>
        <p:spPr>
          <a:xfrm>
            <a:off x="257976" y="17527"/>
            <a:ext cx="8532632" cy="276999"/>
          </a:xfrm>
          <a:prstGeom prst="rect">
            <a:avLst/>
          </a:prstGeom>
          <a:noFill/>
        </p:spPr>
        <p:txBody>
          <a:bodyPr wrap="square" lIns="45720" rtlCol="0">
            <a:spAutoFit/>
          </a:bodyPr>
          <a:lstStyle>
            <a:lvl1pPr>
              <a:defRPr lang="en-US" sz="1200" kern="1200" dirty="0" smtClean="0">
                <a:solidFill>
                  <a:schemeClr val="bg1"/>
                </a:solidFill>
                <a:latin typeface="Arial" pitchFamily="34" charset="0"/>
                <a:ea typeface="+mn-ea"/>
                <a:cs typeface="Arial" pitchFamily="34" charset="0"/>
              </a:defRPr>
            </a:lvl1pPr>
            <a:lvl2pPr>
              <a:defRPr lang="en-US" dirty="0" smtClean="0">
                <a:solidFill>
                  <a:schemeClr val="tx1"/>
                </a:solidFill>
              </a:defRPr>
            </a:lvl2pPr>
            <a:lvl3pPr>
              <a:defRPr lang="en-US" sz="1800" dirty="0" smtClean="0">
                <a:solidFill>
                  <a:schemeClr val="tx1"/>
                </a:solidFill>
              </a:defRPr>
            </a:lvl3pPr>
            <a:lvl4pPr>
              <a:defRPr lang="en-US" sz="1800" dirty="0" smtClean="0">
                <a:solidFill>
                  <a:schemeClr val="tx1"/>
                </a:solidFill>
              </a:defRPr>
            </a:lvl4pPr>
            <a:lvl5pPr>
              <a:defRPr lang="en-US" sz="1800" dirty="0">
                <a:solidFill>
                  <a:schemeClr val="tx1"/>
                </a:solidFill>
              </a:defRPr>
            </a:lvl5pPr>
          </a:lstStyle>
          <a:p>
            <a:pPr lvl="0"/>
            <a:r>
              <a:rPr lang="en-US" dirty="0"/>
              <a:t>Click to edit Master text styles </a:t>
            </a:r>
            <a:r>
              <a:rPr lang="en-US" sz="900" dirty="0">
                <a:solidFill>
                  <a:schemeClr val="bg2"/>
                </a:solidFill>
              </a:rPr>
              <a:t> ►</a:t>
            </a:r>
            <a:endParaRPr lang="en-US" dirty="0"/>
          </a:p>
        </p:txBody>
      </p:sp>
      <p:sp>
        <p:nvSpPr>
          <p:cNvPr id="6" name="Title 1"/>
          <p:cNvSpPr>
            <a:spLocks noGrp="1"/>
          </p:cNvSpPr>
          <p:nvPr>
            <p:ph type="title"/>
          </p:nvPr>
        </p:nvSpPr>
        <p:spPr>
          <a:xfrm>
            <a:off x="293315" y="457200"/>
            <a:ext cx="11682232" cy="1047750"/>
          </a:xfrm>
          <a:prstGeom prst="rect">
            <a:avLst/>
          </a:prstGeom>
        </p:spPr>
        <p:txBody>
          <a:bodyPr anchor="t">
            <a:normAutofit/>
          </a:bodyPr>
          <a:lstStyle>
            <a:lvl1pPr>
              <a:defRPr sz="2400">
                <a:solidFill>
                  <a:schemeClr val="tx1">
                    <a:lumMod val="75000"/>
                    <a:lumOff val="25000"/>
                  </a:schemeClr>
                </a:solidFill>
              </a:defRPr>
            </a:lvl1pPr>
          </a:lstStyle>
          <a:p>
            <a:r>
              <a:rPr lang="en-US" dirty="0"/>
              <a:t>Click to edit Master title style</a:t>
            </a:r>
          </a:p>
        </p:txBody>
      </p:sp>
    </p:spTree>
    <p:extLst>
      <p:ext uri="{BB962C8B-B14F-4D97-AF65-F5344CB8AC3E}">
        <p14:creationId xmlns:p14="http://schemas.microsoft.com/office/powerpoint/2010/main" val="157529432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64067" y="365127"/>
            <a:ext cx="11463868" cy="937894"/>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364069" y="1600199"/>
            <a:ext cx="11463867" cy="4568826"/>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3"/>
            <a:ext cx="2844800" cy="365125"/>
          </a:xfrm>
          <a:prstGeom prst="rect">
            <a:avLst/>
          </a:prstGeom>
        </p:spPr>
        <p:txBody>
          <a:bodyPr/>
          <a:lstStyle/>
          <a:p>
            <a:fld id="{924951C9-AD9B-4DB0-83CA-7DCA43D33632}" type="datetimeFigureOut">
              <a:rPr lang="en-US" smtClean="0">
                <a:solidFill>
                  <a:prstClr val="black"/>
                </a:solidFill>
              </a:rPr>
              <a:pPr/>
              <a:t>11/11/2020</a:t>
            </a:fld>
            <a:endParaRPr lang="en-US" dirty="0">
              <a:solidFill>
                <a:prstClr val="black"/>
              </a:solidFill>
            </a:endParaRPr>
          </a:p>
        </p:txBody>
      </p:sp>
      <p:sp>
        <p:nvSpPr>
          <p:cNvPr id="5" name="Footer Placeholder 4"/>
          <p:cNvSpPr>
            <a:spLocks noGrp="1"/>
          </p:cNvSpPr>
          <p:nvPr>
            <p:ph type="ftr" sz="quarter" idx="11"/>
          </p:nvPr>
        </p:nvSpPr>
        <p:spPr>
          <a:xfrm>
            <a:off x="4165600" y="6356353"/>
            <a:ext cx="3860800" cy="365125"/>
          </a:xfrm>
          <a:prstGeom prst="rect">
            <a:avLst/>
          </a:prstGeom>
        </p:spPr>
        <p:txBody>
          <a:bodyPr/>
          <a:lstStyle/>
          <a:p>
            <a:endParaRPr lang="en-US" dirty="0">
              <a:solidFill>
                <a:prstClr val="black"/>
              </a:solidFill>
            </a:endParaRPr>
          </a:p>
        </p:txBody>
      </p:sp>
      <p:sp>
        <p:nvSpPr>
          <p:cNvPr id="6" name="Slide Number Placeholder 5"/>
          <p:cNvSpPr>
            <a:spLocks noGrp="1"/>
          </p:cNvSpPr>
          <p:nvPr>
            <p:ph type="sldNum" sz="quarter" idx="12"/>
          </p:nvPr>
        </p:nvSpPr>
        <p:spPr>
          <a:xfrm>
            <a:off x="8737600" y="6356353"/>
            <a:ext cx="2844800" cy="365125"/>
          </a:xfrm>
          <a:prstGeom prst="rect">
            <a:avLst/>
          </a:prstGeom>
        </p:spPr>
        <p:txBody>
          <a:bodyPr/>
          <a:lstStyle/>
          <a:p>
            <a:fld id="{BE0C0D58-F28E-4CC7-9CCE-12156EC55E66}" type="slidenum">
              <a:rPr lang="en-US" smtClean="0">
                <a:solidFill>
                  <a:prstClr val="black"/>
                </a:solidFill>
              </a:rPr>
              <a:pPr/>
              <a:t>‹#›</a:t>
            </a:fld>
            <a:endParaRPr lang="en-US" dirty="0">
              <a:solidFill>
                <a:prstClr val="black"/>
              </a:solidFill>
            </a:endParaRPr>
          </a:p>
        </p:txBody>
      </p:sp>
    </p:spTree>
    <p:extLst>
      <p:ext uri="{BB962C8B-B14F-4D97-AF65-F5344CB8AC3E}">
        <p14:creationId xmlns:p14="http://schemas.microsoft.com/office/powerpoint/2010/main" val="105412406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Content and Picture">
  <p:cSld name="1_Content and Picture">
    <p:spTree>
      <p:nvGrpSpPr>
        <p:cNvPr id="1" name="Shape 31"/>
        <p:cNvGrpSpPr/>
        <p:nvPr/>
      </p:nvGrpSpPr>
      <p:grpSpPr>
        <a:xfrm>
          <a:off x="0" y="0"/>
          <a:ext cx="0" cy="0"/>
          <a:chOff x="0" y="0"/>
          <a:chExt cx="0" cy="0"/>
        </a:xfrm>
      </p:grpSpPr>
      <p:sp>
        <p:nvSpPr>
          <p:cNvPr id="32" name="Google Shape;32;p5"/>
          <p:cNvSpPr txBox="1">
            <a:spLocks noGrp="1"/>
          </p:cNvSpPr>
          <p:nvPr>
            <p:ph type="body" idx="1"/>
          </p:nvPr>
        </p:nvSpPr>
        <p:spPr>
          <a:xfrm>
            <a:off x="460744" y="471715"/>
            <a:ext cx="7235456" cy="533400"/>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0"/>
              </a:spcBef>
              <a:spcAft>
                <a:spcPts val="0"/>
              </a:spcAft>
              <a:buSzPts val="1400"/>
              <a:buNone/>
              <a:defRPr sz="3000" b="0" i="0" u="none" strike="noStrike" cap="none">
                <a:solidFill>
                  <a:srgbClr val="063161"/>
                </a:solidFill>
                <a:latin typeface="Georgia"/>
                <a:ea typeface="Georgia"/>
                <a:cs typeface="Georgia"/>
                <a:sym typeface="Georgia"/>
              </a:defRPr>
            </a:lvl1pPr>
            <a:lvl2pPr marL="914400" marR="0" lvl="1" indent="-228600" algn="l" rtl="0">
              <a:spcBef>
                <a:spcPts val="0"/>
              </a:spcBef>
              <a:spcAft>
                <a:spcPts val="0"/>
              </a:spcAft>
              <a:buSzPts val="1400"/>
              <a:buNone/>
              <a:defRPr sz="1800" b="0" i="0" u="none" strike="noStrike" cap="none">
                <a:latin typeface="Georgia"/>
                <a:ea typeface="Georgia"/>
                <a:cs typeface="Georgia"/>
                <a:sym typeface="Georgia"/>
              </a:defRPr>
            </a:lvl2pPr>
            <a:lvl3pPr marL="1371600" marR="0" lvl="2" indent="-228600" algn="l" rtl="0">
              <a:spcBef>
                <a:spcPts val="0"/>
              </a:spcBef>
              <a:spcAft>
                <a:spcPts val="0"/>
              </a:spcAft>
              <a:buSzPts val="1400"/>
              <a:buNone/>
              <a:defRPr sz="1800" b="0" i="0" u="none" strike="noStrike" cap="none">
                <a:latin typeface="Georgia"/>
                <a:ea typeface="Georgia"/>
                <a:cs typeface="Georgia"/>
                <a:sym typeface="Georgia"/>
              </a:defRPr>
            </a:lvl3pPr>
            <a:lvl4pPr marL="1828800" marR="0" lvl="3" indent="-228600" algn="l" rtl="0">
              <a:spcBef>
                <a:spcPts val="0"/>
              </a:spcBef>
              <a:spcAft>
                <a:spcPts val="0"/>
              </a:spcAft>
              <a:buSzPts val="1400"/>
              <a:buNone/>
              <a:defRPr sz="1800" b="0" i="0" u="none" strike="noStrike" cap="none">
                <a:latin typeface="Georgia"/>
                <a:ea typeface="Georgia"/>
                <a:cs typeface="Georgia"/>
                <a:sym typeface="Georgia"/>
              </a:defRPr>
            </a:lvl4pPr>
            <a:lvl5pPr marL="2286000" marR="0" lvl="4" indent="-228600" algn="l" rtl="0">
              <a:spcBef>
                <a:spcPts val="0"/>
              </a:spcBef>
              <a:spcAft>
                <a:spcPts val="0"/>
              </a:spcAft>
              <a:buSzPts val="1400"/>
              <a:buNone/>
              <a:defRPr sz="1800" b="0" i="0" u="none" strike="noStrike" cap="none">
                <a:latin typeface="Georgia"/>
                <a:ea typeface="Georgia"/>
                <a:cs typeface="Georgia"/>
                <a:sym typeface="Georgia"/>
              </a:defRPr>
            </a:lvl5pPr>
            <a:lvl6pPr marL="2743200" marR="0" lvl="5" indent="-228600" algn="l" rtl="0">
              <a:spcBef>
                <a:spcPts val="0"/>
              </a:spcBef>
              <a:spcAft>
                <a:spcPts val="0"/>
              </a:spcAft>
              <a:buSzPts val="1400"/>
              <a:buNone/>
              <a:defRPr sz="1800" b="0" i="0" u="none" strike="noStrike" cap="none">
                <a:latin typeface="Georgia"/>
                <a:ea typeface="Georgia"/>
                <a:cs typeface="Georgia"/>
                <a:sym typeface="Georgia"/>
              </a:defRPr>
            </a:lvl6pPr>
            <a:lvl7pPr marL="3200400" marR="0" lvl="6" indent="-228600" algn="l" rtl="0">
              <a:spcBef>
                <a:spcPts val="0"/>
              </a:spcBef>
              <a:spcAft>
                <a:spcPts val="0"/>
              </a:spcAft>
              <a:buSzPts val="1400"/>
              <a:buNone/>
              <a:defRPr sz="1800" b="0" i="0" u="none" strike="noStrike" cap="none">
                <a:latin typeface="Georgia"/>
                <a:ea typeface="Georgia"/>
                <a:cs typeface="Georgia"/>
                <a:sym typeface="Georgia"/>
              </a:defRPr>
            </a:lvl7pPr>
            <a:lvl8pPr marL="3657600" marR="0" lvl="7" indent="-228600" algn="l" rtl="0">
              <a:spcBef>
                <a:spcPts val="0"/>
              </a:spcBef>
              <a:spcAft>
                <a:spcPts val="0"/>
              </a:spcAft>
              <a:buSzPts val="1400"/>
              <a:buNone/>
              <a:defRPr sz="1800" b="0" i="0" u="none" strike="noStrike" cap="none">
                <a:latin typeface="Georgia"/>
                <a:ea typeface="Georgia"/>
                <a:cs typeface="Georgia"/>
                <a:sym typeface="Georgia"/>
              </a:defRPr>
            </a:lvl8pPr>
            <a:lvl9pPr marL="4114800" marR="0" lvl="8" indent="-228600" algn="l" rtl="0">
              <a:spcBef>
                <a:spcPts val="0"/>
              </a:spcBef>
              <a:spcAft>
                <a:spcPts val="0"/>
              </a:spcAft>
              <a:buSzPts val="1400"/>
              <a:buNone/>
              <a:defRPr sz="1800" b="0" i="0" u="none" strike="noStrike" cap="none">
                <a:latin typeface="Georgia"/>
                <a:ea typeface="Georgia"/>
                <a:cs typeface="Georgia"/>
                <a:sym typeface="Georgia"/>
              </a:defRPr>
            </a:lvl9pPr>
          </a:lstStyle>
          <a:p>
            <a:endParaRPr/>
          </a:p>
        </p:txBody>
      </p:sp>
      <p:sp>
        <p:nvSpPr>
          <p:cNvPr id="33" name="Google Shape;33;p5"/>
          <p:cNvSpPr txBox="1">
            <a:spLocks noGrp="1"/>
          </p:cNvSpPr>
          <p:nvPr>
            <p:ph type="body" idx="2"/>
          </p:nvPr>
        </p:nvSpPr>
        <p:spPr>
          <a:xfrm>
            <a:off x="460744" y="976087"/>
            <a:ext cx="9673856" cy="533400"/>
          </a:xfrm>
          <a:prstGeom prst="rect">
            <a:avLst/>
          </a:prstGeom>
          <a:noFill/>
          <a:ln>
            <a:noFill/>
          </a:ln>
        </p:spPr>
        <p:txBody>
          <a:bodyPr spcFirstLastPara="1" wrap="square" lIns="91425" tIns="45700" rIns="91425" bIns="45700" anchor="ctr" anchorCtr="0">
            <a:noAutofit/>
          </a:bodyPr>
          <a:lstStyle>
            <a:lvl1pPr marL="457200" marR="0" lvl="0" indent="-228600" algn="l" rtl="0">
              <a:spcBef>
                <a:spcPts val="0"/>
              </a:spcBef>
              <a:spcAft>
                <a:spcPts val="0"/>
              </a:spcAft>
              <a:buSzPts val="1400"/>
              <a:buNone/>
              <a:defRPr sz="2200" b="0" i="0" u="none" strike="noStrike" cap="none">
                <a:solidFill>
                  <a:srgbClr val="063161"/>
                </a:solidFill>
                <a:latin typeface="Georgia"/>
                <a:ea typeface="Georgia"/>
                <a:cs typeface="Georgia"/>
                <a:sym typeface="Georgia"/>
              </a:defRPr>
            </a:lvl1pPr>
            <a:lvl2pPr marL="914400" marR="0" lvl="1" indent="-228600" algn="l" rtl="0">
              <a:spcBef>
                <a:spcPts val="0"/>
              </a:spcBef>
              <a:spcAft>
                <a:spcPts val="0"/>
              </a:spcAft>
              <a:buSzPts val="1400"/>
              <a:buNone/>
              <a:defRPr sz="1800" b="0" i="0" u="none" strike="noStrike" cap="none">
                <a:latin typeface="Georgia"/>
                <a:ea typeface="Georgia"/>
                <a:cs typeface="Georgia"/>
                <a:sym typeface="Georgia"/>
              </a:defRPr>
            </a:lvl2pPr>
            <a:lvl3pPr marL="1371600" marR="0" lvl="2" indent="-228600" algn="l" rtl="0">
              <a:spcBef>
                <a:spcPts val="0"/>
              </a:spcBef>
              <a:spcAft>
                <a:spcPts val="0"/>
              </a:spcAft>
              <a:buSzPts val="1400"/>
              <a:buNone/>
              <a:defRPr sz="1800" b="0" i="0" u="none" strike="noStrike" cap="none">
                <a:latin typeface="Georgia"/>
                <a:ea typeface="Georgia"/>
                <a:cs typeface="Georgia"/>
                <a:sym typeface="Georgia"/>
              </a:defRPr>
            </a:lvl3pPr>
            <a:lvl4pPr marL="1828800" marR="0" lvl="3" indent="-228600" algn="l" rtl="0">
              <a:spcBef>
                <a:spcPts val="0"/>
              </a:spcBef>
              <a:spcAft>
                <a:spcPts val="0"/>
              </a:spcAft>
              <a:buSzPts val="1400"/>
              <a:buNone/>
              <a:defRPr sz="1800" b="0" i="0" u="none" strike="noStrike" cap="none">
                <a:latin typeface="Georgia"/>
                <a:ea typeface="Georgia"/>
                <a:cs typeface="Georgia"/>
                <a:sym typeface="Georgia"/>
              </a:defRPr>
            </a:lvl4pPr>
            <a:lvl5pPr marL="2286000" marR="0" lvl="4" indent="-228600" algn="l" rtl="0">
              <a:spcBef>
                <a:spcPts val="0"/>
              </a:spcBef>
              <a:spcAft>
                <a:spcPts val="0"/>
              </a:spcAft>
              <a:buSzPts val="1400"/>
              <a:buNone/>
              <a:defRPr sz="1800" b="0" i="0" u="none" strike="noStrike" cap="none">
                <a:latin typeface="Georgia"/>
                <a:ea typeface="Georgia"/>
                <a:cs typeface="Georgia"/>
                <a:sym typeface="Georgia"/>
              </a:defRPr>
            </a:lvl5pPr>
            <a:lvl6pPr marL="2743200" marR="0" lvl="5" indent="-228600" algn="l" rtl="0">
              <a:spcBef>
                <a:spcPts val="0"/>
              </a:spcBef>
              <a:spcAft>
                <a:spcPts val="0"/>
              </a:spcAft>
              <a:buSzPts val="1400"/>
              <a:buNone/>
              <a:defRPr sz="1800" b="0" i="0" u="none" strike="noStrike" cap="none">
                <a:latin typeface="Georgia"/>
                <a:ea typeface="Georgia"/>
                <a:cs typeface="Georgia"/>
                <a:sym typeface="Georgia"/>
              </a:defRPr>
            </a:lvl6pPr>
            <a:lvl7pPr marL="3200400" marR="0" lvl="6" indent="-228600" algn="l" rtl="0">
              <a:spcBef>
                <a:spcPts val="0"/>
              </a:spcBef>
              <a:spcAft>
                <a:spcPts val="0"/>
              </a:spcAft>
              <a:buSzPts val="1400"/>
              <a:buNone/>
              <a:defRPr sz="1800" b="0" i="0" u="none" strike="noStrike" cap="none">
                <a:latin typeface="Georgia"/>
                <a:ea typeface="Georgia"/>
                <a:cs typeface="Georgia"/>
                <a:sym typeface="Georgia"/>
              </a:defRPr>
            </a:lvl7pPr>
            <a:lvl8pPr marL="3657600" marR="0" lvl="7" indent="-228600" algn="l" rtl="0">
              <a:spcBef>
                <a:spcPts val="0"/>
              </a:spcBef>
              <a:spcAft>
                <a:spcPts val="0"/>
              </a:spcAft>
              <a:buSzPts val="1400"/>
              <a:buNone/>
              <a:defRPr sz="1800" b="0" i="0" u="none" strike="noStrike" cap="none">
                <a:latin typeface="Georgia"/>
                <a:ea typeface="Georgia"/>
                <a:cs typeface="Georgia"/>
                <a:sym typeface="Georgia"/>
              </a:defRPr>
            </a:lvl8pPr>
            <a:lvl9pPr marL="4114800" marR="0" lvl="8" indent="-228600" algn="l" rtl="0">
              <a:spcBef>
                <a:spcPts val="0"/>
              </a:spcBef>
              <a:spcAft>
                <a:spcPts val="0"/>
              </a:spcAft>
              <a:buSzPts val="1400"/>
              <a:buNone/>
              <a:defRPr sz="1800" b="0" i="0" u="none" strike="noStrike" cap="none">
                <a:latin typeface="Georgia"/>
                <a:ea typeface="Georgia"/>
                <a:cs typeface="Georgia"/>
                <a:sym typeface="Georgia"/>
              </a:defRPr>
            </a:lvl9pPr>
          </a:lstStyle>
          <a:p>
            <a:endParaRPr/>
          </a:p>
        </p:txBody>
      </p:sp>
      <p:sp>
        <p:nvSpPr>
          <p:cNvPr id="34" name="Google Shape;34;p5"/>
          <p:cNvSpPr txBox="1"/>
          <p:nvPr/>
        </p:nvSpPr>
        <p:spPr>
          <a:xfrm>
            <a:off x="464595" y="6546567"/>
            <a:ext cx="682256" cy="2154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fld id="{00000000-1234-1234-1234-123412341234}" type="slidenum">
              <a:rPr lang="en-US" sz="800" b="1">
                <a:solidFill>
                  <a:schemeClr val="accent6"/>
                </a:solidFill>
                <a:latin typeface="Georgia"/>
                <a:ea typeface="Georgia"/>
                <a:cs typeface="Georgia"/>
                <a:sym typeface="Georgia"/>
              </a:rPr>
              <a:t>‹#›</a:t>
            </a:fld>
            <a:endParaRPr sz="800" b="1">
              <a:solidFill>
                <a:schemeClr val="accent6"/>
              </a:solidFill>
              <a:latin typeface="Georgia"/>
              <a:ea typeface="Georgia"/>
              <a:cs typeface="Georgia"/>
              <a:sym typeface="Georgia"/>
            </a:endParaRPr>
          </a:p>
        </p:txBody>
      </p:sp>
      <p:sp>
        <p:nvSpPr>
          <p:cNvPr id="35" name="Google Shape;35;p5"/>
          <p:cNvSpPr txBox="1"/>
          <p:nvPr/>
        </p:nvSpPr>
        <p:spPr>
          <a:xfrm>
            <a:off x="805723" y="6546567"/>
            <a:ext cx="2361408" cy="2154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800">
                <a:solidFill>
                  <a:schemeClr val="accent6"/>
                </a:solidFill>
                <a:latin typeface="Georgia"/>
                <a:ea typeface="Georgia"/>
                <a:cs typeface="Georgia"/>
                <a:sym typeface="Georgia"/>
              </a:rPr>
              <a:t>® 2017 Copyright Genpact. All Rights Reserved.</a:t>
            </a:r>
            <a:endParaRPr/>
          </a:p>
        </p:txBody>
      </p:sp>
      <p:pic>
        <p:nvPicPr>
          <p:cNvPr id="36" name="Google Shape;36;p5"/>
          <p:cNvPicPr preferRelativeResize="0"/>
          <p:nvPr/>
        </p:nvPicPr>
        <p:blipFill rotWithShape="1">
          <a:blip r:embed="rId2">
            <a:alphaModFix/>
          </a:blip>
          <a:srcRect/>
          <a:stretch/>
        </p:blipFill>
        <p:spPr>
          <a:xfrm>
            <a:off x="10893035" y="6462161"/>
            <a:ext cx="839972" cy="309081"/>
          </a:xfrm>
          <a:prstGeom prst="rect">
            <a:avLst/>
          </a:prstGeom>
          <a:noFill/>
          <a:ln>
            <a:noFill/>
          </a:ln>
        </p:spPr>
      </p:pic>
    </p:spTree>
    <p:extLst>
      <p:ext uri="{BB962C8B-B14F-4D97-AF65-F5344CB8AC3E}">
        <p14:creationId xmlns:p14="http://schemas.microsoft.com/office/powerpoint/2010/main" val="386376996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1.tif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50"/>
          <a:stretch>
            <a:fillRect/>
          </a:stretch>
        </p:blipFill>
        <p:spPr>
          <a:xfrm>
            <a:off x="10893034" y="6462131"/>
            <a:ext cx="839972" cy="309081"/>
          </a:xfrm>
          <a:prstGeom prst="rect">
            <a:avLst/>
          </a:prstGeom>
        </p:spPr>
      </p:pic>
      <p:sp>
        <p:nvSpPr>
          <p:cNvPr id="3" name="Slide Number Placeholder 5"/>
          <p:cNvSpPr txBox="1">
            <a:spLocks/>
          </p:cNvSpPr>
          <p:nvPr userDrawn="1"/>
        </p:nvSpPr>
        <p:spPr>
          <a:xfrm>
            <a:off x="464594" y="6546567"/>
            <a:ext cx="682256" cy="215444"/>
          </a:xfrm>
          <a:prstGeom prst="rect">
            <a:avLst/>
          </a:prstGeom>
        </p:spPr>
        <p:txBody>
          <a:bodyPr lIns="0" tIns="0" rIns="0" bIns="0" anchor="ctr">
            <a:noAutofit/>
          </a:bodyPr>
          <a:lstStyle>
            <a:defPPr>
              <a:defRPr lang="en-US"/>
            </a:defPPr>
            <a:lvl1pPr marL="0" algn="l" defTabSz="914400" rtl="0" eaLnBrk="1" latinLnBrk="0" hangingPunct="1">
              <a:defRPr sz="800" kern="1200">
                <a:solidFill>
                  <a:srgbClr val="053061"/>
                </a:solidFill>
                <a:latin typeface="Georgia" charset="0"/>
                <a:ea typeface="Georgia" charset="0"/>
                <a:cs typeface="Georgia"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285110E-A93C-E24B-BA01-8EFF0EF70079}" type="slidenum">
              <a:rPr lang="en-US" b="1" smtClean="0">
                <a:solidFill>
                  <a:schemeClr val="accent6"/>
                </a:solidFill>
                <a:latin typeface="+mn-lt"/>
              </a:rPr>
              <a:pPr/>
              <a:t>‹#›</a:t>
            </a:fld>
            <a:endParaRPr lang="en-US" b="1" dirty="0">
              <a:solidFill>
                <a:schemeClr val="accent6"/>
              </a:solidFill>
              <a:latin typeface="+mn-lt"/>
            </a:endParaRPr>
          </a:p>
        </p:txBody>
      </p:sp>
      <p:sp>
        <p:nvSpPr>
          <p:cNvPr id="4" name="TextBox 3"/>
          <p:cNvSpPr txBox="1"/>
          <p:nvPr userDrawn="1"/>
        </p:nvSpPr>
        <p:spPr>
          <a:xfrm>
            <a:off x="805722" y="6546567"/>
            <a:ext cx="2361408" cy="215444"/>
          </a:xfrm>
          <a:prstGeom prst="rect">
            <a:avLst/>
          </a:prstGeom>
          <a:noFill/>
        </p:spPr>
        <p:txBody>
          <a:bodyPr wrap="square" lIns="0" tIns="0" rIns="0" bIns="0" rtlCol="0" anchor="ctr">
            <a:noAutofit/>
          </a:bodyPr>
          <a:lstStyle/>
          <a:p>
            <a:r>
              <a:rPr lang="en-US" sz="800" dirty="0">
                <a:solidFill>
                  <a:schemeClr val="accent6"/>
                </a:solidFill>
                <a:latin typeface="+mn-lt"/>
                <a:ea typeface="Georgia" charset="0"/>
                <a:cs typeface="Georgia" charset="0"/>
              </a:rPr>
              <a:t>® 2017 Copyright </a:t>
            </a:r>
            <a:r>
              <a:rPr lang="en-US" sz="800" dirty="0" err="1">
                <a:solidFill>
                  <a:schemeClr val="accent6"/>
                </a:solidFill>
                <a:latin typeface="+mn-lt"/>
                <a:ea typeface="Georgia" charset="0"/>
                <a:cs typeface="Georgia" charset="0"/>
              </a:rPr>
              <a:t>Genpact</a:t>
            </a:r>
            <a:r>
              <a:rPr lang="en-US" sz="800" dirty="0">
                <a:solidFill>
                  <a:schemeClr val="accent6"/>
                </a:solidFill>
                <a:latin typeface="+mn-lt"/>
                <a:ea typeface="Georgia" charset="0"/>
                <a:cs typeface="Georgia" charset="0"/>
              </a:rPr>
              <a:t>. All Rights Reserved.</a:t>
            </a:r>
          </a:p>
        </p:txBody>
      </p:sp>
    </p:spTree>
  </p:cSld>
  <p:clrMap bg1="lt1" tx1="dk1" bg2="lt2" tx2="dk2" accent1="accent1" accent2="accent2" accent3="accent3" accent4="accent4" accent5="accent5" accent6="accent6" hlink="hlink" folHlink="folHlink"/>
  <p:sldLayoutIdLst>
    <p:sldLayoutId id="2147483762" r:id="rId1"/>
    <p:sldLayoutId id="2147483679" r:id="rId2"/>
    <p:sldLayoutId id="2147483680" r:id="rId3"/>
    <p:sldLayoutId id="2147483681" r:id="rId4"/>
    <p:sldLayoutId id="2147483682" r:id="rId5"/>
    <p:sldLayoutId id="2147483720" r:id="rId6"/>
    <p:sldLayoutId id="2147483684" r:id="rId7"/>
    <p:sldLayoutId id="2147483685" r:id="rId8"/>
    <p:sldLayoutId id="2147483661" r:id="rId9"/>
    <p:sldLayoutId id="2147483686" r:id="rId10"/>
    <p:sldLayoutId id="2147483726" r:id="rId11"/>
    <p:sldLayoutId id="2147483687" r:id="rId12"/>
    <p:sldLayoutId id="2147483668" r:id="rId13"/>
    <p:sldLayoutId id="2147483727" r:id="rId14"/>
    <p:sldLayoutId id="2147483662" r:id="rId15"/>
    <p:sldLayoutId id="2147483667" r:id="rId16"/>
    <p:sldLayoutId id="2147483702" r:id="rId17"/>
    <p:sldLayoutId id="2147483704" r:id="rId18"/>
    <p:sldLayoutId id="2147483705" r:id="rId19"/>
    <p:sldLayoutId id="2147483670" r:id="rId20"/>
    <p:sldLayoutId id="2147483708" r:id="rId21"/>
    <p:sldLayoutId id="2147483711" r:id="rId22"/>
    <p:sldLayoutId id="2147483774" r:id="rId23"/>
    <p:sldLayoutId id="2147483775" r:id="rId24"/>
    <p:sldLayoutId id="2147483776" r:id="rId25"/>
    <p:sldLayoutId id="2147483777" r:id="rId26"/>
    <p:sldLayoutId id="2147483764" r:id="rId27"/>
    <p:sldLayoutId id="2147483765" r:id="rId28"/>
    <p:sldLayoutId id="2147483763" r:id="rId29"/>
    <p:sldLayoutId id="2147483766" r:id="rId30"/>
    <p:sldLayoutId id="2147483768" r:id="rId31"/>
    <p:sldLayoutId id="2147483769" r:id="rId32"/>
    <p:sldLayoutId id="2147483767" r:id="rId33"/>
    <p:sldLayoutId id="2147483770" r:id="rId34"/>
    <p:sldLayoutId id="2147483771" r:id="rId35"/>
    <p:sldLayoutId id="2147483772" r:id="rId36"/>
    <p:sldLayoutId id="2147483773" r:id="rId37"/>
    <p:sldLayoutId id="2147483665" r:id="rId38"/>
    <p:sldLayoutId id="2147483713" r:id="rId39"/>
    <p:sldLayoutId id="2147483712" r:id="rId40"/>
    <p:sldLayoutId id="2147483787" r:id="rId41"/>
    <p:sldLayoutId id="2147483788" r:id="rId42"/>
    <p:sldLayoutId id="2147483789" r:id="rId43"/>
    <p:sldLayoutId id="2147483790" r:id="rId44"/>
    <p:sldLayoutId id="2147483791" r:id="rId45"/>
    <p:sldLayoutId id="2147483792" r:id="rId46"/>
    <p:sldLayoutId id="2147483793" r:id="rId47"/>
    <p:sldLayoutId id="2147483794" r:id="rId48"/>
  </p:sldLayoutIdLst>
  <p:hf hdr="0" ftr="0" dt="0"/>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43.xml"/></Relationships>
</file>

<file path=ppt/slides/_rels/slide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4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9.png"/><Relationship Id="rId2" Type="http://schemas.openxmlformats.org/officeDocument/2006/relationships/diagramData" Target="../diagrams/data1.xml"/><Relationship Id="rId1" Type="http://schemas.openxmlformats.org/officeDocument/2006/relationships/slideLayout" Target="../slideLayouts/slideLayout4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42.xml"/><Relationship Id="rId1" Type="http://schemas.openxmlformats.org/officeDocument/2006/relationships/vmlDrawing" Target="../drawings/vmlDrawing1.vml"/><Relationship Id="rId5" Type="http://schemas.openxmlformats.org/officeDocument/2006/relationships/oleObject" Target="../embeddings/oleObject2.bin"/><Relationship Id="rId4" Type="http://schemas.openxmlformats.org/officeDocument/2006/relationships/image" Target="../media/image31.wmf"/></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4.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xml"/><Relationship Id="rId1" Type="http://schemas.openxmlformats.org/officeDocument/2006/relationships/slideLayout" Target="../slideLayouts/slideLayout4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3"/>
          </p:nvPr>
        </p:nvSpPr>
        <p:spPr>
          <a:xfrm>
            <a:off x="3124200" y="1143000"/>
            <a:ext cx="8763000" cy="2667000"/>
          </a:xfrm>
        </p:spPr>
        <p:txBody>
          <a:bodyPr/>
          <a:lstStyle/>
          <a:p>
            <a:endParaRPr lang="en-US" sz="4800" b="1" dirty="0">
              <a:effectLst>
                <a:outerShdw blurRad="38100" dist="38100" dir="2700000" algn="tl">
                  <a:srgbClr val="000000">
                    <a:alpha val="43137"/>
                  </a:srgbClr>
                </a:outerShdw>
              </a:effectLst>
              <a:latin typeface="Calibri" panose="020F0502020204030204" pitchFamily="34" charset="0"/>
            </a:endParaRPr>
          </a:p>
          <a:p>
            <a:r>
              <a:rPr lang="en-US" sz="4800" b="1" dirty="0">
                <a:effectLst>
                  <a:outerShdw blurRad="38100" dist="38100" dir="2700000" algn="tl">
                    <a:srgbClr val="000000">
                      <a:alpha val="43137"/>
                    </a:srgbClr>
                  </a:outerShdw>
                </a:effectLst>
                <a:latin typeface="Calibri" panose="020F0502020204030204" pitchFamily="34" charset="0"/>
              </a:rPr>
              <a:t>BPMS Live</a:t>
            </a:r>
          </a:p>
          <a:p>
            <a:endParaRPr lang="en-US" sz="4800" b="1" dirty="0">
              <a:effectLst>
                <a:outerShdw blurRad="38100" dist="38100" dir="2700000" algn="tl">
                  <a:srgbClr val="000000">
                    <a:alpha val="43137"/>
                  </a:srgbClr>
                </a:outerShdw>
              </a:effectLst>
              <a:latin typeface="Calibri" panose="020F0502020204030204" pitchFamily="34" charset="0"/>
            </a:endParaRPr>
          </a:p>
          <a:p>
            <a:endParaRPr lang="en-US" sz="4800" b="1" dirty="0">
              <a:effectLst>
                <a:outerShdw blurRad="38100" dist="38100" dir="2700000" algn="tl">
                  <a:srgbClr val="000000">
                    <a:alpha val="43137"/>
                  </a:srgbClr>
                </a:outerShdw>
              </a:effectLst>
              <a:latin typeface="Calibri" panose="020F0502020204030204" pitchFamily="34" charset="0"/>
            </a:endParaRPr>
          </a:p>
          <a:p>
            <a:endParaRPr lang="en-US" sz="4800" b="1" dirty="0">
              <a:effectLst>
                <a:outerShdw blurRad="38100" dist="38100" dir="2700000" algn="tl">
                  <a:srgbClr val="000000">
                    <a:alpha val="43137"/>
                  </a:srgbClr>
                </a:outerShdw>
              </a:effectLst>
              <a:latin typeface="Calibri" panose="020F0502020204030204" pitchFamily="34" charset="0"/>
            </a:endParaRPr>
          </a:p>
          <a:p>
            <a:endParaRPr lang="en-US" sz="4800" b="1" dirty="0">
              <a:effectLst>
                <a:outerShdw blurRad="38100" dist="38100" dir="2700000" algn="tl">
                  <a:srgbClr val="000000">
                    <a:alpha val="43137"/>
                  </a:srgbClr>
                </a:outerShdw>
              </a:effectLst>
              <a:latin typeface="Calibri" panose="020F0502020204030204" pitchFamily="34" charset="0"/>
            </a:endParaRPr>
          </a:p>
          <a:p>
            <a:r>
              <a:rPr lang="en-US" sz="4800" b="1" dirty="0">
                <a:effectLst>
                  <a:outerShdw blurRad="38100" dist="38100" dir="2700000" algn="tl">
                    <a:srgbClr val="000000">
                      <a:alpha val="43137"/>
                    </a:srgbClr>
                  </a:outerShdw>
                </a:effectLst>
                <a:latin typeface="Calibri" panose="020F0502020204030204" pitchFamily="34" charset="0"/>
              </a:rPr>
              <a:t>BPMS for Informatica Migration</a:t>
            </a:r>
          </a:p>
          <a:p>
            <a:endParaRPr lang="en-US" sz="2800" b="1" dirty="0">
              <a:effectLst>
                <a:outerShdw blurRad="38100" dist="38100" dir="2700000" algn="tl">
                  <a:srgbClr val="000000">
                    <a:alpha val="43137"/>
                  </a:srgbClr>
                </a:outerShdw>
              </a:effectLst>
              <a:latin typeface="Calibri" panose="020F0502020204030204" pitchFamily="34" charset="0"/>
            </a:endParaRPr>
          </a:p>
          <a:p>
            <a:endParaRPr lang="en-US" sz="2800" b="1" dirty="0">
              <a:effectLst>
                <a:outerShdw blurRad="38100" dist="38100" dir="2700000" algn="tl">
                  <a:srgbClr val="000000">
                    <a:alpha val="43137"/>
                  </a:srgbClr>
                </a:outerShdw>
              </a:effectLst>
              <a:latin typeface="Calibri" panose="020F0502020204030204" pitchFamily="34" charset="0"/>
            </a:endParaRPr>
          </a:p>
          <a:p>
            <a:endParaRPr lang="en-US" sz="4800" b="1" dirty="0">
              <a:effectLst>
                <a:outerShdw blurRad="38100" dist="38100" dir="2700000" algn="tl">
                  <a:srgbClr val="000000">
                    <a:alpha val="43137"/>
                  </a:srgbClr>
                </a:outerShdw>
              </a:effectLst>
              <a:latin typeface="Calibri" panose="020F0502020204030204" pitchFamily="34" charset="0"/>
            </a:endParaRPr>
          </a:p>
          <a:p>
            <a:r>
              <a:rPr lang="en-US" sz="2800" dirty="0">
                <a:effectLst>
                  <a:outerShdw blurRad="38100" dist="38100" dir="2700000" algn="tl">
                    <a:srgbClr val="000000">
                      <a:alpha val="43137"/>
                    </a:srgbClr>
                  </a:outerShdw>
                </a:effectLst>
                <a:latin typeface="Calibri" panose="020F0502020204030204" pitchFamily="34" charset="0"/>
              </a:rPr>
              <a:t>ProGear Id - </a:t>
            </a:r>
            <a:r>
              <a:rPr lang="en-US" dirty="0"/>
              <a:t>GB_BPMS_LV-000888 </a:t>
            </a:r>
            <a:endParaRPr lang="en-US" sz="2800" dirty="0">
              <a:effectLst>
                <a:outerShdw blurRad="38100" dist="38100" dir="2700000" algn="tl">
                  <a:srgbClr val="000000">
                    <a:alpha val="43137"/>
                  </a:srgbClr>
                </a:outerShdw>
              </a:effectLst>
              <a:latin typeface="Calibri" panose="020F0502020204030204" pitchFamily="34" charset="0"/>
            </a:endParaRPr>
          </a:p>
          <a:p>
            <a:endParaRPr lang="en-US" sz="4800" b="1" dirty="0">
              <a:effectLst>
                <a:outerShdw blurRad="38100" dist="38100" dir="2700000" algn="tl">
                  <a:srgbClr val="000000">
                    <a:alpha val="43137"/>
                  </a:srgbClr>
                </a:outerShdw>
              </a:effectLst>
              <a:latin typeface="Calibri" panose="020F0502020204030204" pitchFamily="34" charset="0"/>
            </a:endParaRPr>
          </a:p>
          <a:p>
            <a:r>
              <a:rPr lang="en-US" sz="3600" b="1" dirty="0">
                <a:effectLst>
                  <a:outerShdw blurRad="38100" dist="38100" dir="2700000" algn="tl">
                    <a:srgbClr val="000000">
                      <a:alpha val="43137"/>
                    </a:srgbClr>
                  </a:outerShdw>
                </a:effectLst>
                <a:latin typeface="Calibri" panose="020F0502020204030204" pitchFamily="34" charset="0"/>
              </a:rPr>
              <a:t>Nov’2020</a:t>
            </a:r>
          </a:p>
          <a:p>
            <a:endParaRPr lang="en-US" sz="3600" b="1" dirty="0">
              <a:effectLst>
                <a:outerShdw blurRad="38100" dist="38100" dir="2700000" algn="tl">
                  <a:srgbClr val="000000">
                    <a:alpha val="43137"/>
                  </a:srgbClr>
                </a:outerShdw>
              </a:effectLst>
              <a:latin typeface="Calibri" panose="020F0502020204030204" pitchFamily="34" charset="0"/>
            </a:endParaRPr>
          </a:p>
          <a:p>
            <a:endParaRPr lang="en-US" sz="3600" b="1" dirty="0">
              <a:effectLst>
                <a:outerShdw blurRad="38100" dist="38100" dir="2700000" algn="tl">
                  <a:srgbClr val="000000">
                    <a:alpha val="43137"/>
                  </a:srgbClr>
                </a:outerShdw>
              </a:effectLst>
              <a:latin typeface="Calibri" panose="020F0502020204030204" pitchFamily="34" charset="0"/>
            </a:endParaRPr>
          </a:p>
          <a:p>
            <a:endParaRPr lang="en-US" sz="4800" b="1" dirty="0">
              <a:effectLst>
                <a:outerShdw blurRad="38100" dist="38100" dir="2700000" algn="tl">
                  <a:srgbClr val="000000">
                    <a:alpha val="43137"/>
                  </a:srgbClr>
                </a:outerShdw>
              </a:effectLst>
              <a:latin typeface="Calibri" panose="020F0502020204030204" pitchFamily="34" charset="0"/>
            </a:endParaRPr>
          </a:p>
        </p:txBody>
      </p:sp>
      <p:sp>
        <p:nvSpPr>
          <p:cNvPr id="4" name="Text Placeholder 5"/>
          <p:cNvSpPr>
            <a:spLocks noGrp="1"/>
          </p:cNvSpPr>
          <p:nvPr>
            <p:ph type="body" sz="quarter" idx="4294967295"/>
          </p:nvPr>
        </p:nvSpPr>
        <p:spPr>
          <a:xfrm>
            <a:off x="3142143" y="4892004"/>
            <a:ext cx="5441161" cy="518196"/>
          </a:xfrm>
          <a:prstGeom prst="rect">
            <a:avLst/>
          </a:prstGeom>
        </p:spPr>
        <p:txBody>
          <a:bodyPr>
            <a:normAutofit/>
          </a:bodyPr>
          <a:lstStyle/>
          <a:p>
            <a:r>
              <a:rPr lang="en-US" dirty="0"/>
              <a:t>Savita Shekhawat (OHR: 703190688)</a:t>
            </a:r>
          </a:p>
        </p:txBody>
      </p:sp>
    </p:spTree>
    <p:extLst>
      <p:ext uri="{BB962C8B-B14F-4D97-AF65-F5344CB8AC3E}">
        <p14:creationId xmlns:p14="http://schemas.microsoft.com/office/powerpoint/2010/main" val="1604751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itle 1"/>
          <p:cNvSpPr txBox="1">
            <a:spLocks/>
          </p:cNvSpPr>
          <p:nvPr/>
        </p:nvSpPr>
        <p:spPr bwMode="auto">
          <a:xfrm>
            <a:off x="406400" y="442297"/>
            <a:ext cx="10972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latin typeface="Trebuchet MS" pitchFamily="34" charset="0"/>
              </a:rPr>
              <a:t>BPMS Live </a:t>
            </a:r>
            <a:r>
              <a:rPr lang="en-US" sz="2000" dirty="0">
                <a:solidFill>
                  <a:srgbClr val="0070C0"/>
                </a:solidFill>
                <a:latin typeface="Trebuchet MS" pitchFamily="34" charset="0"/>
              </a:rPr>
              <a:t>-  The 7 Step Methodology</a:t>
            </a:r>
            <a:endParaRPr lang="en-IN" sz="2000" dirty="0">
              <a:solidFill>
                <a:srgbClr val="0070C0"/>
              </a:solidFill>
              <a:latin typeface="Trebuchet MS" pitchFamily="34" charset="0"/>
            </a:endParaRPr>
          </a:p>
        </p:txBody>
      </p:sp>
      <p:sp>
        <p:nvSpPr>
          <p:cNvPr id="6" name="Freeform 5"/>
          <p:cNvSpPr/>
          <p:nvPr/>
        </p:nvSpPr>
        <p:spPr>
          <a:xfrm>
            <a:off x="2899821" y="944743"/>
            <a:ext cx="5634579" cy="644296"/>
          </a:xfrm>
          <a:custGeom>
            <a:avLst/>
            <a:gdLst>
              <a:gd name="connsiteX0" fmla="*/ 0 w 5173980"/>
              <a:gd name="connsiteY0" fmla="*/ 78722 h 472320"/>
              <a:gd name="connsiteX1" fmla="*/ 78722 w 5173980"/>
              <a:gd name="connsiteY1" fmla="*/ 0 h 472320"/>
              <a:gd name="connsiteX2" fmla="*/ 5095258 w 5173980"/>
              <a:gd name="connsiteY2" fmla="*/ 0 h 472320"/>
              <a:gd name="connsiteX3" fmla="*/ 5173980 w 5173980"/>
              <a:gd name="connsiteY3" fmla="*/ 78722 h 472320"/>
              <a:gd name="connsiteX4" fmla="*/ 5173980 w 5173980"/>
              <a:gd name="connsiteY4" fmla="*/ 393598 h 472320"/>
              <a:gd name="connsiteX5" fmla="*/ 5095258 w 5173980"/>
              <a:gd name="connsiteY5" fmla="*/ 472320 h 472320"/>
              <a:gd name="connsiteX6" fmla="*/ 78722 w 5173980"/>
              <a:gd name="connsiteY6" fmla="*/ 472320 h 472320"/>
              <a:gd name="connsiteX7" fmla="*/ 0 w 5173980"/>
              <a:gd name="connsiteY7" fmla="*/ 393598 h 472320"/>
              <a:gd name="connsiteX8" fmla="*/ 0 w 517398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3980" h="472320">
                <a:moveTo>
                  <a:pt x="0" y="78722"/>
                </a:moveTo>
                <a:cubicBezTo>
                  <a:pt x="0" y="35245"/>
                  <a:pt x="35245" y="0"/>
                  <a:pt x="78722" y="0"/>
                </a:cubicBezTo>
                <a:lnTo>
                  <a:pt x="5095258" y="0"/>
                </a:lnTo>
                <a:cubicBezTo>
                  <a:pt x="5138735" y="0"/>
                  <a:pt x="5173980" y="35245"/>
                  <a:pt x="5173980" y="78722"/>
                </a:cubicBezTo>
                <a:lnTo>
                  <a:pt x="5173980" y="393598"/>
                </a:lnTo>
                <a:cubicBezTo>
                  <a:pt x="5173980" y="437075"/>
                  <a:pt x="5138735" y="472320"/>
                  <a:pt x="5095258" y="472320"/>
                </a:cubicBezTo>
                <a:lnTo>
                  <a:pt x="78722" y="472320"/>
                </a:lnTo>
                <a:cubicBezTo>
                  <a:pt x="35245" y="472320"/>
                  <a:pt x="0" y="437075"/>
                  <a:pt x="0" y="393598"/>
                </a:cubicBezTo>
                <a:lnTo>
                  <a:pt x="0" y="7872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218621" tIns="23057" rIns="218621" bIns="23057" numCol="1" spcCol="1270" anchor="ctr" anchorCtr="0">
            <a:noAutofit/>
          </a:bodyPr>
          <a:lstStyle/>
          <a:p>
            <a:pPr lvl="0" algn="l" defTabSz="711200">
              <a:lnSpc>
                <a:spcPct val="90000"/>
              </a:lnSpc>
              <a:spcBef>
                <a:spcPct val="0"/>
              </a:spcBef>
              <a:spcAft>
                <a:spcPct val="35000"/>
              </a:spcAft>
            </a:pPr>
            <a:r>
              <a:rPr lang="en-US" sz="1600" kern="1200" dirty="0"/>
              <a:t>Building Process Framework</a:t>
            </a:r>
          </a:p>
        </p:txBody>
      </p:sp>
      <p:sp>
        <p:nvSpPr>
          <p:cNvPr id="8" name="Freeform 7"/>
          <p:cNvSpPr/>
          <p:nvPr/>
        </p:nvSpPr>
        <p:spPr>
          <a:xfrm>
            <a:off x="2899821" y="1746704"/>
            <a:ext cx="5634579" cy="644296"/>
          </a:xfrm>
          <a:custGeom>
            <a:avLst/>
            <a:gdLst>
              <a:gd name="connsiteX0" fmla="*/ 0 w 5173980"/>
              <a:gd name="connsiteY0" fmla="*/ 78722 h 472320"/>
              <a:gd name="connsiteX1" fmla="*/ 78722 w 5173980"/>
              <a:gd name="connsiteY1" fmla="*/ 0 h 472320"/>
              <a:gd name="connsiteX2" fmla="*/ 5095258 w 5173980"/>
              <a:gd name="connsiteY2" fmla="*/ 0 h 472320"/>
              <a:gd name="connsiteX3" fmla="*/ 5173980 w 5173980"/>
              <a:gd name="connsiteY3" fmla="*/ 78722 h 472320"/>
              <a:gd name="connsiteX4" fmla="*/ 5173980 w 5173980"/>
              <a:gd name="connsiteY4" fmla="*/ 393598 h 472320"/>
              <a:gd name="connsiteX5" fmla="*/ 5095258 w 5173980"/>
              <a:gd name="connsiteY5" fmla="*/ 472320 h 472320"/>
              <a:gd name="connsiteX6" fmla="*/ 78722 w 5173980"/>
              <a:gd name="connsiteY6" fmla="*/ 472320 h 472320"/>
              <a:gd name="connsiteX7" fmla="*/ 0 w 5173980"/>
              <a:gd name="connsiteY7" fmla="*/ 393598 h 472320"/>
              <a:gd name="connsiteX8" fmla="*/ 0 w 517398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3980" h="472320">
                <a:moveTo>
                  <a:pt x="0" y="78722"/>
                </a:moveTo>
                <a:cubicBezTo>
                  <a:pt x="0" y="35245"/>
                  <a:pt x="35245" y="0"/>
                  <a:pt x="78722" y="0"/>
                </a:cubicBezTo>
                <a:lnTo>
                  <a:pt x="5095258" y="0"/>
                </a:lnTo>
                <a:cubicBezTo>
                  <a:pt x="5138735" y="0"/>
                  <a:pt x="5173980" y="35245"/>
                  <a:pt x="5173980" y="78722"/>
                </a:cubicBezTo>
                <a:lnTo>
                  <a:pt x="5173980" y="393598"/>
                </a:lnTo>
                <a:cubicBezTo>
                  <a:pt x="5173980" y="437075"/>
                  <a:pt x="5138735" y="472320"/>
                  <a:pt x="5095258" y="472320"/>
                </a:cubicBezTo>
                <a:lnTo>
                  <a:pt x="78722" y="472320"/>
                </a:lnTo>
                <a:cubicBezTo>
                  <a:pt x="35245" y="472320"/>
                  <a:pt x="0" y="437075"/>
                  <a:pt x="0" y="393598"/>
                </a:cubicBezTo>
                <a:lnTo>
                  <a:pt x="0" y="7872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218621" tIns="23057" rIns="218621" bIns="23057" numCol="1" spcCol="1270" anchor="ctr" anchorCtr="0">
            <a:noAutofit/>
          </a:bodyPr>
          <a:lstStyle/>
          <a:p>
            <a:pPr lvl="0" algn="l" defTabSz="711200">
              <a:lnSpc>
                <a:spcPct val="90000"/>
              </a:lnSpc>
              <a:spcBef>
                <a:spcPct val="0"/>
              </a:spcBef>
              <a:spcAft>
                <a:spcPct val="35000"/>
              </a:spcAft>
            </a:pPr>
            <a:r>
              <a:rPr lang="en-US" sz="1600" kern="1200" dirty="0"/>
              <a:t>Operational Excellence Risk Assessment</a:t>
            </a:r>
          </a:p>
        </p:txBody>
      </p:sp>
      <p:sp>
        <p:nvSpPr>
          <p:cNvPr id="10" name="Freeform 9"/>
          <p:cNvSpPr/>
          <p:nvPr/>
        </p:nvSpPr>
        <p:spPr>
          <a:xfrm>
            <a:off x="2899821" y="2548664"/>
            <a:ext cx="5634579" cy="644296"/>
          </a:xfrm>
          <a:custGeom>
            <a:avLst/>
            <a:gdLst>
              <a:gd name="connsiteX0" fmla="*/ 0 w 5173980"/>
              <a:gd name="connsiteY0" fmla="*/ 78722 h 472320"/>
              <a:gd name="connsiteX1" fmla="*/ 78722 w 5173980"/>
              <a:gd name="connsiteY1" fmla="*/ 0 h 472320"/>
              <a:gd name="connsiteX2" fmla="*/ 5095258 w 5173980"/>
              <a:gd name="connsiteY2" fmla="*/ 0 h 472320"/>
              <a:gd name="connsiteX3" fmla="*/ 5173980 w 5173980"/>
              <a:gd name="connsiteY3" fmla="*/ 78722 h 472320"/>
              <a:gd name="connsiteX4" fmla="*/ 5173980 w 5173980"/>
              <a:gd name="connsiteY4" fmla="*/ 393598 h 472320"/>
              <a:gd name="connsiteX5" fmla="*/ 5095258 w 5173980"/>
              <a:gd name="connsiteY5" fmla="*/ 472320 h 472320"/>
              <a:gd name="connsiteX6" fmla="*/ 78722 w 5173980"/>
              <a:gd name="connsiteY6" fmla="*/ 472320 h 472320"/>
              <a:gd name="connsiteX7" fmla="*/ 0 w 5173980"/>
              <a:gd name="connsiteY7" fmla="*/ 393598 h 472320"/>
              <a:gd name="connsiteX8" fmla="*/ 0 w 517398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3980" h="472320">
                <a:moveTo>
                  <a:pt x="0" y="78722"/>
                </a:moveTo>
                <a:cubicBezTo>
                  <a:pt x="0" y="35245"/>
                  <a:pt x="35245" y="0"/>
                  <a:pt x="78722" y="0"/>
                </a:cubicBezTo>
                <a:lnTo>
                  <a:pt x="5095258" y="0"/>
                </a:lnTo>
                <a:cubicBezTo>
                  <a:pt x="5138735" y="0"/>
                  <a:pt x="5173980" y="35245"/>
                  <a:pt x="5173980" y="78722"/>
                </a:cubicBezTo>
                <a:lnTo>
                  <a:pt x="5173980" y="393598"/>
                </a:lnTo>
                <a:cubicBezTo>
                  <a:pt x="5173980" y="437075"/>
                  <a:pt x="5138735" y="472320"/>
                  <a:pt x="5095258" y="472320"/>
                </a:cubicBezTo>
                <a:lnTo>
                  <a:pt x="78722" y="472320"/>
                </a:lnTo>
                <a:cubicBezTo>
                  <a:pt x="35245" y="472320"/>
                  <a:pt x="0" y="437075"/>
                  <a:pt x="0" y="393598"/>
                </a:cubicBezTo>
                <a:lnTo>
                  <a:pt x="0" y="7872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218621" tIns="23057" rIns="218621" bIns="23057" numCol="1" spcCol="1270" anchor="ctr" anchorCtr="0">
            <a:noAutofit/>
          </a:bodyPr>
          <a:lstStyle/>
          <a:p>
            <a:pPr lvl="0" algn="l" defTabSz="711200">
              <a:lnSpc>
                <a:spcPct val="90000"/>
              </a:lnSpc>
              <a:spcBef>
                <a:spcPct val="0"/>
              </a:spcBef>
              <a:spcAft>
                <a:spcPct val="35000"/>
              </a:spcAft>
            </a:pPr>
            <a:r>
              <a:rPr lang="en-US" sz="1600" kern="1200" dirty="0"/>
              <a:t>Finalizing (Input, Process, Output) Metrics</a:t>
            </a:r>
          </a:p>
        </p:txBody>
      </p:sp>
      <p:sp>
        <p:nvSpPr>
          <p:cNvPr id="12" name="Freeform 11"/>
          <p:cNvSpPr/>
          <p:nvPr/>
        </p:nvSpPr>
        <p:spPr>
          <a:xfrm>
            <a:off x="2899821" y="3350623"/>
            <a:ext cx="5634579" cy="644296"/>
          </a:xfrm>
          <a:custGeom>
            <a:avLst/>
            <a:gdLst>
              <a:gd name="connsiteX0" fmla="*/ 0 w 5173980"/>
              <a:gd name="connsiteY0" fmla="*/ 78722 h 472320"/>
              <a:gd name="connsiteX1" fmla="*/ 78722 w 5173980"/>
              <a:gd name="connsiteY1" fmla="*/ 0 h 472320"/>
              <a:gd name="connsiteX2" fmla="*/ 5095258 w 5173980"/>
              <a:gd name="connsiteY2" fmla="*/ 0 h 472320"/>
              <a:gd name="connsiteX3" fmla="*/ 5173980 w 5173980"/>
              <a:gd name="connsiteY3" fmla="*/ 78722 h 472320"/>
              <a:gd name="connsiteX4" fmla="*/ 5173980 w 5173980"/>
              <a:gd name="connsiteY4" fmla="*/ 393598 h 472320"/>
              <a:gd name="connsiteX5" fmla="*/ 5095258 w 5173980"/>
              <a:gd name="connsiteY5" fmla="*/ 472320 h 472320"/>
              <a:gd name="connsiteX6" fmla="*/ 78722 w 5173980"/>
              <a:gd name="connsiteY6" fmla="*/ 472320 h 472320"/>
              <a:gd name="connsiteX7" fmla="*/ 0 w 5173980"/>
              <a:gd name="connsiteY7" fmla="*/ 393598 h 472320"/>
              <a:gd name="connsiteX8" fmla="*/ 0 w 517398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3980" h="472320">
                <a:moveTo>
                  <a:pt x="0" y="78722"/>
                </a:moveTo>
                <a:cubicBezTo>
                  <a:pt x="0" y="35245"/>
                  <a:pt x="35245" y="0"/>
                  <a:pt x="78722" y="0"/>
                </a:cubicBezTo>
                <a:lnTo>
                  <a:pt x="5095258" y="0"/>
                </a:lnTo>
                <a:cubicBezTo>
                  <a:pt x="5138735" y="0"/>
                  <a:pt x="5173980" y="35245"/>
                  <a:pt x="5173980" y="78722"/>
                </a:cubicBezTo>
                <a:lnTo>
                  <a:pt x="5173980" y="393598"/>
                </a:lnTo>
                <a:cubicBezTo>
                  <a:pt x="5173980" y="437075"/>
                  <a:pt x="5138735" y="472320"/>
                  <a:pt x="5095258" y="472320"/>
                </a:cubicBezTo>
                <a:lnTo>
                  <a:pt x="78722" y="472320"/>
                </a:lnTo>
                <a:cubicBezTo>
                  <a:pt x="35245" y="472320"/>
                  <a:pt x="0" y="437075"/>
                  <a:pt x="0" y="393598"/>
                </a:cubicBezTo>
                <a:lnTo>
                  <a:pt x="0" y="7872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218621" tIns="23057" rIns="218621" bIns="23057" numCol="1" spcCol="1270" anchor="ctr" anchorCtr="0">
            <a:noAutofit/>
          </a:bodyPr>
          <a:lstStyle/>
          <a:p>
            <a:pPr lvl="0" algn="l" defTabSz="711200">
              <a:lnSpc>
                <a:spcPct val="90000"/>
              </a:lnSpc>
              <a:spcBef>
                <a:spcPct val="0"/>
              </a:spcBef>
              <a:spcAft>
                <a:spcPct val="35000"/>
              </a:spcAft>
            </a:pPr>
            <a:r>
              <a:rPr lang="en-US" sz="1600" kern="1200" dirty="0"/>
              <a:t>Set Up Measurement System</a:t>
            </a:r>
          </a:p>
        </p:txBody>
      </p:sp>
      <p:sp>
        <p:nvSpPr>
          <p:cNvPr id="16" name="Freeform 15"/>
          <p:cNvSpPr/>
          <p:nvPr/>
        </p:nvSpPr>
        <p:spPr>
          <a:xfrm>
            <a:off x="2899821" y="4152584"/>
            <a:ext cx="5634579" cy="644296"/>
          </a:xfrm>
          <a:custGeom>
            <a:avLst/>
            <a:gdLst>
              <a:gd name="connsiteX0" fmla="*/ 0 w 5173980"/>
              <a:gd name="connsiteY0" fmla="*/ 78722 h 472320"/>
              <a:gd name="connsiteX1" fmla="*/ 78722 w 5173980"/>
              <a:gd name="connsiteY1" fmla="*/ 0 h 472320"/>
              <a:gd name="connsiteX2" fmla="*/ 5095258 w 5173980"/>
              <a:gd name="connsiteY2" fmla="*/ 0 h 472320"/>
              <a:gd name="connsiteX3" fmla="*/ 5173980 w 5173980"/>
              <a:gd name="connsiteY3" fmla="*/ 78722 h 472320"/>
              <a:gd name="connsiteX4" fmla="*/ 5173980 w 5173980"/>
              <a:gd name="connsiteY4" fmla="*/ 393598 h 472320"/>
              <a:gd name="connsiteX5" fmla="*/ 5095258 w 5173980"/>
              <a:gd name="connsiteY5" fmla="*/ 472320 h 472320"/>
              <a:gd name="connsiteX6" fmla="*/ 78722 w 5173980"/>
              <a:gd name="connsiteY6" fmla="*/ 472320 h 472320"/>
              <a:gd name="connsiteX7" fmla="*/ 0 w 5173980"/>
              <a:gd name="connsiteY7" fmla="*/ 393598 h 472320"/>
              <a:gd name="connsiteX8" fmla="*/ 0 w 517398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3980" h="472320">
                <a:moveTo>
                  <a:pt x="0" y="78722"/>
                </a:moveTo>
                <a:cubicBezTo>
                  <a:pt x="0" y="35245"/>
                  <a:pt x="35245" y="0"/>
                  <a:pt x="78722" y="0"/>
                </a:cubicBezTo>
                <a:lnTo>
                  <a:pt x="5095258" y="0"/>
                </a:lnTo>
                <a:cubicBezTo>
                  <a:pt x="5138735" y="0"/>
                  <a:pt x="5173980" y="35245"/>
                  <a:pt x="5173980" y="78722"/>
                </a:cubicBezTo>
                <a:lnTo>
                  <a:pt x="5173980" y="393598"/>
                </a:lnTo>
                <a:cubicBezTo>
                  <a:pt x="5173980" y="437075"/>
                  <a:pt x="5138735" y="472320"/>
                  <a:pt x="5095258" y="472320"/>
                </a:cubicBezTo>
                <a:lnTo>
                  <a:pt x="78722" y="472320"/>
                </a:lnTo>
                <a:cubicBezTo>
                  <a:pt x="35245" y="472320"/>
                  <a:pt x="0" y="437075"/>
                  <a:pt x="0" y="393598"/>
                </a:cubicBezTo>
                <a:lnTo>
                  <a:pt x="0" y="7872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218621" tIns="23057" rIns="218621" bIns="23057" numCol="1" spcCol="1270" anchor="ctr" anchorCtr="0">
            <a:noAutofit/>
          </a:bodyPr>
          <a:lstStyle/>
          <a:p>
            <a:pPr lvl="0" algn="l" defTabSz="711200">
              <a:lnSpc>
                <a:spcPct val="90000"/>
              </a:lnSpc>
              <a:spcBef>
                <a:spcPct val="0"/>
              </a:spcBef>
              <a:spcAft>
                <a:spcPct val="35000"/>
              </a:spcAft>
            </a:pPr>
            <a:r>
              <a:rPr lang="en-US" sz="1600" kern="1200" dirty="0"/>
              <a:t>Setting Up Reporting Structure</a:t>
            </a:r>
          </a:p>
        </p:txBody>
      </p:sp>
      <p:sp>
        <p:nvSpPr>
          <p:cNvPr id="23" name="Freeform 22"/>
          <p:cNvSpPr/>
          <p:nvPr/>
        </p:nvSpPr>
        <p:spPr>
          <a:xfrm>
            <a:off x="2899821" y="4954544"/>
            <a:ext cx="5634579" cy="644296"/>
          </a:xfrm>
          <a:custGeom>
            <a:avLst/>
            <a:gdLst>
              <a:gd name="connsiteX0" fmla="*/ 0 w 5173980"/>
              <a:gd name="connsiteY0" fmla="*/ 78722 h 472320"/>
              <a:gd name="connsiteX1" fmla="*/ 78722 w 5173980"/>
              <a:gd name="connsiteY1" fmla="*/ 0 h 472320"/>
              <a:gd name="connsiteX2" fmla="*/ 5095258 w 5173980"/>
              <a:gd name="connsiteY2" fmla="*/ 0 h 472320"/>
              <a:gd name="connsiteX3" fmla="*/ 5173980 w 5173980"/>
              <a:gd name="connsiteY3" fmla="*/ 78722 h 472320"/>
              <a:gd name="connsiteX4" fmla="*/ 5173980 w 5173980"/>
              <a:gd name="connsiteY4" fmla="*/ 393598 h 472320"/>
              <a:gd name="connsiteX5" fmla="*/ 5095258 w 5173980"/>
              <a:gd name="connsiteY5" fmla="*/ 472320 h 472320"/>
              <a:gd name="connsiteX6" fmla="*/ 78722 w 5173980"/>
              <a:gd name="connsiteY6" fmla="*/ 472320 h 472320"/>
              <a:gd name="connsiteX7" fmla="*/ 0 w 5173980"/>
              <a:gd name="connsiteY7" fmla="*/ 393598 h 472320"/>
              <a:gd name="connsiteX8" fmla="*/ 0 w 517398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3980" h="472320">
                <a:moveTo>
                  <a:pt x="0" y="78722"/>
                </a:moveTo>
                <a:cubicBezTo>
                  <a:pt x="0" y="35245"/>
                  <a:pt x="35245" y="0"/>
                  <a:pt x="78722" y="0"/>
                </a:cubicBezTo>
                <a:lnTo>
                  <a:pt x="5095258" y="0"/>
                </a:lnTo>
                <a:cubicBezTo>
                  <a:pt x="5138735" y="0"/>
                  <a:pt x="5173980" y="35245"/>
                  <a:pt x="5173980" y="78722"/>
                </a:cubicBezTo>
                <a:lnTo>
                  <a:pt x="5173980" y="393598"/>
                </a:lnTo>
                <a:cubicBezTo>
                  <a:pt x="5173980" y="437075"/>
                  <a:pt x="5138735" y="472320"/>
                  <a:pt x="5095258" y="472320"/>
                </a:cubicBezTo>
                <a:lnTo>
                  <a:pt x="78722" y="472320"/>
                </a:lnTo>
                <a:cubicBezTo>
                  <a:pt x="35245" y="472320"/>
                  <a:pt x="0" y="437075"/>
                  <a:pt x="0" y="393598"/>
                </a:cubicBezTo>
                <a:lnTo>
                  <a:pt x="0" y="7872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218621" tIns="23057" rIns="218621" bIns="23057" numCol="1" spcCol="1270" anchor="ctr" anchorCtr="0">
            <a:noAutofit/>
          </a:bodyPr>
          <a:lstStyle/>
          <a:p>
            <a:pPr lvl="0" algn="l" defTabSz="711200">
              <a:lnSpc>
                <a:spcPct val="90000"/>
              </a:lnSpc>
              <a:spcBef>
                <a:spcPct val="0"/>
              </a:spcBef>
              <a:spcAft>
                <a:spcPct val="35000"/>
              </a:spcAft>
            </a:pPr>
            <a:r>
              <a:rPr lang="en-US" sz="1600" kern="1200" dirty="0"/>
              <a:t>Visual Management Standardization</a:t>
            </a:r>
          </a:p>
        </p:txBody>
      </p:sp>
      <p:sp>
        <p:nvSpPr>
          <p:cNvPr id="25" name="Freeform 24"/>
          <p:cNvSpPr/>
          <p:nvPr/>
        </p:nvSpPr>
        <p:spPr>
          <a:xfrm>
            <a:off x="2899821" y="5756504"/>
            <a:ext cx="5634579" cy="644296"/>
          </a:xfrm>
          <a:custGeom>
            <a:avLst/>
            <a:gdLst>
              <a:gd name="connsiteX0" fmla="*/ 0 w 5173980"/>
              <a:gd name="connsiteY0" fmla="*/ 78722 h 472320"/>
              <a:gd name="connsiteX1" fmla="*/ 78722 w 5173980"/>
              <a:gd name="connsiteY1" fmla="*/ 0 h 472320"/>
              <a:gd name="connsiteX2" fmla="*/ 5095258 w 5173980"/>
              <a:gd name="connsiteY2" fmla="*/ 0 h 472320"/>
              <a:gd name="connsiteX3" fmla="*/ 5173980 w 5173980"/>
              <a:gd name="connsiteY3" fmla="*/ 78722 h 472320"/>
              <a:gd name="connsiteX4" fmla="*/ 5173980 w 5173980"/>
              <a:gd name="connsiteY4" fmla="*/ 393598 h 472320"/>
              <a:gd name="connsiteX5" fmla="*/ 5095258 w 5173980"/>
              <a:gd name="connsiteY5" fmla="*/ 472320 h 472320"/>
              <a:gd name="connsiteX6" fmla="*/ 78722 w 5173980"/>
              <a:gd name="connsiteY6" fmla="*/ 472320 h 472320"/>
              <a:gd name="connsiteX7" fmla="*/ 0 w 5173980"/>
              <a:gd name="connsiteY7" fmla="*/ 393598 h 472320"/>
              <a:gd name="connsiteX8" fmla="*/ 0 w 5173980"/>
              <a:gd name="connsiteY8" fmla="*/ 78722 h 472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173980" h="472320">
                <a:moveTo>
                  <a:pt x="0" y="78722"/>
                </a:moveTo>
                <a:cubicBezTo>
                  <a:pt x="0" y="35245"/>
                  <a:pt x="35245" y="0"/>
                  <a:pt x="78722" y="0"/>
                </a:cubicBezTo>
                <a:lnTo>
                  <a:pt x="5095258" y="0"/>
                </a:lnTo>
                <a:cubicBezTo>
                  <a:pt x="5138735" y="0"/>
                  <a:pt x="5173980" y="35245"/>
                  <a:pt x="5173980" y="78722"/>
                </a:cubicBezTo>
                <a:lnTo>
                  <a:pt x="5173980" y="393598"/>
                </a:lnTo>
                <a:cubicBezTo>
                  <a:pt x="5173980" y="437075"/>
                  <a:pt x="5138735" y="472320"/>
                  <a:pt x="5095258" y="472320"/>
                </a:cubicBezTo>
                <a:lnTo>
                  <a:pt x="78722" y="472320"/>
                </a:lnTo>
                <a:cubicBezTo>
                  <a:pt x="35245" y="472320"/>
                  <a:pt x="0" y="437075"/>
                  <a:pt x="0" y="393598"/>
                </a:cubicBezTo>
                <a:lnTo>
                  <a:pt x="0" y="78722"/>
                </a:lnTo>
                <a:close/>
              </a:path>
            </a:pathLst>
          </a:custGeom>
        </p:spPr>
        <p:style>
          <a:lnRef idx="1">
            <a:schemeClr val="accent3"/>
          </a:lnRef>
          <a:fillRef idx="2">
            <a:schemeClr val="accent3"/>
          </a:fillRef>
          <a:effectRef idx="1">
            <a:schemeClr val="accent3"/>
          </a:effectRef>
          <a:fontRef idx="minor">
            <a:schemeClr val="dk1"/>
          </a:fontRef>
        </p:style>
        <p:txBody>
          <a:bodyPr spcFirstLastPara="0" vert="horz" wrap="square" lIns="218621" tIns="23057" rIns="218621" bIns="23057" numCol="1" spcCol="1270" anchor="ctr" anchorCtr="0">
            <a:noAutofit/>
          </a:bodyPr>
          <a:lstStyle/>
          <a:p>
            <a:pPr lvl="0" algn="l" defTabSz="711200">
              <a:lnSpc>
                <a:spcPct val="90000"/>
              </a:lnSpc>
              <a:spcBef>
                <a:spcPct val="0"/>
              </a:spcBef>
              <a:spcAft>
                <a:spcPct val="35000"/>
              </a:spcAft>
            </a:pPr>
            <a:r>
              <a:rPr lang="en-US" sz="1600" kern="1200" dirty="0"/>
              <a:t>Continuous Improvement Roadmap</a:t>
            </a:r>
          </a:p>
        </p:txBody>
      </p:sp>
      <p:sp>
        <p:nvSpPr>
          <p:cNvPr id="49" name="Text Placeholder 2"/>
          <p:cNvSpPr txBox="1">
            <a:spLocks/>
          </p:cNvSpPr>
          <p:nvPr/>
        </p:nvSpPr>
        <p:spPr>
          <a:xfrm>
            <a:off x="204968" y="30775"/>
            <a:ext cx="8532632" cy="276999"/>
          </a:xfrm>
          <a:prstGeom prst="rect">
            <a:avLst/>
          </a:prstGeom>
        </p:spPr>
        <p:txBody>
          <a:bodyPr/>
          <a:lstStyle>
            <a:lvl1pPr marL="0" indent="0" algn="l" defTabSz="914400" rtl="0" eaLnBrk="1" latinLnBrk="0" hangingPunct="1">
              <a:lnSpc>
                <a:spcPct val="100000"/>
              </a:lnSpc>
              <a:spcBef>
                <a:spcPts val="1000"/>
              </a:spcBef>
              <a:spcAft>
                <a:spcPts val="400"/>
              </a:spcAft>
              <a:buFont typeface="Arial" panose="020B0604020202020204" pitchFamily="34" charset="0"/>
              <a:buNone/>
              <a:defRPr sz="1800" kern="1200">
                <a:solidFill>
                  <a:schemeClr val="tx1">
                    <a:lumMod val="75000"/>
                    <a:lumOff val="25000"/>
                  </a:schemeClr>
                </a:solidFill>
                <a:latin typeface="+mn-lt"/>
                <a:ea typeface="+mn-ea"/>
                <a:cs typeface="+mn-cs"/>
              </a:defRPr>
            </a:lvl1pPr>
            <a:lvl2pPr marL="169863" indent="-169863" algn="l" defTabSz="914400" rtl="0" eaLnBrk="1" latinLnBrk="0" hangingPunct="1">
              <a:lnSpc>
                <a:spcPct val="100000"/>
              </a:lnSpc>
              <a:spcBef>
                <a:spcPts val="500"/>
              </a:spcBef>
              <a:spcAft>
                <a:spcPts val="400"/>
              </a:spcAft>
              <a:buClr>
                <a:schemeClr val="bg2"/>
              </a:buClr>
              <a:buSzPct val="85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347663" indent="-177800" algn="l" defTabSz="914400" rtl="0" eaLnBrk="1" latinLnBrk="0" hangingPunct="1">
              <a:lnSpc>
                <a:spcPct val="100000"/>
              </a:lnSpc>
              <a:spcBef>
                <a:spcPts val="500"/>
              </a:spcBef>
              <a:spcAft>
                <a:spcPts val="400"/>
              </a:spcAft>
              <a:buClr>
                <a:schemeClr val="bg2"/>
              </a:buClr>
              <a:buSzPct val="50000"/>
              <a:buFont typeface="Arial" panose="020B0604020202020204" pitchFamily="34" charset="0"/>
              <a:buChar char="–"/>
              <a:tabLst/>
              <a:defRPr sz="1600" kern="1200">
                <a:solidFill>
                  <a:schemeClr val="tx1">
                    <a:lumMod val="75000"/>
                    <a:lumOff val="25000"/>
                  </a:schemeClr>
                </a:solidFill>
                <a:latin typeface="+mn-lt"/>
                <a:ea typeface="+mn-ea"/>
                <a:cs typeface="+mn-cs"/>
              </a:defRPr>
            </a:lvl3pPr>
            <a:lvl4pPr marL="515938" indent="-168275" algn="l" defTabSz="914400" rtl="0" eaLnBrk="1" latinLnBrk="0" hangingPunct="1">
              <a:lnSpc>
                <a:spcPct val="100000"/>
              </a:lnSpc>
              <a:spcBef>
                <a:spcPts val="500"/>
              </a:spcBef>
              <a:spcAft>
                <a:spcPts val="400"/>
              </a:spcAft>
              <a:buClr>
                <a:schemeClr val="bg2"/>
              </a:buClr>
              <a:buSzPct val="65000"/>
              <a:buFont typeface="Wingdings" panose="05000000000000000000" pitchFamily="2" charset="2"/>
              <a:buChar char="§"/>
              <a:defRPr sz="1400" kern="1200" baseline="0">
                <a:solidFill>
                  <a:schemeClr val="tx1">
                    <a:lumMod val="75000"/>
                    <a:lumOff val="25000"/>
                  </a:schemeClr>
                </a:solidFill>
                <a:latin typeface="+mn-lt"/>
                <a:ea typeface="+mn-ea"/>
                <a:cs typeface="+mn-cs"/>
              </a:defRPr>
            </a:lvl4pPr>
            <a:lvl5pPr marL="685800" indent="-169863" algn="l" defTabSz="914400" rtl="0" eaLnBrk="1" latinLnBrk="0" hangingPunct="1">
              <a:lnSpc>
                <a:spcPct val="90000"/>
              </a:lnSpc>
              <a:spcBef>
                <a:spcPts val="500"/>
              </a:spcBef>
              <a:buClr>
                <a:schemeClr val="bg2"/>
              </a:buClr>
              <a:buSzPct val="65000"/>
              <a:buFont typeface="Arial" panose="020B0604020202020204" pitchFamily="34" charset="0"/>
              <a:buChar char="–"/>
              <a:defRPr sz="12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100" dirty="0">
                <a:solidFill>
                  <a:prstClr val="white"/>
                </a:solidFill>
              </a:rPr>
              <a:t>BPMS Live ►  7 Step Methodology</a:t>
            </a:r>
          </a:p>
        </p:txBody>
      </p:sp>
      <p:pic>
        <p:nvPicPr>
          <p:cNvPr id="29"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43200" y="838200"/>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43200" y="1680280"/>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43200" y="2464208"/>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Left Bracket 1"/>
          <p:cNvSpPr/>
          <p:nvPr/>
        </p:nvSpPr>
        <p:spPr>
          <a:xfrm>
            <a:off x="2455333" y="944744"/>
            <a:ext cx="287867" cy="2248217"/>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3" name="Rectangle 2"/>
          <p:cNvSpPr/>
          <p:nvPr/>
        </p:nvSpPr>
        <p:spPr>
          <a:xfrm>
            <a:off x="631588" y="1723108"/>
            <a:ext cx="1828800" cy="53564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Define</a:t>
            </a:r>
          </a:p>
        </p:txBody>
      </p:sp>
      <p:sp>
        <p:nvSpPr>
          <p:cNvPr id="17" name="Left Bracket 16"/>
          <p:cNvSpPr/>
          <p:nvPr/>
        </p:nvSpPr>
        <p:spPr>
          <a:xfrm>
            <a:off x="2455333" y="3352800"/>
            <a:ext cx="287867" cy="2236690"/>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Rectangle 17"/>
          <p:cNvSpPr/>
          <p:nvPr/>
        </p:nvSpPr>
        <p:spPr>
          <a:xfrm>
            <a:off x="617155" y="4203325"/>
            <a:ext cx="1828800" cy="53564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Analyze</a:t>
            </a:r>
          </a:p>
        </p:txBody>
      </p:sp>
      <p:sp>
        <p:nvSpPr>
          <p:cNvPr id="19" name="Left Bracket 18"/>
          <p:cNvSpPr/>
          <p:nvPr/>
        </p:nvSpPr>
        <p:spPr>
          <a:xfrm>
            <a:off x="2479146" y="5791201"/>
            <a:ext cx="299745" cy="585509"/>
          </a:xfrm>
          <a:prstGeom prst="leftBracket">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20" name="Rectangle 19"/>
          <p:cNvSpPr/>
          <p:nvPr/>
        </p:nvSpPr>
        <p:spPr>
          <a:xfrm>
            <a:off x="650345" y="5828184"/>
            <a:ext cx="1828800" cy="535641"/>
          </a:xfrm>
          <a:prstGeom prst="rect">
            <a:avLst/>
          </a:prstGeom>
        </p:spPr>
        <p:style>
          <a:lnRef idx="1">
            <a:schemeClr val="accent3"/>
          </a:lnRef>
          <a:fillRef idx="2">
            <a:schemeClr val="accent3"/>
          </a:fillRef>
          <a:effectRef idx="1">
            <a:schemeClr val="accent3"/>
          </a:effectRef>
          <a:fontRef idx="minor">
            <a:schemeClr val="dk1"/>
          </a:fontRef>
        </p:style>
        <p:txBody>
          <a:bodyPr rtlCol="0" anchor="ctr"/>
          <a:lstStyle/>
          <a:p>
            <a:pPr algn="ctr"/>
            <a:r>
              <a:rPr lang="en-US" dirty="0"/>
              <a:t>Closure</a:t>
            </a:r>
          </a:p>
        </p:txBody>
      </p:sp>
      <p:pic>
        <p:nvPicPr>
          <p:cNvPr id="21"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437705" y="1558007"/>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4" name="Group 3"/>
          <p:cNvGrpSpPr/>
          <p:nvPr/>
        </p:nvGrpSpPr>
        <p:grpSpPr>
          <a:xfrm flipH="1">
            <a:off x="8597733" y="899123"/>
            <a:ext cx="304800" cy="5498107"/>
            <a:chOff x="6553200" y="899123"/>
            <a:chExt cx="228600" cy="5498107"/>
          </a:xfrm>
        </p:grpSpPr>
        <p:sp>
          <p:nvSpPr>
            <p:cNvPr id="26" name="Right Brace 25"/>
            <p:cNvSpPr/>
            <p:nvPr/>
          </p:nvSpPr>
          <p:spPr>
            <a:xfrm>
              <a:off x="6553200" y="899123"/>
              <a:ext cx="228600" cy="687434"/>
            </a:xfrm>
            <a:prstGeom prst="rightBrace">
              <a:avLst>
                <a:gd name="adj1" fmla="val 3435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2" name="Right Brace 51"/>
            <p:cNvSpPr/>
            <p:nvPr/>
          </p:nvSpPr>
          <p:spPr>
            <a:xfrm>
              <a:off x="6553200" y="1703566"/>
              <a:ext cx="228600" cy="687434"/>
            </a:xfrm>
            <a:prstGeom prst="rightBrace">
              <a:avLst>
                <a:gd name="adj1" fmla="val 3435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3" name="Right Brace 52"/>
            <p:cNvSpPr/>
            <p:nvPr/>
          </p:nvSpPr>
          <p:spPr>
            <a:xfrm>
              <a:off x="6553200" y="2493205"/>
              <a:ext cx="228600" cy="687434"/>
            </a:xfrm>
            <a:prstGeom prst="rightBrace">
              <a:avLst>
                <a:gd name="adj1" fmla="val 3435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4" name="Right Brace 53"/>
            <p:cNvSpPr/>
            <p:nvPr/>
          </p:nvSpPr>
          <p:spPr>
            <a:xfrm>
              <a:off x="6553200" y="3329054"/>
              <a:ext cx="228600" cy="687434"/>
            </a:xfrm>
            <a:prstGeom prst="rightBrace">
              <a:avLst>
                <a:gd name="adj1" fmla="val 3435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5" name="Right Brace 54"/>
            <p:cNvSpPr/>
            <p:nvPr/>
          </p:nvSpPr>
          <p:spPr>
            <a:xfrm>
              <a:off x="6553200" y="4106320"/>
              <a:ext cx="228600" cy="687434"/>
            </a:xfrm>
            <a:prstGeom prst="rightBrace">
              <a:avLst>
                <a:gd name="adj1" fmla="val 3435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6" name="Right Brace 55"/>
            <p:cNvSpPr/>
            <p:nvPr/>
          </p:nvSpPr>
          <p:spPr>
            <a:xfrm>
              <a:off x="6553200" y="4932975"/>
              <a:ext cx="228600" cy="687434"/>
            </a:xfrm>
            <a:prstGeom prst="rightBrace">
              <a:avLst>
                <a:gd name="adj1" fmla="val 3435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57" name="Right Brace 56"/>
            <p:cNvSpPr/>
            <p:nvPr/>
          </p:nvSpPr>
          <p:spPr>
            <a:xfrm>
              <a:off x="6553200" y="5709796"/>
              <a:ext cx="228600" cy="687434"/>
            </a:xfrm>
            <a:prstGeom prst="rightBrace">
              <a:avLst>
                <a:gd name="adj1" fmla="val 34357"/>
                <a:gd name="adj2" fmla="val 50000"/>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grpSp>
      <p:sp>
        <p:nvSpPr>
          <p:cNvPr id="27" name="TextBox 26"/>
          <p:cNvSpPr txBox="1"/>
          <p:nvPr/>
        </p:nvSpPr>
        <p:spPr>
          <a:xfrm>
            <a:off x="8793059" y="838200"/>
            <a:ext cx="1745991" cy="861774"/>
          </a:xfrm>
          <a:prstGeom prst="rect">
            <a:avLst/>
          </a:prstGeom>
          <a:noFill/>
        </p:spPr>
        <p:txBody>
          <a:bodyPr wrap="none" rtlCol="0">
            <a:spAutoFit/>
          </a:bodyPr>
          <a:lstStyle/>
          <a:p>
            <a:pPr marL="171450" indent="-171450">
              <a:buFont typeface="Arial" panose="020B0604020202020204" pitchFamily="34" charset="0"/>
              <a:buChar char="•"/>
            </a:pPr>
            <a:r>
              <a:rPr lang="en-US" sz="1000" dirty="0"/>
              <a:t>Customer VOC</a:t>
            </a:r>
          </a:p>
          <a:p>
            <a:pPr marL="171450" indent="-171450">
              <a:buFont typeface="Arial" panose="020B0604020202020204" pitchFamily="34" charset="0"/>
              <a:buChar char="•"/>
            </a:pPr>
            <a:r>
              <a:rPr lang="en-US" sz="1000" dirty="0"/>
              <a:t>Defining Project Charter</a:t>
            </a:r>
          </a:p>
          <a:p>
            <a:pPr marL="171450" indent="-171450">
              <a:buFont typeface="Arial" panose="020B0604020202020204" pitchFamily="34" charset="0"/>
              <a:buChar char="•"/>
            </a:pPr>
            <a:r>
              <a:rPr lang="en-US" sz="1000" dirty="0"/>
              <a:t>ARMI</a:t>
            </a:r>
          </a:p>
          <a:p>
            <a:pPr marL="171450" indent="-171450">
              <a:buFont typeface="Arial" panose="020B0604020202020204" pitchFamily="34" charset="0"/>
              <a:buChar char="•"/>
            </a:pPr>
            <a:r>
              <a:rPr lang="en-US" sz="1000" dirty="0"/>
              <a:t>Project Schedule/Plan </a:t>
            </a:r>
          </a:p>
          <a:p>
            <a:pPr marL="171450" indent="-171450">
              <a:buFont typeface="Arial" panose="020B0604020202020204" pitchFamily="34" charset="0"/>
              <a:buChar char="•"/>
            </a:pPr>
            <a:r>
              <a:rPr lang="en-US" sz="1000" dirty="0"/>
              <a:t>COPIS</a:t>
            </a:r>
          </a:p>
        </p:txBody>
      </p:sp>
      <p:sp>
        <p:nvSpPr>
          <p:cNvPr id="58" name="TextBox 57"/>
          <p:cNvSpPr txBox="1"/>
          <p:nvPr/>
        </p:nvSpPr>
        <p:spPr>
          <a:xfrm>
            <a:off x="8763988" y="1861103"/>
            <a:ext cx="2322861" cy="253916"/>
          </a:xfrm>
          <a:prstGeom prst="rect">
            <a:avLst/>
          </a:prstGeom>
          <a:noFill/>
        </p:spPr>
        <p:txBody>
          <a:bodyPr wrap="square" rtlCol="0">
            <a:spAutoFit/>
          </a:bodyPr>
          <a:lstStyle/>
          <a:p>
            <a:pPr marL="171450" indent="-171450">
              <a:buFont typeface="Arial" panose="020B0604020202020204" pitchFamily="34" charset="0"/>
              <a:buChar char="•"/>
            </a:pPr>
            <a:r>
              <a:rPr lang="en-US" sz="1050" dirty="0"/>
              <a:t>Failure Mode and Effect Analysis</a:t>
            </a:r>
          </a:p>
        </p:txBody>
      </p:sp>
      <p:sp>
        <p:nvSpPr>
          <p:cNvPr id="59" name="TextBox 58"/>
          <p:cNvSpPr txBox="1"/>
          <p:nvPr/>
        </p:nvSpPr>
        <p:spPr>
          <a:xfrm>
            <a:off x="8800933" y="2488179"/>
            <a:ext cx="3391067" cy="577081"/>
          </a:xfrm>
          <a:prstGeom prst="rect">
            <a:avLst/>
          </a:prstGeom>
          <a:noFill/>
        </p:spPr>
        <p:txBody>
          <a:bodyPr wrap="square" rtlCol="0">
            <a:spAutoFit/>
          </a:bodyPr>
          <a:lstStyle/>
          <a:p>
            <a:pPr marL="171450" indent="-171450">
              <a:buFont typeface="Arial" panose="020B0604020202020204" pitchFamily="34" charset="0"/>
              <a:buChar char="•"/>
            </a:pPr>
            <a:r>
              <a:rPr lang="en-US" sz="1050" dirty="0"/>
              <a:t>Finalizing Metrics Framework</a:t>
            </a:r>
          </a:p>
          <a:p>
            <a:pPr marL="171450" indent="-171450">
              <a:buFont typeface="Arial" panose="020B0604020202020204" pitchFamily="34" charset="0"/>
              <a:buChar char="•"/>
            </a:pPr>
            <a:r>
              <a:rPr lang="en-US" sz="1050" dirty="0"/>
              <a:t>Define Operational definitions of metrics </a:t>
            </a:r>
          </a:p>
          <a:p>
            <a:pPr marL="171450" indent="-171450">
              <a:buFont typeface="Arial" panose="020B0604020202020204" pitchFamily="34" charset="0"/>
              <a:buChar char="•"/>
            </a:pPr>
            <a:r>
              <a:rPr lang="en-US" sz="1050" dirty="0"/>
              <a:t>Client sign off on metrics framework</a:t>
            </a:r>
          </a:p>
        </p:txBody>
      </p:sp>
      <p:sp>
        <p:nvSpPr>
          <p:cNvPr id="60" name="TextBox 59"/>
          <p:cNvSpPr txBox="1"/>
          <p:nvPr/>
        </p:nvSpPr>
        <p:spPr>
          <a:xfrm>
            <a:off x="8923556" y="3288850"/>
            <a:ext cx="3377601" cy="577081"/>
          </a:xfrm>
          <a:prstGeom prst="rect">
            <a:avLst/>
          </a:prstGeom>
          <a:noFill/>
        </p:spPr>
        <p:txBody>
          <a:bodyPr wrap="square" rtlCol="0">
            <a:spAutoFit/>
          </a:bodyPr>
          <a:lstStyle/>
          <a:p>
            <a:pPr marL="171450" indent="-171450">
              <a:buFont typeface="Arial" panose="020B0604020202020204" pitchFamily="34" charset="0"/>
              <a:buChar char="•"/>
            </a:pPr>
            <a:r>
              <a:rPr lang="en-US" sz="1050" dirty="0"/>
              <a:t>Data Collection Plan</a:t>
            </a:r>
          </a:p>
          <a:p>
            <a:pPr marL="171450" indent="-171450">
              <a:buFont typeface="Arial" panose="020B0604020202020204" pitchFamily="34" charset="0"/>
              <a:buChar char="•"/>
            </a:pPr>
            <a:r>
              <a:rPr lang="en-US" sz="1050" dirty="0"/>
              <a:t>Root Cause Analysis Calibration – Suggestions for Improvements</a:t>
            </a:r>
          </a:p>
        </p:txBody>
      </p:sp>
      <p:sp>
        <p:nvSpPr>
          <p:cNvPr id="61" name="TextBox 60"/>
          <p:cNvSpPr txBox="1"/>
          <p:nvPr/>
        </p:nvSpPr>
        <p:spPr>
          <a:xfrm>
            <a:off x="8838009" y="4086100"/>
            <a:ext cx="3505460" cy="415498"/>
          </a:xfrm>
          <a:prstGeom prst="rect">
            <a:avLst/>
          </a:prstGeom>
          <a:noFill/>
        </p:spPr>
        <p:txBody>
          <a:bodyPr wrap="square" rtlCol="0">
            <a:spAutoFit/>
          </a:bodyPr>
          <a:lstStyle/>
          <a:p>
            <a:pPr marL="171450" indent="-171450">
              <a:buFont typeface="Arial" panose="020B0604020202020204" pitchFamily="34" charset="0"/>
              <a:buChar char="•"/>
            </a:pPr>
            <a:r>
              <a:rPr lang="en-US" sz="1050" dirty="0"/>
              <a:t>Governance Structure – Genpact and Lam Research</a:t>
            </a:r>
          </a:p>
          <a:p>
            <a:pPr marL="171450" indent="-171450">
              <a:buFont typeface="Arial" panose="020B0604020202020204" pitchFamily="34" charset="0"/>
              <a:buChar char="•"/>
            </a:pPr>
            <a:r>
              <a:rPr lang="en-US" sz="1050" dirty="0"/>
              <a:t>Structure of Report</a:t>
            </a:r>
          </a:p>
        </p:txBody>
      </p:sp>
      <p:sp>
        <p:nvSpPr>
          <p:cNvPr id="62" name="TextBox 61"/>
          <p:cNvSpPr txBox="1"/>
          <p:nvPr/>
        </p:nvSpPr>
        <p:spPr>
          <a:xfrm>
            <a:off x="8839200" y="5149734"/>
            <a:ext cx="3251200" cy="253916"/>
          </a:xfrm>
          <a:prstGeom prst="rect">
            <a:avLst/>
          </a:prstGeom>
          <a:noFill/>
        </p:spPr>
        <p:txBody>
          <a:bodyPr wrap="square" rtlCol="0">
            <a:spAutoFit/>
          </a:bodyPr>
          <a:lstStyle/>
          <a:p>
            <a:pPr marL="171450" indent="-171450">
              <a:buFont typeface="Arial" panose="020B0604020202020204" pitchFamily="34" charset="0"/>
              <a:buChar char="•"/>
            </a:pPr>
            <a:r>
              <a:rPr lang="en-US" sz="1050" dirty="0"/>
              <a:t>Visual Management ( service now)</a:t>
            </a:r>
          </a:p>
        </p:txBody>
      </p:sp>
      <p:sp>
        <p:nvSpPr>
          <p:cNvPr id="63" name="TextBox 62"/>
          <p:cNvSpPr txBox="1"/>
          <p:nvPr/>
        </p:nvSpPr>
        <p:spPr>
          <a:xfrm>
            <a:off x="8841088" y="5784533"/>
            <a:ext cx="3542536" cy="738664"/>
          </a:xfrm>
          <a:prstGeom prst="rect">
            <a:avLst/>
          </a:prstGeom>
          <a:noFill/>
        </p:spPr>
        <p:txBody>
          <a:bodyPr wrap="square" rtlCol="0">
            <a:spAutoFit/>
          </a:bodyPr>
          <a:lstStyle/>
          <a:p>
            <a:pPr marL="171450" indent="-171450">
              <a:buFont typeface="Arial" panose="020B0604020202020204" pitchFamily="34" charset="0"/>
              <a:buChar char="•"/>
            </a:pPr>
            <a:r>
              <a:rPr lang="en-US" sz="1050" dirty="0"/>
              <a:t>Control Plan</a:t>
            </a:r>
          </a:p>
          <a:p>
            <a:pPr marL="171450" indent="-171450">
              <a:buFont typeface="Arial" panose="020B0604020202020204" pitchFamily="34" charset="0"/>
              <a:buChar char="•"/>
            </a:pPr>
            <a:r>
              <a:rPr lang="en-US" sz="1050" dirty="0"/>
              <a:t>Way Forward</a:t>
            </a:r>
          </a:p>
          <a:p>
            <a:pPr marL="171450" indent="-171450">
              <a:buFont typeface="Arial" panose="020B0604020202020204" pitchFamily="34" charset="0"/>
              <a:buChar char="•"/>
            </a:pPr>
            <a:r>
              <a:rPr lang="en-US" sz="1050" dirty="0"/>
              <a:t>Standardization of Review Process</a:t>
            </a:r>
          </a:p>
          <a:p>
            <a:pPr marL="171450" indent="-171450">
              <a:buFont typeface="Arial" panose="020B0604020202020204" pitchFamily="34" charset="0"/>
              <a:buChar char="•"/>
            </a:pPr>
            <a:endParaRPr lang="en-US" sz="1050" dirty="0"/>
          </a:p>
        </p:txBody>
      </p:sp>
      <p:pic>
        <p:nvPicPr>
          <p:cNvPr id="36"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43200" y="4855192"/>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43200" y="3288269"/>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8"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43200" y="4065783"/>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9"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430212" y="4038224"/>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2743200" y="5663083"/>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 name="Picture 1"/>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bwMode="auto">
          <a:xfrm>
            <a:off x="437705" y="5663083"/>
            <a:ext cx="440267"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371985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987440324"/>
              </p:ext>
            </p:extLst>
          </p:nvPr>
        </p:nvGraphicFramePr>
        <p:xfrm>
          <a:off x="286869" y="802342"/>
          <a:ext cx="11905131" cy="5674659"/>
        </p:xfrm>
        <a:graphic>
          <a:graphicData uri="http://schemas.openxmlformats.org/drawingml/2006/table">
            <a:tbl>
              <a:tblPr firstRow="1" bandRow="1">
                <a:tableStyleId>{F5AB1C69-6EDB-4FF4-983F-18BD219EF322}</a:tableStyleId>
              </a:tblPr>
              <a:tblGrid>
                <a:gridCol w="2963436">
                  <a:extLst>
                    <a:ext uri="{9D8B030D-6E8A-4147-A177-3AD203B41FA5}">
                      <a16:colId xmlns:a16="http://schemas.microsoft.com/office/drawing/2014/main" val="20000"/>
                    </a:ext>
                  </a:extLst>
                </a:gridCol>
                <a:gridCol w="2744095">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2540000">
                  <a:extLst>
                    <a:ext uri="{9D8B030D-6E8A-4147-A177-3AD203B41FA5}">
                      <a16:colId xmlns:a16="http://schemas.microsoft.com/office/drawing/2014/main" val="20003"/>
                    </a:ext>
                  </a:extLst>
                </a:gridCol>
              </a:tblGrid>
              <a:tr h="383277">
                <a:tc>
                  <a:txBody>
                    <a:bodyPr/>
                    <a:lstStyle/>
                    <a:p>
                      <a:pPr algn="ctr"/>
                      <a:r>
                        <a:rPr lang="en-US" dirty="0"/>
                        <a:t>Step Name</a:t>
                      </a:r>
                    </a:p>
                  </a:txBody>
                  <a:tcPr marL="121920" marR="121920"/>
                </a:tc>
                <a:tc>
                  <a:txBody>
                    <a:bodyPr/>
                    <a:lstStyle/>
                    <a:p>
                      <a:pPr algn="ctr"/>
                      <a:r>
                        <a:rPr lang="en-US" dirty="0"/>
                        <a:t>Objective</a:t>
                      </a:r>
                    </a:p>
                  </a:txBody>
                  <a:tcPr marL="121920" marR="121920"/>
                </a:tc>
                <a:tc>
                  <a:txBody>
                    <a:bodyPr/>
                    <a:lstStyle/>
                    <a:p>
                      <a:pPr algn="ctr"/>
                      <a:r>
                        <a:rPr lang="en-US" dirty="0"/>
                        <a:t>Acceptance Criteria</a:t>
                      </a:r>
                    </a:p>
                  </a:txBody>
                  <a:tcPr marL="121920" marR="121920"/>
                </a:tc>
                <a:tc>
                  <a:txBody>
                    <a:bodyPr/>
                    <a:lstStyle/>
                    <a:p>
                      <a:pPr algn="ctr"/>
                      <a:r>
                        <a:rPr lang="en-US" dirty="0"/>
                        <a:t>Tools</a:t>
                      </a:r>
                    </a:p>
                  </a:txBody>
                  <a:tcPr marL="121920" marR="121920"/>
                </a:tc>
                <a:extLst>
                  <a:ext uri="{0D108BD9-81ED-4DB2-BD59-A6C34878D82A}">
                    <a16:rowId xmlns:a16="http://schemas.microsoft.com/office/drawing/2014/main" val="10000"/>
                  </a:ext>
                </a:extLst>
              </a:tr>
              <a:tr h="879420">
                <a:tc>
                  <a:txBody>
                    <a:bodyPr/>
                    <a:lstStyle/>
                    <a:p>
                      <a:r>
                        <a:rPr lang="en-US" sz="1200" b="1" baseline="0" dirty="0"/>
                        <a:t>1. Building Process Framework</a:t>
                      </a:r>
                      <a:endParaRPr lang="en-US" sz="1200" b="1" dirty="0"/>
                    </a:p>
                  </a:txBody>
                  <a:tcPr marL="121920" marR="121920" anchor="ctr"/>
                </a:tc>
                <a:tc>
                  <a:txBody>
                    <a:bodyPr/>
                    <a:lstStyle/>
                    <a:p>
                      <a:pPr marL="285750" indent="-285750">
                        <a:buFont typeface="Wingdings" panose="05000000000000000000" pitchFamily="2" charset="2"/>
                        <a:buChar char="ü"/>
                      </a:pPr>
                      <a:r>
                        <a:rPr lang="en-US" sz="1000" dirty="0"/>
                        <a:t>Business</a:t>
                      </a:r>
                      <a:r>
                        <a:rPr lang="en-US" sz="1000" baseline="0" dirty="0"/>
                        <a:t> Case</a:t>
                      </a:r>
                    </a:p>
                    <a:p>
                      <a:pPr marL="285750" indent="-285750">
                        <a:buFont typeface="Wingdings" panose="05000000000000000000" pitchFamily="2" charset="2"/>
                        <a:buChar char="ü"/>
                      </a:pPr>
                      <a:r>
                        <a:rPr lang="en-US" sz="1000" baseline="0" dirty="0"/>
                        <a:t>Process Criticality and Project Schedules</a:t>
                      </a:r>
                    </a:p>
                  </a:txBody>
                  <a:tcPr marL="121920" marR="121920" anchor="ctr"/>
                </a:tc>
                <a:tc>
                  <a:txBody>
                    <a:bodyPr/>
                    <a:lstStyle/>
                    <a:p>
                      <a:pPr marL="285750" indent="-285750">
                        <a:buFont typeface="Arial" panose="020B0604020202020204" pitchFamily="34" charset="0"/>
                        <a:buChar char="•"/>
                      </a:pPr>
                      <a:r>
                        <a:rPr lang="en-US" sz="1000" dirty="0"/>
                        <a:t>Holistic</a:t>
                      </a:r>
                      <a:r>
                        <a:rPr lang="en-US" sz="1000" baseline="0" dirty="0"/>
                        <a:t> Business Case with clear framework outlined for the project</a:t>
                      </a:r>
                      <a:endParaRPr lang="en-US" sz="1000" dirty="0"/>
                    </a:p>
                    <a:p>
                      <a:pPr marL="285750" indent="-285750">
                        <a:buFont typeface="Arial" panose="020B0604020202020204" pitchFamily="34" charset="0"/>
                        <a:buChar char="•"/>
                      </a:pPr>
                      <a:r>
                        <a:rPr lang="en-US" sz="1000" baseline="0" dirty="0"/>
                        <a:t>Customer VOC to be shared</a:t>
                      </a:r>
                      <a:endParaRPr lang="en-US" sz="1000" dirty="0"/>
                    </a:p>
                  </a:txBody>
                  <a:tcPr marL="121920" marR="121920" anchor="ct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u="none" strike="noStrike" kern="1200" cap="none" spc="0" normalizeH="0" baseline="0" noProof="0" dirty="0">
                          <a:ln>
                            <a:noFill/>
                          </a:ln>
                          <a:effectLst/>
                          <a:uLnTx/>
                          <a:uFillTx/>
                        </a:rPr>
                        <a:t>Customer VOC</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u="none" strike="noStrike" kern="1200" cap="none" spc="0" normalizeH="0" baseline="0" noProof="0" dirty="0">
                          <a:ln>
                            <a:noFill/>
                          </a:ln>
                          <a:effectLst/>
                          <a:uLnTx/>
                          <a:uFillTx/>
                        </a:rPr>
                        <a:t>Project Charter,</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u="none" strike="noStrike" kern="1200" cap="none" spc="0" normalizeH="0" baseline="0" noProof="0" dirty="0">
                          <a:ln>
                            <a:noFill/>
                          </a:ln>
                          <a:effectLst/>
                          <a:uLnTx/>
                          <a:uFillTx/>
                        </a:rPr>
                        <a:t>ARMI</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u="none" strike="noStrike" kern="1200" cap="none" spc="0" normalizeH="0" baseline="0" noProof="0" dirty="0">
                          <a:ln>
                            <a:noFill/>
                          </a:ln>
                          <a:effectLst/>
                          <a:uLnTx/>
                          <a:uFillTx/>
                        </a:rPr>
                        <a:t>Project Schedule</a:t>
                      </a:r>
                    </a:p>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u="none" strike="noStrike" kern="1200" cap="none" spc="0" normalizeH="0" baseline="0" noProof="0" dirty="0">
                          <a:ln>
                            <a:noFill/>
                          </a:ln>
                          <a:effectLst/>
                          <a:uLnTx/>
                          <a:uFillTx/>
                        </a:rPr>
                        <a:t>COPIS</a:t>
                      </a:r>
                      <a:endParaRPr kumimoji="0" lang="en-US" sz="1000" b="0" i="0" u="none" strike="noStrike" kern="1200" cap="none" spc="0" normalizeH="0" baseline="0" noProof="0" dirty="0">
                        <a:ln>
                          <a:noFill/>
                        </a:ln>
                        <a:solidFill>
                          <a:schemeClr val="tx1"/>
                        </a:solidFill>
                        <a:effectLst/>
                        <a:uLnTx/>
                        <a:uFillTx/>
                        <a:latin typeface="+mn-lt"/>
                        <a:cs typeface="Arial" pitchFamily="34" charset="0"/>
                      </a:endParaRPr>
                    </a:p>
                  </a:txBody>
                  <a:tcPr marL="121920" marR="121920" anchor="ctr"/>
                </a:tc>
                <a:extLst>
                  <a:ext uri="{0D108BD9-81ED-4DB2-BD59-A6C34878D82A}">
                    <a16:rowId xmlns:a16="http://schemas.microsoft.com/office/drawing/2014/main" val="10001"/>
                  </a:ext>
                </a:extLst>
              </a:tr>
              <a:tr h="471118">
                <a:tc>
                  <a:txBody>
                    <a:bodyPr/>
                    <a:lstStyle/>
                    <a:p>
                      <a:r>
                        <a:rPr lang="en-US" sz="1200" b="1" dirty="0"/>
                        <a:t>2. Operational</a:t>
                      </a:r>
                      <a:r>
                        <a:rPr lang="en-US" sz="1200" b="1" baseline="0" dirty="0"/>
                        <a:t> Excellence Risk Assessment</a:t>
                      </a:r>
                      <a:endParaRPr lang="en-US" sz="1200" b="1" dirty="0"/>
                    </a:p>
                  </a:txBody>
                  <a:tcPr marL="121920" marR="121920" anchor="ctr"/>
                </a:tc>
                <a:tc>
                  <a:txBody>
                    <a:bodyPr/>
                    <a:lstStyle/>
                    <a:p>
                      <a:pPr marL="285750" indent="-285750">
                        <a:buFont typeface="Wingdings" panose="05000000000000000000" pitchFamily="2" charset="2"/>
                        <a:buChar char="ü"/>
                      </a:pPr>
                      <a:r>
                        <a:rPr lang="en-US" sz="1000" dirty="0"/>
                        <a:t>Operational</a:t>
                      </a:r>
                      <a:r>
                        <a:rPr lang="en-US" sz="1000" baseline="0" dirty="0"/>
                        <a:t> FMEA</a:t>
                      </a:r>
                      <a:endParaRPr lang="en-US" sz="1000" dirty="0"/>
                    </a:p>
                  </a:txBody>
                  <a:tcPr marL="121920" marR="121920" anchor="ctr"/>
                </a:tc>
                <a:tc>
                  <a:txBody>
                    <a:bodyPr/>
                    <a:lstStyle/>
                    <a:p>
                      <a:pPr marL="285750" indent="-285750">
                        <a:buFont typeface="Arial" panose="020B0604020202020204" pitchFamily="34" charset="0"/>
                        <a:buChar char="•"/>
                      </a:pPr>
                      <a:r>
                        <a:rPr lang="en-US" sz="1000" baseline="0" dirty="0"/>
                        <a:t>Incorporation of Operational  FMEA</a:t>
                      </a:r>
                      <a:endParaRPr lang="en-US" sz="1000" dirty="0"/>
                    </a:p>
                  </a:txBody>
                  <a:tcPr marL="121920" marR="121920" anchor="ctr"/>
                </a:tc>
                <a:tc>
                  <a: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000" u="none" strike="noStrike" kern="1200" cap="none" spc="0" normalizeH="0" baseline="0" noProof="0" dirty="0">
                          <a:ln>
                            <a:noFill/>
                          </a:ln>
                          <a:effectLst/>
                          <a:uLnTx/>
                          <a:uFillTx/>
                        </a:rPr>
                        <a:t>Operational FMEA model</a:t>
                      </a:r>
                      <a:endParaRPr kumimoji="0" lang="en-US" sz="1000" b="0" i="0" u="none" strike="noStrike" kern="1200" cap="none" spc="0" normalizeH="0" baseline="0" noProof="0" dirty="0">
                        <a:ln>
                          <a:noFill/>
                        </a:ln>
                        <a:solidFill>
                          <a:schemeClr val="tx1"/>
                        </a:solidFill>
                        <a:effectLst/>
                        <a:uLnTx/>
                        <a:uFillTx/>
                        <a:latin typeface="+mn-lt"/>
                        <a:cs typeface="Arial" pitchFamily="34" charset="0"/>
                      </a:endParaRPr>
                    </a:p>
                  </a:txBody>
                  <a:tcPr marL="121920" marR="121920" anchor="ctr"/>
                </a:tc>
                <a:extLst>
                  <a:ext uri="{0D108BD9-81ED-4DB2-BD59-A6C34878D82A}">
                    <a16:rowId xmlns:a16="http://schemas.microsoft.com/office/drawing/2014/main" val="10002"/>
                  </a:ext>
                </a:extLst>
              </a:tr>
              <a:tr h="831195">
                <a:tc>
                  <a:txBody>
                    <a:bodyPr/>
                    <a:lstStyle/>
                    <a:p>
                      <a:r>
                        <a:rPr lang="en-US" sz="1200" b="1" dirty="0"/>
                        <a:t>3. Finalizing</a:t>
                      </a:r>
                      <a:r>
                        <a:rPr lang="en-US" sz="1200" b="1" baseline="0" dirty="0"/>
                        <a:t> (input/process/output) Metrics</a:t>
                      </a:r>
                      <a:endParaRPr lang="en-US" sz="1200" b="1" dirty="0"/>
                    </a:p>
                  </a:txBody>
                  <a:tcPr marL="121920" marR="121920" anchor="ctr"/>
                </a:tc>
                <a:tc>
                  <a:txBody>
                    <a:bodyPr/>
                    <a:lstStyle/>
                    <a:p>
                      <a:pPr marL="285750" indent="-285750">
                        <a:buFont typeface="Wingdings" panose="05000000000000000000" pitchFamily="2" charset="2"/>
                        <a:buChar char="ü"/>
                      </a:pPr>
                      <a:r>
                        <a:rPr lang="en-US" sz="1000" dirty="0"/>
                        <a:t>Identify</a:t>
                      </a:r>
                      <a:r>
                        <a:rPr lang="en-US" sz="1000" baseline="0" dirty="0"/>
                        <a:t> Input-Process-Output measures</a:t>
                      </a:r>
                    </a:p>
                  </a:txBody>
                  <a:tcPr marL="121920" marR="121920" anchor="ctr"/>
                </a:tc>
                <a:tc>
                  <a:txBody>
                    <a:bodyPr/>
                    <a:lstStyle/>
                    <a:p>
                      <a:pPr marL="285750" indent="-285750">
                        <a:buFont typeface="Arial" panose="020B0604020202020204" pitchFamily="34" charset="0"/>
                        <a:buChar char="•"/>
                      </a:pPr>
                      <a:r>
                        <a:rPr lang="en-US" sz="1000" dirty="0"/>
                        <a:t>Finalizing Metrics Framework</a:t>
                      </a:r>
                    </a:p>
                    <a:p>
                      <a:pPr marL="285750" indent="-285750">
                        <a:buFont typeface="Arial" panose="020B0604020202020204" pitchFamily="34" charset="0"/>
                        <a:buChar char="•"/>
                      </a:pPr>
                      <a:r>
                        <a:rPr lang="en-US" sz="1000" dirty="0"/>
                        <a:t>Define Operational definitions of metrics </a:t>
                      </a:r>
                    </a:p>
                    <a:p>
                      <a:pPr marL="285750" indent="-285750">
                        <a:buFont typeface="Arial" panose="020B0604020202020204" pitchFamily="34" charset="0"/>
                        <a:buChar char="•"/>
                      </a:pPr>
                      <a:r>
                        <a:rPr lang="en-US" sz="1000" dirty="0"/>
                        <a:t>Client sign off on metrics framework</a:t>
                      </a:r>
                    </a:p>
                    <a:p>
                      <a:pPr marL="285750" indent="-285750">
                        <a:buFont typeface="Arial" panose="020B0604020202020204" pitchFamily="34" charset="0"/>
                        <a:buChar char="•"/>
                      </a:pPr>
                      <a:endParaRPr lang="en-US" sz="1000" dirty="0"/>
                    </a:p>
                  </a:txBody>
                  <a:tcPr marL="121920" marR="121920" anchor="ctr"/>
                </a:tc>
                <a:tc>
                  <a:txBody>
                    <a:bodyPr/>
                    <a:lstStyle/>
                    <a:p>
                      <a:pPr marL="225425" indent="-225425">
                        <a:buAutoNum type="arabicPeriod"/>
                      </a:pPr>
                      <a:r>
                        <a:rPr lang="en-US" sz="1000" baseline="0" dirty="0"/>
                        <a:t>Matrices Framework</a:t>
                      </a:r>
                    </a:p>
                    <a:p>
                      <a:pPr marL="225425" indent="-225425">
                        <a:buAutoNum type="arabicPeriod"/>
                      </a:pPr>
                      <a:r>
                        <a:rPr lang="en-US" sz="1000" baseline="0" dirty="0"/>
                        <a:t>Operational Definition </a:t>
                      </a:r>
                    </a:p>
                    <a:p>
                      <a:pPr marL="225425" indent="-225425">
                        <a:buAutoNum type="arabicPeriod"/>
                      </a:pPr>
                      <a:r>
                        <a:rPr lang="en-US" sz="1000" baseline="0" dirty="0"/>
                        <a:t>Client Signoff</a:t>
                      </a:r>
                    </a:p>
                    <a:p>
                      <a:pPr marL="342900" indent="-342900">
                        <a:buAutoNum type="arabicPeriod"/>
                      </a:pPr>
                      <a:endParaRPr lang="en-US" sz="1000" baseline="0" dirty="0"/>
                    </a:p>
                  </a:txBody>
                  <a:tcPr marL="121920" marR="121920" anchor="ctr"/>
                </a:tc>
                <a:extLst>
                  <a:ext uri="{0D108BD9-81ED-4DB2-BD59-A6C34878D82A}">
                    <a16:rowId xmlns:a16="http://schemas.microsoft.com/office/drawing/2014/main" val="10003"/>
                  </a:ext>
                </a:extLst>
              </a:tr>
              <a:tr h="722381">
                <a:tc>
                  <a:txBody>
                    <a:bodyPr/>
                    <a:lstStyle/>
                    <a:p>
                      <a:r>
                        <a:rPr lang="en-US" sz="1200" b="1" dirty="0"/>
                        <a:t>4. Set-up Measurement</a:t>
                      </a:r>
                      <a:r>
                        <a:rPr lang="en-US" sz="1200" b="1" baseline="0" dirty="0"/>
                        <a:t> System</a:t>
                      </a:r>
                      <a:endParaRPr lang="en-US" sz="1200" b="1" dirty="0"/>
                    </a:p>
                  </a:txBody>
                  <a:tcPr marL="121920" marR="121920" anchor="ctr"/>
                </a:tc>
                <a:tc>
                  <a:txBody>
                    <a:bodyPr/>
                    <a:lstStyle/>
                    <a:p>
                      <a:pPr marL="285750" indent="-285750">
                        <a:buFont typeface="Wingdings" panose="05000000000000000000" pitchFamily="2" charset="2"/>
                        <a:buChar char="ü"/>
                      </a:pPr>
                      <a:r>
                        <a:rPr lang="en-US" sz="1000" dirty="0"/>
                        <a:t>Create Data Collection</a:t>
                      </a:r>
                      <a:r>
                        <a:rPr lang="en-US" sz="1000" baseline="0" dirty="0"/>
                        <a:t> Plan</a:t>
                      </a:r>
                    </a:p>
                    <a:p>
                      <a:pPr marL="285750" indent="-285750">
                        <a:buFont typeface="Wingdings" panose="05000000000000000000" pitchFamily="2" charset="2"/>
                        <a:buChar char="ü"/>
                      </a:pPr>
                      <a:r>
                        <a:rPr lang="en-US" sz="1000" baseline="0" dirty="0"/>
                        <a:t>Perform Calibration</a:t>
                      </a:r>
                      <a:endParaRPr lang="en-US" sz="1000" dirty="0"/>
                    </a:p>
                  </a:txBody>
                  <a:tcPr marL="121920" marR="121920" anchor="ctr"/>
                </a:tc>
                <a:tc>
                  <a:txBody>
                    <a:body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000" dirty="0"/>
                        <a:t>Set up</a:t>
                      </a:r>
                      <a:r>
                        <a:rPr lang="en-US" sz="1000" baseline="0" dirty="0"/>
                        <a:t> </a:t>
                      </a:r>
                      <a:r>
                        <a:rPr lang="en-US" sz="1000" dirty="0"/>
                        <a:t>Process for data collection</a:t>
                      </a:r>
                    </a:p>
                    <a:p>
                      <a:pPr marL="285750" indent="-285750">
                        <a:buFont typeface="Arial" panose="020B0604020202020204" pitchFamily="34" charset="0"/>
                        <a:buChar char="•"/>
                      </a:pPr>
                      <a:r>
                        <a:rPr lang="en-US" sz="1000" dirty="0"/>
                        <a:t>Check</a:t>
                      </a:r>
                      <a:r>
                        <a:rPr lang="en-US" sz="1000" baseline="0" dirty="0"/>
                        <a:t> for Operational and Calculation Definition of Metrics</a:t>
                      </a:r>
                    </a:p>
                    <a:p>
                      <a:pPr marL="285750" indent="-285750">
                        <a:buFont typeface="Arial" panose="020B0604020202020204" pitchFamily="34" charset="0"/>
                        <a:buChar char="•"/>
                      </a:pPr>
                      <a:r>
                        <a:rPr lang="en-US" sz="1000" baseline="0" dirty="0"/>
                        <a:t>Rigor on Measurement System Analysis and Calibration</a:t>
                      </a:r>
                    </a:p>
                  </a:txBody>
                  <a:tcPr marL="121920" marR="121920" anchor="ctr"/>
                </a:tc>
                <a:tc>
                  <a:txBody>
                    <a:bodyPr/>
                    <a:lstStyle/>
                    <a:p>
                      <a:pPr marL="228600" indent="-228600">
                        <a:buFont typeface="+mj-lt"/>
                        <a:buAutoNum type="arabicPeriod"/>
                      </a:pPr>
                      <a:r>
                        <a:rPr lang="en-US" sz="1000" dirty="0"/>
                        <a:t>Data Collection</a:t>
                      </a:r>
                      <a:r>
                        <a:rPr lang="en-US" sz="1000" baseline="0" dirty="0"/>
                        <a:t> Plan &amp; Templates</a:t>
                      </a:r>
                    </a:p>
                    <a:p>
                      <a:pPr marL="228600" indent="-228600">
                        <a:buFont typeface="+mj-lt"/>
                        <a:buAutoNum type="arabicPeriod"/>
                      </a:pPr>
                      <a:r>
                        <a:rPr lang="en-US" sz="1000" baseline="0" dirty="0"/>
                        <a:t>Calibration</a:t>
                      </a:r>
                    </a:p>
                  </a:txBody>
                  <a:tcPr marL="121920" marR="121920" anchor="ctr"/>
                </a:tc>
                <a:extLst>
                  <a:ext uri="{0D108BD9-81ED-4DB2-BD59-A6C34878D82A}">
                    <a16:rowId xmlns:a16="http://schemas.microsoft.com/office/drawing/2014/main" val="10004"/>
                  </a:ext>
                </a:extLst>
              </a:tr>
              <a:tr h="926530">
                <a:tc>
                  <a:txBody>
                    <a:bodyPr/>
                    <a:lstStyle/>
                    <a:p>
                      <a:r>
                        <a:rPr lang="en-US" sz="1200" b="1" baseline="0" dirty="0"/>
                        <a:t>5. Setting up Reporting Structure </a:t>
                      </a:r>
                      <a:endParaRPr lang="en-US" sz="1200" b="1" dirty="0"/>
                    </a:p>
                  </a:txBody>
                  <a:tcPr marL="121920" marR="121920" anchor="ctr"/>
                </a:tc>
                <a:tc>
                  <a:txBody>
                    <a:bodyPr/>
                    <a:lstStyle/>
                    <a:p>
                      <a:pPr marL="285750" indent="-285750">
                        <a:buFont typeface="Wingdings" panose="05000000000000000000" pitchFamily="2" charset="2"/>
                        <a:buChar char="ü"/>
                      </a:pPr>
                      <a:r>
                        <a:rPr lang="en-US" sz="1000" baseline="0" dirty="0"/>
                        <a:t>Analysis of Metrics</a:t>
                      </a:r>
                    </a:p>
                    <a:p>
                      <a:pPr marL="285750" indent="-285750">
                        <a:buFont typeface="Wingdings" panose="05000000000000000000" pitchFamily="2" charset="2"/>
                        <a:buChar char="ü"/>
                      </a:pPr>
                      <a:r>
                        <a:rPr lang="en-US" sz="1000" baseline="0" dirty="0"/>
                        <a:t>Governance Structure</a:t>
                      </a:r>
                    </a:p>
                    <a:p>
                      <a:pPr marL="285750" indent="-285750">
                        <a:buFont typeface="Wingdings" panose="05000000000000000000" pitchFamily="2" charset="2"/>
                        <a:buChar char="ü"/>
                      </a:pPr>
                      <a:r>
                        <a:rPr lang="en-US" sz="1000" baseline="0" dirty="0"/>
                        <a:t>Reporting  &amp; Dashboard automation</a:t>
                      </a:r>
                    </a:p>
                    <a:p>
                      <a:pPr marL="285750" indent="-285750">
                        <a:buFont typeface="Wingdings" panose="05000000000000000000" pitchFamily="2" charset="2"/>
                        <a:buChar char="ü"/>
                      </a:pPr>
                      <a:r>
                        <a:rPr lang="en-US" sz="1000" baseline="0" dirty="0"/>
                        <a:t>Implementation</a:t>
                      </a:r>
                      <a:endParaRPr lang="en-US" sz="1000" dirty="0"/>
                    </a:p>
                  </a:txBody>
                  <a:tcPr marL="121920" marR="121920" anchor="ctr"/>
                </a:tc>
                <a:tc>
                  <a:txBody>
                    <a:bodyPr/>
                    <a:lstStyle/>
                    <a:p>
                      <a:pPr marL="285750" indent="-285750">
                        <a:buFont typeface="Arial" panose="020B0604020202020204" pitchFamily="34" charset="0"/>
                        <a:buChar char="•"/>
                      </a:pPr>
                      <a:r>
                        <a:rPr lang="en-US" sz="1000" dirty="0"/>
                        <a:t>Baselining</a:t>
                      </a:r>
                      <a:r>
                        <a:rPr lang="en-US" sz="1000" baseline="0" dirty="0"/>
                        <a:t> and analysis of metrics</a:t>
                      </a:r>
                      <a:endParaRPr lang="en-US" sz="1000" dirty="0"/>
                    </a:p>
                    <a:p>
                      <a:pPr marL="285750" indent="-285750">
                        <a:buFont typeface="Arial" panose="020B0604020202020204" pitchFamily="34" charset="0"/>
                        <a:buChar char="•"/>
                      </a:pPr>
                      <a:r>
                        <a:rPr lang="en-US" sz="1000" dirty="0"/>
                        <a:t>Automating of reports</a:t>
                      </a:r>
                      <a:r>
                        <a:rPr lang="en-US" sz="1000" baseline="0" dirty="0"/>
                        <a:t> &amp; Dashboards</a:t>
                      </a:r>
                    </a:p>
                    <a:p>
                      <a:pPr marL="285750" indent="-285750">
                        <a:buFont typeface="Arial" panose="020B0604020202020204" pitchFamily="34" charset="0"/>
                        <a:buChar char="•"/>
                      </a:pPr>
                      <a:r>
                        <a:rPr lang="en-US" sz="1000" baseline="0" dirty="0"/>
                        <a:t>Pilot Implementation</a:t>
                      </a:r>
                    </a:p>
                    <a:p>
                      <a:pPr marL="285750" indent="-285750">
                        <a:buFont typeface="Arial" panose="020B0604020202020204" pitchFamily="34" charset="0"/>
                        <a:buChar char="•"/>
                      </a:pPr>
                      <a:r>
                        <a:rPr lang="en-US" sz="1000" baseline="0" dirty="0"/>
                        <a:t>Full scale implementation</a:t>
                      </a:r>
                    </a:p>
                  </a:txBody>
                  <a:tcPr marL="121920" marR="121920" anchor="ctr"/>
                </a:tc>
                <a:tc>
                  <a:txBody>
                    <a:bodyPr/>
                    <a:lstStyle/>
                    <a:p>
                      <a:pPr marL="225425" indent="-225425">
                        <a:buFont typeface="+mj-lt"/>
                        <a:buAutoNum type="arabicPeriod"/>
                      </a:pPr>
                      <a:r>
                        <a:rPr lang="en-US" sz="1000" dirty="0"/>
                        <a:t>Metrics Dashboard</a:t>
                      </a:r>
                    </a:p>
                    <a:p>
                      <a:pPr marL="225425" indent="-225425">
                        <a:buFont typeface="+mj-lt"/>
                        <a:buAutoNum type="arabicPeriod"/>
                      </a:pPr>
                      <a:r>
                        <a:rPr lang="en-US" sz="1000" dirty="0"/>
                        <a:t>Implementation Plan</a:t>
                      </a:r>
                    </a:p>
                  </a:txBody>
                  <a:tcPr marL="121920" marR="121920" anchor="ctr"/>
                </a:tc>
                <a:extLst>
                  <a:ext uri="{0D108BD9-81ED-4DB2-BD59-A6C34878D82A}">
                    <a16:rowId xmlns:a16="http://schemas.microsoft.com/office/drawing/2014/main" val="10005"/>
                  </a:ext>
                </a:extLst>
              </a:tr>
              <a:tr h="565341">
                <a:tc>
                  <a:txBody>
                    <a:bodyPr/>
                    <a:lstStyle/>
                    <a:p>
                      <a:r>
                        <a:rPr lang="en-US" sz="1200" b="1" dirty="0"/>
                        <a:t>6. Visual Management Standardization</a:t>
                      </a:r>
                    </a:p>
                  </a:txBody>
                  <a:tcPr marL="121920" marR="121920" anchor="ctr"/>
                </a:tc>
                <a:tc>
                  <a:txBody>
                    <a:bodyPr/>
                    <a:lstStyle/>
                    <a:p>
                      <a:pPr marL="285750" indent="-285750">
                        <a:buFont typeface="Wingdings" panose="05000000000000000000" pitchFamily="2" charset="2"/>
                        <a:buChar char="ü"/>
                      </a:pPr>
                      <a:r>
                        <a:rPr lang="en-US" sz="1000" dirty="0"/>
                        <a:t>Visual</a:t>
                      </a:r>
                      <a:r>
                        <a:rPr lang="en-US" sz="1000" baseline="0" dirty="0"/>
                        <a:t> Management to be implemented </a:t>
                      </a:r>
                    </a:p>
                    <a:p>
                      <a:pPr marL="285750" indent="-285750">
                        <a:buFont typeface="Wingdings" panose="05000000000000000000" pitchFamily="2" charset="2"/>
                        <a:buChar char="ü"/>
                      </a:pPr>
                      <a:r>
                        <a:rPr lang="en-US" sz="1000" baseline="0" dirty="0"/>
                        <a:t>Organizing GEMBA Walk</a:t>
                      </a:r>
                      <a:endParaRPr lang="en-US" sz="1000" dirty="0"/>
                    </a:p>
                  </a:txBody>
                  <a:tcPr marL="121920" marR="121920" anchor="ctr"/>
                </a:tc>
                <a:tc>
                  <a:txBody>
                    <a:bodyPr/>
                    <a:lstStyle/>
                    <a:p>
                      <a:pPr marL="285750" indent="-285750">
                        <a:buFont typeface="Arial" panose="020B0604020202020204" pitchFamily="34" charset="0"/>
                        <a:buChar char="•"/>
                      </a:pPr>
                      <a:r>
                        <a:rPr lang="en-US" sz="1000" dirty="0"/>
                        <a:t>Visual display of metrics on floor</a:t>
                      </a:r>
                    </a:p>
                  </a:txBody>
                  <a:tcPr marL="121920" marR="121920" anchor="ctr"/>
                </a:tc>
                <a:tc>
                  <a:txBody>
                    <a:bodyPr/>
                    <a:lstStyle/>
                    <a:p>
                      <a:pPr marL="225425" indent="-225425">
                        <a:buFont typeface="+mj-lt"/>
                        <a:buAutoNum type="arabicPeriod"/>
                      </a:pPr>
                      <a:r>
                        <a:rPr lang="en-US" sz="1000" baseline="0" dirty="0"/>
                        <a:t>VM Tools</a:t>
                      </a:r>
                    </a:p>
                    <a:p>
                      <a:pPr marL="225425" indent="-225425">
                        <a:buFont typeface="+mj-lt"/>
                        <a:buAutoNum type="arabicPeriod"/>
                      </a:pPr>
                      <a:r>
                        <a:rPr lang="en-US" sz="1000" baseline="0" dirty="0"/>
                        <a:t>GEMBA</a:t>
                      </a:r>
                      <a:endParaRPr lang="en-US" sz="1000" dirty="0"/>
                    </a:p>
                  </a:txBody>
                  <a:tcPr marL="121920" marR="121920" anchor="ctr"/>
                </a:tc>
                <a:extLst>
                  <a:ext uri="{0D108BD9-81ED-4DB2-BD59-A6C34878D82A}">
                    <a16:rowId xmlns:a16="http://schemas.microsoft.com/office/drawing/2014/main" val="10006"/>
                  </a:ext>
                </a:extLst>
              </a:tr>
              <a:tr h="764338">
                <a:tc>
                  <a:txBody>
                    <a:bodyPr/>
                    <a:lstStyle/>
                    <a:p>
                      <a:r>
                        <a:rPr lang="en-US" sz="1200" b="1" dirty="0"/>
                        <a:t>7. Continuous</a:t>
                      </a:r>
                      <a:r>
                        <a:rPr lang="en-US" sz="1200" b="1" baseline="0" dirty="0"/>
                        <a:t> Improvement Roadmap </a:t>
                      </a:r>
                      <a:endParaRPr lang="en-US" sz="1200" b="1" dirty="0"/>
                    </a:p>
                  </a:txBody>
                  <a:tcPr marL="121920" marR="121920" anchor="ctr"/>
                </a:tc>
                <a:tc>
                  <a:txBody>
                    <a:bodyPr/>
                    <a:lstStyle/>
                    <a:p>
                      <a:pPr marL="285750" indent="-285750">
                        <a:buFont typeface="Wingdings" panose="05000000000000000000" pitchFamily="2" charset="2"/>
                        <a:buChar char="ü"/>
                      </a:pPr>
                      <a:r>
                        <a:rPr lang="en-US" sz="1000" dirty="0"/>
                        <a:t>Create</a:t>
                      </a:r>
                      <a:r>
                        <a:rPr lang="en-US" sz="1000" baseline="0" dirty="0"/>
                        <a:t> a line of sight for Transformational initiatives and changes</a:t>
                      </a:r>
                    </a:p>
                    <a:p>
                      <a:pPr marL="285750" indent="-285750">
                        <a:buFont typeface="Wingdings" panose="05000000000000000000" pitchFamily="2" charset="2"/>
                        <a:buChar char="ü"/>
                      </a:pPr>
                      <a:endParaRPr lang="en-US" sz="1000" baseline="0" dirty="0"/>
                    </a:p>
                  </a:txBody>
                  <a:tcPr marL="121920" marR="121920" anchor="ctr"/>
                </a:tc>
                <a:tc>
                  <a:txBody>
                    <a:bodyPr/>
                    <a:lstStyle/>
                    <a:p>
                      <a:pPr marL="171450" indent="-171450">
                        <a:buFont typeface="Arial" panose="020B0604020202020204" pitchFamily="34" charset="0"/>
                        <a:buChar char="•"/>
                      </a:pPr>
                      <a:r>
                        <a:rPr lang="en-US" sz="1000" dirty="0"/>
                        <a:t>Identify Improvement opportunities</a:t>
                      </a:r>
                    </a:p>
                    <a:p>
                      <a:pPr marL="171450" indent="-171450">
                        <a:buFont typeface="Arial" panose="020B0604020202020204" pitchFamily="34" charset="0"/>
                        <a:buChar char="•"/>
                      </a:pPr>
                      <a:r>
                        <a:rPr lang="en-US" sz="1000" dirty="0"/>
                        <a:t>CI roadmap</a:t>
                      </a:r>
                    </a:p>
                    <a:p>
                      <a:pPr marL="171450" indent="-171450">
                        <a:buFont typeface="Arial" panose="020B0604020202020204" pitchFamily="34" charset="0"/>
                        <a:buChar char="•"/>
                      </a:pPr>
                      <a:r>
                        <a:rPr lang="en-US" sz="1000" dirty="0"/>
                        <a:t>Sign off and Closure</a:t>
                      </a:r>
                    </a:p>
                    <a:p>
                      <a:pPr marL="171450" indent="-171450">
                        <a:buFont typeface="Arial" panose="020B0604020202020204" pitchFamily="34" charset="0"/>
                        <a:buChar char="•"/>
                      </a:pPr>
                      <a:endParaRPr lang="en-US" sz="1000" dirty="0"/>
                    </a:p>
                  </a:txBody>
                  <a:tcPr marL="121920" marR="121920" anchor="ctr"/>
                </a:tc>
                <a:tc>
                  <a:txBody>
                    <a:bodyPr/>
                    <a:lstStyle/>
                    <a:p>
                      <a:pPr marL="228600" indent="-228600">
                        <a:buAutoNum type="arabicPeriod"/>
                      </a:pPr>
                      <a:r>
                        <a:rPr lang="en-US" sz="1000" baseline="0" dirty="0"/>
                        <a:t>Transformation Road Maps</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US" sz="1000" baseline="0" dirty="0"/>
                        <a:t>Client Signoff</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endParaRPr lang="en-US" sz="1000" baseline="0" dirty="0"/>
                    </a:p>
                  </a:txBody>
                  <a:tcPr marL="121920" marR="121920" anchor="ctr"/>
                </a:tc>
                <a:extLst>
                  <a:ext uri="{0D108BD9-81ED-4DB2-BD59-A6C34878D82A}">
                    <a16:rowId xmlns:a16="http://schemas.microsoft.com/office/drawing/2014/main" val="10007"/>
                  </a:ext>
                </a:extLst>
              </a:tr>
            </a:tbl>
          </a:graphicData>
        </a:graphic>
      </p:graphicFrame>
      <p:sp>
        <p:nvSpPr>
          <p:cNvPr id="6" name="Text Placeholder 2"/>
          <p:cNvSpPr txBox="1">
            <a:spLocks/>
          </p:cNvSpPr>
          <p:nvPr/>
        </p:nvSpPr>
        <p:spPr>
          <a:xfrm>
            <a:off x="243233" y="392876"/>
            <a:ext cx="8532632" cy="276999"/>
          </a:xfrm>
          <a:prstGeom prst="rect">
            <a:avLst/>
          </a:prstGeom>
        </p:spPr>
        <p:txBody>
          <a:bodyPr/>
          <a:lstStyle>
            <a:lvl1pPr marL="0" indent="0" algn="l" defTabSz="914400" rtl="0" eaLnBrk="1" latinLnBrk="0" hangingPunct="1">
              <a:lnSpc>
                <a:spcPct val="100000"/>
              </a:lnSpc>
              <a:spcBef>
                <a:spcPts val="384"/>
              </a:spcBef>
              <a:spcAft>
                <a:spcPts val="0"/>
              </a:spcAft>
              <a:buFont typeface="Arial" panose="020B0604020202020204" pitchFamily="34" charset="0"/>
              <a:buNone/>
              <a:defRPr sz="2200" b="0" i="0" kern="1200">
                <a:solidFill>
                  <a:schemeClr val="tx1">
                    <a:lumMod val="65000"/>
                    <a:lumOff val="35000"/>
                  </a:schemeClr>
                </a:solidFill>
                <a:latin typeface="+mn-lt"/>
                <a:ea typeface="+mn-ea"/>
                <a:cs typeface="+mn-cs"/>
              </a:defRPr>
            </a:lvl1pPr>
            <a:lvl2pPr marL="169863" indent="-169863" algn="l" defTabSz="914400" rtl="0" eaLnBrk="1" latinLnBrk="0" hangingPunct="1">
              <a:lnSpc>
                <a:spcPct val="100000"/>
              </a:lnSpc>
              <a:spcBef>
                <a:spcPts val="384"/>
              </a:spcBef>
              <a:spcAft>
                <a:spcPts val="0"/>
              </a:spcAft>
              <a:buClr>
                <a:schemeClr val="bg2"/>
              </a:buClr>
              <a:buSzPct val="85000"/>
              <a:buFont typeface="Wingdings" panose="05000000000000000000" pitchFamily="2" charset="2"/>
              <a:buChar char="§"/>
              <a:defRPr sz="2200" b="0" i="0" kern="1200">
                <a:solidFill>
                  <a:schemeClr val="tx1">
                    <a:lumMod val="65000"/>
                    <a:lumOff val="35000"/>
                  </a:schemeClr>
                </a:solidFill>
                <a:latin typeface="+mn-lt"/>
                <a:ea typeface="+mn-ea"/>
                <a:cs typeface="+mn-cs"/>
              </a:defRPr>
            </a:lvl2pPr>
            <a:lvl3pPr marL="347663" indent="-177800" algn="l" defTabSz="914400" rtl="0" eaLnBrk="1" latinLnBrk="0" hangingPunct="1">
              <a:lnSpc>
                <a:spcPct val="100000"/>
              </a:lnSpc>
              <a:spcBef>
                <a:spcPts val="384"/>
              </a:spcBef>
              <a:spcAft>
                <a:spcPts val="0"/>
              </a:spcAft>
              <a:buClr>
                <a:schemeClr val="bg2"/>
              </a:buClr>
              <a:buSzPct val="50000"/>
              <a:buFont typeface="Arial" panose="020B0604020202020204" pitchFamily="34" charset="0"/>
              <a:buChar char="–"/>
              <a:tabLst/>
              <a:defRPr sz="2200" b="0" i="0" kern="1200">
                <a:solidFill>
                  <a:schemeClr val="tx1">
                    <a:lumMod val="65000"/>
                    <a:lumOff val="35000"/>
                  </a:schemeClr>
                </a:solidFill>
                <a:latin typeface="+mn-lt"/>
                <a:ea typeface="+mn-ea"/>
                <a:cs typeface="+mn-cs"/>
              </a:defRPr>
            </a:lvl3pPr>
            <a:lvl4pPr marL="515938" indent="-168275" algn="l" defTabSz="914400" rtl="0" eaLnBrk="1" latinLnBrk="0" hangingPunct="1">
              <a:lnSpc>
                <a:spcPct val="100000"/>
              </a:lnSpc>
              <a:spcBef>
                <a:spcPts val="384"/>
              </a:spcBef>
              <a:spcAft>
                <a:spcPts val="0"/>
              </a:spcAft>
              <a:buClr>
                <a:schemeClr val="bg2"/>
              </a:buClr>
              <a:buSzPct val="65000"/>
              <a:buFont typeface="Wingdings" panose="05000000000000000000" pitchFamily="2" charset="2"/>
              <a:buChar char="§"/>
              <a:defRPr sz="2200" b="0" i="0" kern="1200" baseline="0">
                <a:solidFill>
                  <a:schemeClr val="tx1">
                    <a:lumMod val="65000"/>
                    <a:lumOff val="35000"/>
                  </a:schemeClr>
                </a:solidFill>
                <a:latin typeface="+mn-lt"/>
                <a:ea typeface="+mn-ea"/>
                <a:cs typeface="+mn-cs"/>
              </a:defRPr>
            </a:lvl4pPr>
            <a:lvl5pPr marL="685800" indent="-169863" algn="l" defTabSz="914400" rtl="0" eaLnBrk="1" latinLnBrk="0" hangingPunct="1">
              <a:lnSpc>
                <a:spcPct val="100000"/>
              </a:lnSpc>
              <a:spcBef>
                <a:spcPts val="384"/>
              </a:spcBef>
              <a:spcAft>
                <a:spcPts val="0"/>
              </a:spcAft>
              <a:buClr>
                <a:schemeClr val="bg2"/>
              </a:buClr>
              <a:buSzPct val="65000"/>
              <a:buFont typeface="Arial" panose="020B0604020202020204" pitchFamily="34" charset="0"/>
              <a:buChar char="–"/>
              <a:defRPr sz="2200" b="0" i="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tx1"/>
                </a:solidFill>
                <a:latin typeface="Trebuchet MS" panose="020B0603020202020204" pitchFamily="34" charset="0"/>
              </a:rPr>
              <a:t>BPMS Live ►  7 Steps</a:t>
            </a:r>
          </a:p>
        </p:txBody>
      </p:sp>
      <p:sp>
        <p:nvSpPr>
          <p:cNvPr id="7" name="Rectangle 6"/>
          <p:cNvSpPr/>
          <p:nvPr/>
        </p:nvSpPr>
        <p:spPr>
          <a:xfrm>
            <a:off x="3251200" y="3151607"/>
            <a:ext cx="8940800" cy="17780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050" b="1" dirty="0">
                <a:solidFill>
                  <a:prstClr val="black"/>
                </a:solidFill>
              </a:rPr>
              <a:t>Corporate Panel Assessment – Mid Review for Initiation and Analyze</a:t>
            </a:r>
          </a:p>
        </p:txBody>
      </p:sp>
      <p:sp>
        <p:nvSpPr>
          <p:cNvPr id="8" name="Rectangle 7"/>
          <p:cNvSpPr/>
          <p:nvPr/>
        </p:nvSpPr>
        <p:spPr>
          <a:xfrm>
            <a:off x="3245224" y="6324600"/>
            <a:ext cx="8946776" cy="152400"/>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base">
              <a:spcBef>
                <a:spcPct val="0"/>
              </a:spcBef>
              <a:spcAft>
                <a:spcPct val="0"/>
              </a:spcAft>
            </a:pPr>
            <a:r>
              <a:rPr lang="en-US" sz="1050" b="1" dirty="0">
                <a:solidFill>
                  <a:prstClr val="white"/>
                </a:solidFill>
              </a:rPr>
              <a:t>Corporate Panel Assessment – Final Review for Closure</a:t>
            </a:r>
          </a:p>
        </p:txBody>
      </p:sp>
    </p:spTree>
    <p:extLst>
      <p:ext uri="{BB962C8B-B14F-4D97-AF65-F5344CB8AC3E}">
        <p14:creationId xmlns:p14="http://schemas.microsoft.com/office/powerpoint/2010/main" val="38632204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a:t>Step 1</a:t>
            </a:r>
            <a:br>
              <a:rPr lang="en-US" dirty="0"/>
            </a:br>
            <a:r>
              <a:rPr lang="en-US" dirty="0"/>
              <a:t>Build Process Framework</a:t>
            </a:r>
          </a:p>
        </p:txBody>
      </p:sp>
    </p:spTree>
    <p:extLst>
      <p:ext uri="{BB962C8B-B14F-4D97-AF65-F5344CB8AC3E}">
        <p14:creationId xmlns:p14="http://schemas.microsoft.com/office/powerpoint/2010/main" val="13412646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2"/>
          <p:cNvSpPr txBox="1">
            <a:spLocks/>
          </p:cNvSpPr>
          <p:nvPr/>
        </p:nvSpPr>
        <p:spPr>
          <a:xfrm>
            <a:off x="528587" y="978843"/>
            <a:ext cx="4653013" cy="381000"/>
          </a:xfrm>
          <a:prstGeom prst="rect">
            <a:avLst/>
          </a:prstGeom>
        </p:spPr>
        <p:txBody>
          <a:bodyPr vert="horz" lIns="0" tIns="45720" rIns="0" bIns="45720" rtlCol="0" anchor="t">
            <a:noAutofit/>
          </a:bodyPr>
          <a:lstStyle>
            <a:lvl1pPr algn="l" defTabSz="914400" rtl="0" eaLnBrk="1" latinLnBrk="0" hangingPunct="1">
              <a:lnSpc>
                <a:spcPct val="90000"/>
              </a:lnSpc>
              <a:spcBef>
                <a:spcPct val="0"/>
              </a:spcBef>
              <a:buNone/>
              <a:defRPr sz="2000" b="0" i="0" kern="1200" cap="all" baseline="0">
                <a:solidFill>
                  <a:schemeClr val="tx1">
                    <a:lumMod val="75000"/>
                    <a:lumOff val="25000"/>
                  </a:schemeClr>
                </a:solidFill>
                <a:latin typeface="Calibri Light"/>
                <a:ea typeface="+mj-ea"/>
                <a:cs typeface="+mj-cs"/>
              </a:defRPr>
            </a:lvl1pPr>
          </a:lstStyle>
          <a:p>
            <a:r>
              <a:rPr lang="en-US" sz="1600" dirty="0"/>
              <a:t>What we heard from you …</a:t>
            </a:r>
          </a:p>
        </p:txBody>
      </p:sp>
      <p:pic>
        <p:nvPicPr>
          <p:cNvPr id="19" name="Picture 2" descr="Image result for customer pics"/>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669481" y="2286000"/>
            <a:ext cx="3251200" cy="2438400"/>
          </a:xfrm>
          <a:prstGeom prst="rect">
            <a:avLst/>
          </a:prstGeom>
          <a:noFill/>
          <a:extLst>
            <a:ext uri="{909E8E84-426E-40DD-AFC4-6F175D3DCCD1}">
              <a14:hiddenFill xmlns:a14="http://schemas.microsoft.com/office/drawing/2010/main">
                <a:solidFill>
                  <a:srgbClr val="FFFFFF"/>
                </a:solidFill>
              </a14:hiddenFill>
            </a:ext>
          </a:extLst>
        </p:spPr>
      </p:pic>
      <p:sp>
        <p:nvSpPr>
          <p:cNvPr id="20" name="Rounded Rectangular Callout 19"/>
          <p:cNvSpPr/>
          <p:nvPr/>
        </p:nvSpPr>
        <p:spPr>
          <a:xfrm>
            <a:off x="522725" y="4457700"/>
            <a:ext cx="3759199" cy="2362200"/>
          </a:xfrm>
          <a:prstGeom prst="wedgeRoundRectCallout">
            <a:avLst>
              <a:gd name="adj1" fmla="val 62910"/>
              <a:gd name="adj2" fmla="val -112228"/>
              <a:gd name="adj3" fmla="val 16667"/>
            </a:avLst>
          </a:prstGeom>
          <a:solidFill>
            <a:srgbClr val="4C88C4"/>
          </a:solidFill>
          <a:ln>
            <a:solidFill>
              <a:srgbClr val="4C88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ea typeface="Georgia"/>
                <a:cs typeface="Georgia"/>
                <a:sym typeface="Georgia"/>
              </a:rPr>
              <a:t>Informatica will be no longer  providing support to version 9 and we need to migrate to V10. Look at current process and check where all we can improve and include that as well as a part of migration.</a:t>
            </a:r>
            <a:endParaRPr lang="en-US" dirty="0"/>
          </a:p>
          <a:p>
            <a:pPr algn="ctr"/>
            <a:endParaRPr lang="en-US" dirty="0"/>
          </a:p>
        </p:txBody>
      </p:sp>
      <p:sp>
        <p:nvSpPr>
          <p:cNvPr id="21" name="Rounded Rectangular Callout 20"/>
          <p:cNvSpPr/>
          <p:nvPr/>
        </p:nvSpPr>
        <p:spPr>
          <a:xfrm>
            <a:off x="4470400" y="884830"/>
            <a:ext cx="3860801" cy="914400"/>
          </a:xfrm>
          <a:prstGeom prst="wedgeRoundRectCallout">
            <a:avLst>
              <a:gd name="adj1" fmla="val 365"/>
              <a:gd name="adj2" fmla="val 85735"/>
              <a:gd name="adj3" fmla="val 16667"/>
            </a:avLst>
          </a:prstGeom>
          <a:solidFill>
            <a:srgbClr val="4C88C4"/>
          </a:solidFill>
          <a:ln>
            <a:solidFill>
              <a:srgbClr val="4C88C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Migrate ETL workflows that support Informatica v10</a:t>
            </a:r>
          </a:p>
        </p:txBody>
      </p:sp>
      <p:sp>
        <p:nvSpPr>
          <p:cNvPr id="22" name="Rounded Rectangular Callout 21"/>
          <p:cNvSpPr/>
          <p:nvPr/>
        </p:nvSpPr>
        <p:spPr>
          <a:xfrm>
            <a:off x="8153400" y="4998066"/>
            <a:ext cx="3759199" cy="914400"/>
          </a:xfrm>
          <a:prstGeom prst="wedgeRoundRectCallout">
            <a:avLst>
              <a:gd name="adj1" fmla="val -70180"/>
              <a:gd name="adj2" fmla="val -107952"/>
              <a:gd name="adj3" fmla="val 16667"/>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r>
              <a:rPr lang="en-US" b="1" dirty="0"/>
              <a:t>Develop Integration Process</a:t>
            </a:r>
          </a:p>
        </p:txBody>
      </p:sp>
      <p:sp>
        <p:nvSpPr>
          <p:cNvPr id="8" name="Rectangle 7"/>
          <p:cNvSpPr/>
          <p:nvPr/>
        </p:nvSpPr>
        <p:spPr>
          <a:xfrm>
            <a:off x="4461022" y="4796917"/>
            <a:ext cx="3439328" cy="5430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VOC: </a:t>
            </a:r>
            <a:r>
              <a:rPr lang="en-US" sz="1400" dirty="0" err="1"/>
              <a:t>Anit</a:t>
            </a:r>
            <a:r>
              <a:rPr lang="en-US" sz="1400" dirty="0"/>
              <a:t> Jain</a:t>
            </a:r>
          </a:p>
          <a:p>
            <a:pPr algn="ctr"/>
            <a:r>
              <a:rPr lang="en-US" sz="1400" dirty="0">
                <a:latin typeface="Calibri" panose="020F0502020204030204" pitchFamily="34" charset="0"/>
              </a:rPr>
              <a:t>VP : Morgan Stanley</a:t>
            </a:r>
          </a:p>
        </p:txBody>
      </p:sp>
      <p:sp>
        <p:nvSpPr>
          <p:cNvPr id="10" name="Title 1"/>
          <p:cNvSpPr txBox="1">
            <a:spLocks/>
          </p:cNvSpPr>
          <p:nvPr/>
        </p:nvSpPr>
        <p:spPr bwMode="auto">
          <a:xfrm>
            <a:off x="406400" y="463833"/>
            <a:ext cx="10972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6AB2"/>
                </a:solidFill>
                <a:latin typeface="Trebuchet MS" pitchFamily="34" charset="0"/>
              </a:rPr>
              <a:t>Voice Of Customer </a:t>
            </a:r>
            <a:endParaRPr lang="en-IN" sz="2000" dirty="0">
              <a:solidFill>
                <a:srgbClr val="006AB2"/>
              </a:solidFill>
              <a:latin typeface="Trebuchet MS" pitchFamily="34" charset="0"/>
            </a:endParaRPr>
          </a:p>
        </p:txBody>
      </p:sp>
    </p:spTree>
    <p:extLst>
      <p:ext uri="{BB962C8B-B14F-4D97-AF65-F5344CB8AC3E}">
        <p14:creationId xmlns:p14="http://schemas.microsoft.com/office/powerpoint/2010/main" val="29054940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406400" y="457201"/>
            <a:ext cx="10972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Customer Information</a:t>
            </a:r>
            <a:endParaRPr lang="en-IN" sz="2000" dirty="0">
              <a:solidFill>
                <a:srgbClr val="0070C0"/>
              </a:solidFill>
              <a:latin typeface="Trebuchet MS"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val="224583968"/>
              </p:ext>
            </p:extLst>
          </p:nvPr>
        </p:nvGraphicFramePr>
        <p:xfrm>
          <a:off x="410634" y="1061840"/>
          <a:ext cx="11578167" cy="5110359"/>
        </p:xfrm>
        <a:graphic>
          <a:graphicData uri="http://schemas.openxmlformats.org/drawingml/2006/table">
            <a:tbl>
              <a:tblPr firstRow="1" bandRow="1">
                <a:tableStyleId>{1FECB4D8-DB02-4DC6-A0A2-4F2EBAE1DC90}</a:tableStyleId>
              </a:tblPr>
              <a:tblGrid>
                <a:gridCol w="2898951">
                  <a:extLst>
                    <a:ext uri="{9D8B030D-6E8A-4147-A177-3AD203B41FA5}">
                      <a16:colId xmlns:a16="http://schemas.microsoft.com/office/drawing/2014/main" val="20000"/>
                    </a:ext>
                  </a:extLst>
                </a:gridCol>
                <a:gridCol w="8679216">
                  <a:extLst>
                    <a:ext uri="{9D8B030D-6E8A-4147-A177-3AD203B41FA5}">
                      <a16:colId xmlns:a16="http://schemas.microsoft.com/office/drawing/2014/main" val="20001"/>
                    </a:ext>
                  </a:extLst>
                </a:gridCol>
              </a:tblGrid>
              <a:tr h="349035">
                <a:tc>
                  <a:txBody>
                    <a:bodyPr/>
                    <a:lstStyle/>
                    <a:p>
                      <a:pPr algn="ctr"/>
                      <a:r>
                        <a:rPr lang="en-US" sz="1400" dirty="0"/>
                        <a:t>Customer Info</a:t>
                      </a:r>
                      <a:endParaRPr lang="en-US" sz="1400" dirty="0">
                        <a:latin typeface="Calibri" panose="020F0502020204030204" pitchFamily="34" charset="0"/>
                      </a:endParaRPr>
                    </a:p>
                  </a:txBody>
                  <a:tcPr marL="121920" marR="121920" anchor="ctr"/>
                </a:tc>
                <a:tc>
                  <a:txBody>
                    <a:bodyPr/>
                    <a:lstStyle/>
                    <a:p>
                      <a:pPr algn="ctr"/>
                      <a:r>
                        <a:rPr lang="en-US" sz="1400" dirty="0"/>
                        <a:t>Particulars</a:t>
                      </a:r>
                      <a:endParaRPr lang="en-US" sz="1400" dirty="0">
                        <a:latin typeface="Calibri" panose="020F0502020204030204" pitchFamily="34" charset="0"/>
                      </a:endParaRPr>
                    </a:p>
                  </a:txBody>
                  <a:tcPr marL="121920" marR="121920" anchor="ctr"/>
                </a:tc>
                <a:extLst>
                  <a:ext uri="{0D108BD9-81ED-4DB2-BD59-A6C34878D82A}">
                    <a16:rowId xmlns:a16="http://schemas.microsoft.com/office/drawing/2014/main" val="10000"/>
                  </a:ext>
                </a:extLst>
              </a:tr>
              <a:tr h="1925372">
                <a:tc>
                  <a:txBody>
                    <a:bodyPr/>
                    <a:lstStyle/>
                    <a:p>
                      <a:r>
                        <a:rPr lang="en-US" sz="1400" dirty="0"/>
                        <a:t>Brief Customer Description</a:t>
                      </a:r>
                      <a:endParaRPr lang="en-US" sz="1400" dirty="0">
                        <a:latin typeface="Calibri" panose="020F0502020204030204" pitchFamily="34" charset="0"/>
                      </a:endParaRPr>
                    </a:p>
                  </a:txBody>
                  <a:tcPr marL="121920" marR="121920" anchor="ctr"/>
                </a:tc>
                <a:tc>
                  <a:txBody>
                    <a:bodyPr/>
                    <a:lstStyle/>
                    <a:p>
                      <a:r>
                        <a:rPr lang="en-IN" sz="1400" dirty="0">
                          <a:solidFill>
                            <a:schemeClr val="dk1"/>
                          </a:solidFill>
                          <a:effectLst/>
                          <a:latin typeface="+mn-lt"/>
                          <a:ea typeface="+mn-ea"/>
                          <a:cs typeface="+mn-cs"/>
                        </a:rPr>
                        <a:t>Morgan Stanley is a financial services corporation that, through its affiliates and subsidiaries, advises, and originates, trades, manages, and distributes capital for institutions, governments, and individuals. The company operates in three business segments: Institutional Securities, Wealth Management, and Investment Management.</a:t>
                      </a:r>
                      <a:br>
                        <a:rPr lang="en-IN" sz="1400" dirty="0">
                          <a:solidFill>
                            <a:schemeClr val="dk1"/>
                          </a:solidFill>
                          <a:effectLst/>
                          <a:latin typeface="+mn-lt"/>
                          <a:ea typeface="+mn-ea"/>
                          <a:cs typeface="+mn-cs"/>
                        </a:rPr>
                      </a:br>
                      <a:endParaRPr lang="en-US" sz="1400" dirty="0">
                        <a:solidFill>
                          <a:schemeClr val="dk1"/>
                        </a:solidFill>
                        <a:latin typeface="+mn-lt"/>
                        <a:ea typeface="+mn-ea"/>
                        <a:cs typeface="+mn-cs"/>
                      </a:endParaRPr>
                    </a:p>
                  </a:txBody>
                  <a:tcPr marL="121920" marR="121920" anchor="ctr"/>
                </a:tc>
                <a:extLst>
                  <a:ext uri="{0D108BD9-81ED-4DB2-BD59-A6C34878D82A}">
                    <a16:rowId xmlns:a16="http://schemas.microsoft.com/office/drawing/2014/main" val="10001"/>
                  </a:ext>
                </a:extLst>
              </a:tr>
              <a:tr h="1326334">
                <a:tc>
                  <a:txBody>
                    <a:bodyPr/>
                    <a:lstStyle/>
                    <a:p>
                      <a:r>
                        <a:rPr lang="en-US" sz="1400" dirty="0"/>
                        <a:t>Global</a:t>
                      </a:r>
                      <a:r>
                        <a:rPr lang="en-US" sz="1400" baseline="0" dirty="0"/>
                        <a:t> customer delivery centers and  Product lines</a:t>
                      </a:r>
                      <a:endParaRPr lang="en-US" sz="1400" dirty="0">
                        <a:latin typeface="Calibri" panose="020F0502020204030204" pitchFamily="34" charset="0"/>
                      </a:endParaRPr>
                    </a:p>
                  </a:txBody>
                  <a:tcPr marL="121920" marR="121920" anchor="ctr"/>
                </a:tc>
                <a:tc>
                  <a:txBody>
                    <a:bodyPr/>
                    <a:lstStyle/>
                    <a:p>
                      <a:r>
                        <a:rPr lang="en-IN" sz="1400" dirty="0">
                          <a:solidFill>
                            <a:schemeClr val="dk1"/>
                          </a:solidFill>
                          <a:effectLst/>
                          <a:latin typeface="+mn-lt"/>
                          <a:ea typeface="+mn-ea"/>
                          <a:cs typeface="+mn-cs"/>
                        </a:rPr>
                        <a:t>Investment Management provides asset management products and services in equity, fixed income, alternative investments, real estate investment, and private equity to institutional and retail clients through third-party retail distribution channels, intermediaries and Morgan Stanley's institutional distribution channel. Morgan Stanley's asset management activities were principally conducted under the Morgan Stanley and Van Kampen brands until 2009</a:t>
                      </a:r>
                      <a:endParaRPr lang="en-US" sz="1400" dirty="0">
                        <a:solidFill>
                          <a:schemeClr val="dk1"/>
                        </a:solidFill>
                        <a:latin typeface="+mn-lt"/>
                        <a:ea typeface="+mn-ea"/>
                        <a:cs typeface="+mn-cs"/>
                      </a:endParaRPr>
                    </a:p>
                  </a:txBody>
                  <a:tcPr marL="121920" marR="121920" anchor="ctr"/>
                </a:tc>
                <a:extLst>
                  <a:ext uri="{0D108BD9-81ED-4DB2-BD59-A6C34878D82A}">
                    <a16:rowId xmlns:a16="http://schemas.microsoft.com/office/drawing/2014/main" val="10002"/>
                  </a:ext>
                </a:extLst>
              </a:tr>
              <a:tr h="668966">
                <a:tc>
                  <a:txBody>
                    <a:bodyPr/>
                    <a:lstStyle/>
                    <a:p>
                      <a:r>
                        <a:rPr lang="en-US" sz="1400" dirty="0"/>
                        <a:t>Association with Genpact in terms</a:t>
                      </a:r>
                      <a:r>
                        <a:rPr lang="en-US" sz="1400" baseline="0" dirty="0"/>
                        <a:t> of verticals and business</a:t>
                      </a:r>
                      <a:endParaRPr lang="en-US" sz="1400" baseline="0" dirty="0">
                        <a:latin typeface="Calibri" panose="020F0502020204030204" pitchFamily="34" charset="0"/>
                      </a:endParaRPr>
                    </a:p>
                  </a:txBody>
                  <a:tcPr marL="121920" marR="121920" anchor="ctr"/>
                </a:tc>
                <a:tc>
                  <a:txBody>
                    <a:bodyPr/>
                    <a:lstStyle/>
                    <a:p>
                      <a:pPr algn="l"/>
                      <a:r>
                        <a:rPr lang="en-IN" sz="1400" dirty="0">
                          <a:solidFill>
                            <a:schemeClr val="dk1"/>
                          </a:solidFill>
                          <a:effectLst/>
                          <a:latin typeface="+mn-lt"/>
                          <a:ea typeface="+mn-ea"/>
                          <a:cs typeface="+mn-cs"/>
                        </a:rPr>
                        <a:t>Morgan Stanley is our key customer in the BTS vertical since 2012 </a:t>
                      </a:r>
                      <a:endParaRPr lang="en-US" sz="1400" dirty="0">
                        <a:latin typeface="Calibri" panose="020F0502020204030204" pitchFamily="34" charset="0"/>
                      </a:endParaRPr>
                    </a:p>
                  </a:txBody>
                  <a:tcPr marL="121920" marR="121920" anchor="ctr"/>
                </a:tc>
                <a:extLst>
                  <a:ext uri="{0D108BD9-81ED-4DB2-BD59-A6C34878D82A}">
                    <a16:rowId xmlns:a16="http://schemas.microsoft.com/office/drawing/2014/main" val="10003"/>
                  </a:ext>
                </a:extLst>
              </a:tr>
              <a:tr h="840652">
                <a:tc>
                  <a:txBody>
                    <a:bodyPr/>
                    <a:lstStyle/>
                    <a:p>
                      <a:r>
                        <a:rPr lang="en-US" sz="1400" dirty="0"/>
                        <a:t>Customer</a:t>
                      </a:r>
                      <a:r>
                        <a:rPr lang="en-US" sz="1400" baseline="0" dirty="0"/>
                        <a:t> Logo</a:t>
                      </a:r>
                      <a:endParaRPr lang="en-US" sz="1400" dirty="0">
                        <a:latin typeface="Calibri" panose="020F0502020204030204" pitchFamily="34" charset="0"/>
                      </a:endParaRPr>
                    </a:p>
                  </a:txBody>
                  <a:tcPr marL="121920" marR="121920" anchor="ctr"/>
                </a:tc>
                <a:tc>
                  <a:txBody>
                    <a:bodyPr/>
                    <a:lstStyle/>
                    <a:p>
                      <a:pPr algn="l"/>
                      <a:endParaRPr lang="en-US" sz="1400" dirty="0">
                        <a:latin typeface="Calibri" panose="020F0502020204030204" pitchFamily="34" charset="0"/>
                      </a:endParaRPr>
                    </a:p>
                  </a:txBody>
                  <a:tcPr marL="121920" marR="121920" anchor="ctr"/>
                </a:tc>
                <a:extLst>
                  <a:ext uri="{0D108BD9-81ED-4DB2-BD59-A6C34878D82A}">
                    <a16:rowId xmlns:a16="http://schemas.microsoft.com/office/drawing/2014/main" val="10004"/>
                  </a:ext>
                </a:extLst>
              </a:tr>
            </a:tbl>
          </a:graphicData>
        </a:graphic>
      </p:graphicFrame>
      <p:sp>
        <p:nvSpPr>
          <p:cNvPr id="2" name="AutoShape 2" descr="Image result for fenergo logo"/>
          <p:cNvSpPr>
            <a:spLocks noChangeAspect="1" noChangeArrowheads="1"/>
          </p:cNvSpPr>
          <p:nvPr/>
        </p:nvSpPr>
        <p:spPr bwMode="auto">
          <a:xfrm>
            <a:off x="207433" y="-144463"/>
            <a:ext cx="4064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a:extLst>
              <a:ext uri="{FF2B5EF4-FFF2-40B4-BE49-F238E27FC236}">
                <a16:creationId xmlns:a16="http://schemas.microsoft.com/office/drawing/2014/main" id="{164C59FE-1A82-42EE-A7EB-41E8D565202D}"/>
              </a:ext>
            </a:extLst>
          </p:cNvPr>
          <p:cNvPicPr>
            <a:picLocks noChangeAspect="1"/>
          </p:cNvPicPr>
          <p:nvPr/>
        </p:nvPicPr>
        <p:blipFill>
          <a:blip r:embed="rId2"/>
          <a:stretch>
            <a:fillRect/>
          </a:stretch>
        </p:blipFill>
        <p:spPr>
          <a:xfrm>
            <a:off x="4154487" y="5334000"/>
            <a:ext cx="3476625" cy="742951"/>
          </a:xfrm>
          <a:prstGeom prst="rect">
            <a:avLst/>
          </a:prstGeom>
        </p:spPr>
      </p:pic>
    </p:spTree>
    <p:extLst>
      <p:ext uri="{BB962C8B-B14F-4D97-AF65-F5344CB8AC3E}">
        <p14:creationId xmlns:p14="http://schemas.microsoft.com/office/powerpoint/2010/main" val="3086368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 name="AutoShape 25"/>
          <p:cNvSpPr>
            <a:spLocks noChangeArrowheads="1"/>
          </p:cNvSpPr>
          <p:nvPr/>
        </p:nvSpPr>
        <p:spPr bwMode="auto">
          <a:xfrm>
            <a:off x="406705" y="5573940"/>
            <a:ext cx="1712384" cy="813007"/>
          </a:xfrm>
          <a:prstGeom prst="roundRect">
            <a:avLst>
              <a:gd name="adj" fmla="val 8815"/>
            </a:avLst>
          </a:prstGeom>
          <a:solidFill>
            <a:srgbClr val="0070C0"/>
          </a:solidFill>
          <a:ln w="38100" algn="ctr">
            <a:noFill/>
            <a:round/>
            <a:headEnd/>
            <a:tailEnd/>
          </a:ln>
        </p:spPr>
        <p:txBody>
          <a:bodyPr lIns="45720" rIns="45720"/>
          <a:lstStyle/>
          <a:p>
            <a:pPr marL="174625" indent="-174625" defTabSz="1257300" eaLnBrk="0" hangingPunct="0">
              <a:spcBef>
                <a:spcPct val="30000"/>
              </a:spcBef>
              <a:buClr>
                <a:schemeClr val="hlink"/>
              </a:buClr>
              <a:defRPr/>
            </a:pPr>
            <a:endParaRPr lang="en-US" dirty="0">
              <a:solidFill>
                <a:schemeClr val="bg1"/>
              </a:solidFill>
              <a:latin typeface="+mn-lt"/>
              <a:ea typeface="ＭＳ Ｐゴシック" charset="-128"/>
            </a:endParaRPr>
          </a:p>
        </p:txBody>
      </p:sp>
      <p:sp>
        <p:nvSpPr>
          <p:cNvPr id="85" name="AutoShape 25"/>
          <p:cNvSpPr>
            <a:spLocks noChangeArrowheads="1"/>
          </p:cNvSpPr>
          <p:nvPr/>
        </p:nvSpPr>
        <p:spPr bwMode="auto">
          <a:xfrm>
            <a:off x="406705" y="4673394"/>
            <a:ext cx="1712384" cy="813007"/>
          </a:xfrm>
          <a:prstGeom prst="roundRect">
            <a:avLst>
              <a:gd name="adj" fmla="val 8815"/>
            </a:avLst>
          </a:prstGeom>
          <a:solidFill>
            <a:srgbClr val="0070C0"/>
          </a:solidFill>
          <a:ln w="38100" algn="ctr">
            <a:noFill/>
            <a:round/>
            <a:headEnd/>
            <a:tailEnd/>
          </a:ln>
        </p:spPr>
        <p:txBody>
          <a:bodyPr lIns="45720" rIns="45720"/>
          <a:lstStyle/>
          <a:p>
            <a:pPr marL="174625" indent="-174625" defTabSz="1257300" eaLnBrk="0" hangingPunct="0">
              <a:spcBef>
                <a:spcPct val="30000"/>
              </a:spcBef>
              <a:buClr>
                <a:schemeClr val="hlink"/>
              </a:buClr>
              <a:defRPr/>
            </a:pPr>
            <a:endParaRPr lang="en-US" dirty="0">
              <a:solidFill>
                <a:schemeClr val="bg1"/>
              </a:solidFill>
              <a:latin typeface="+mn-lt"/>
              <a:ea typeface="ＭＳ Ｐゴシック" charset="-128"/>
            </a:endParaRPr>
          </a:p>
        </p:txBody>
      </p:sp>
      <p:sp>
        <p:nvSpPr>
          <p:cNvPr id="84" name="AutoShape 25"/>
          <p:cNvSpPr>
            <a:spLocks noChangeArrowheads="1"/>
          </p:cNvSpPr>
          <p:nvPr/>
        </p:nvSpPr>
        <p:spPr bwMode="auto">
          <a:xfrm>
            <a:off x="406705" y="3723369"/>
            <a:ext cx="1712384" cy="813007"/>
          </a:xfrm>
          <a:prstGeom prst="roundRect">
            <a:avLst>
              <a:gd name="adj" fmla="val 8815"/>
            </a:avLst>
          </a:prstGeom>
          <a:solidFill>
            <a:srgbClr val="0070C0"/>
          </a:solidFill>
          <a:ln w="38100" algn="ctr">
            <a:noFill/>
            <a:round/>
            <a:headEnd/>
            <a:tailEnd/>
          </a:ln>
        </p:spPr>
        <p:txBody>
          <a:bodyPr lIns="45720" rIns="45720"/>
          <a:lstStyle/>
          <a:p>
            <a:pPr marL="174625" indent="-174625" defTabSz="1257300" eaLnBrk="0" hangingPunct="0">
              <a:spcBef>
                <a:spcPct val="30000"/>
              </a:spcBef>
              <a:buClr>
                <a:schemeClr val="hlink"/>
              </a:buClr>
              <a:defRPr/>
            </a:pPr>
            <a:endParaRPr lang="en-US" dirty="0">
              <a:solidFill>
                <a:schemeClr val="bg1"/>
              </a:solidFill>
              <a:latin typeface="+mn-lt"/>
              <a:ea typeface="ＭＳ Ｐゴシック" charset="-128"/>
            </a:endParaRPr>
          </a:p>
        </p:txBody>
      </p:sp>
      <p:sp>
        <p:nvSpPr>
          <p:cNvPr id="83" name="AutoShape 25"/>
          <p:cNvSpPr>
            <a:spLocks noChangeArrowheads="1"/>
          </p:cNvSpPr>
          <p:nvPr/>
        </p:nvSpPr>
        <p:spPr bwMode="auto">
          <a:xfrm>
            <a:off x="399708" y="2797094"/>
            <a:ext cx="1712384" cy="813007"/>
          </a:xfrm>
          <a:prstGeom prst="roundRect">
            <a:avLst>
              <a:gd name="adj" fmla="val 8815"/>
            </a:avLst>
          </a:prstGeom>
          <a:solidFill>
            <a:srgbClr val="0070C0"/>
          </a:solidFill>
          <a:ln w="38100" algn="ctr">
            <a:noFill/>
            <a:round/>
            <a:headEnd/>
            <a:tailEnd/>
          </a:ln>
        </p:spPr>
        <p:txBody>
          <a:bodyPr lIns="45720" rIns="45720"/>
          <a:lstStyle/>
          <a:p>
            <a:pPr marL="174625" indent="-174625" defTabSz="1257300" eaLnBrk="0" hangingPunct="0">
              <a:spcBef>
                <a:spcPct val="30000"/>
              </a:spcBef>
              <a:buClr>
                <a:schemeClr val="hlink"/>
              </a:buClr>
              <a:defRPr/>
            </a:pPr>
            <a:endParaRPr lang="en-US" dirty="0">
              <a:solidFill>
                <a:schemeClr val="bg1"/>
              </a:solidFill>
              <a:latin typeface="+mn-lt"/>
              <a:ea typeface="ＭＳ Ｐゴシック" charset="-128"/>
            </a:endParaRPr>
          </a:p>
        </p:txBody>
      </p:sp>
      <p:sp>
        <p:nvSpPr>
          <p:cNvPr id="42" name="AutoShape 25"/>
          <p:cNvSpPr>
            <a:spLocks noChangeArrowheads="1"/>
          </p:cNvSpPr>
          <p:nvPr/>
        </p:nvSpPr>
        <p:spPr bwMode="auto">
          <a:xfrm>
            <a:off x="399708" y="925525"/>
            <a:ext cx="1712384" cy="1741474"/>
          </a:xfrm>
          <a:prstGeom prst="roundRect">
            <a:avLst>
              <a:gd name="adj" fmla="val 8815"/>
            </a:avLst>
          </a:prstGeom>
          <a:solidFill>
            <a:srgbClr val="0070C0"/>
          </a:solidFill>
          <a:ln w="38100" algn="ctr">
            <a:noFill/>
            <a:round/>
            <a:headEnd/>
            <a:tailEnd/>
          </a:ln>
        </p:spPr>
        <p:txBody>
          <a:bodyPr lIns="45720" rIns="45720"/>
          <a:lstStyle/>
          <a:p>
            <a:pPr marL="174625" indent="-174625" defTabSz="1257300" eaLnBrk="0" hangingPunct="0">
              <a:spcBef>
                <a:spcPct val="30000"/>
              </a:spcBef>
              <a:buClr>
                <a:schemeClr val="hlink"/>
              </a:buClr>
              <a:defRPr/>
            </a:pPr>
            <a:endParaRPr lang="en-US" dirty="0">
              <a:solidFill>
                <a:schemeClr val="bg1"/>
              </a:solidFill>
              <a:latin typeface="+mn-lt"/>
              <a:ea typeface="ＭＳ Ｐゴシック" charset="-128"/>
            </a:endParaRPr>
          </a:p>
        </p:txBody>
      </p:sp>
      <p:sp>
        <p:nvSpPr>
          <p:cNvPr id="44" name="Rectangle 104"/>
          <p:cNvSpPr>
            <a:spLocks noChangeArrowheads="1"/>
          </p:cNvSpPr>
          <p:nvPr/>
        </p:nvSpPr>
        <p:spPr bwMode="auto">
          <a:xfrm>
            <a:off x="553814" y="1442851"/>
            <a:ext cx="1418167" cy="492443"/>
          </a:xfrm>
          <a:prstGeom prst="rect">
            <a:avLst/>
          </a:prstGeom>
          <a:noFill/>
          <a:ln w="9525">
            <a:noFill/>
            <a:miter lim="800000"/>
            <a:headEnd/>
            <a:tailEnd/>
          </a:ln>
        </p:spPr>
        <p:txBody>
          <a:bodyPr lIns="0" tIns="0" rIns="0" bIns="0">
            <a:spAutoFit/>
          </a:bodyPr>
          <a:lstStyle/>
          <a:p>
            <a:pPr algn="ctr" eaLnBrk="0" hangingPunct="0">
              <a:defRPr/>
            </a:pPr>
            <a:r>
              <a:rPr lang="en-US" sz="1600" b="1" dirty="0">
                <a:solidFill>
                  <a:schemeClr val="bg1"/>
                </a:solidFill>
                <a:latin typeface="+mn-lt"/>
                <a:ea typeface="ＭＳ Ｐゴシック" charset="-128"/>
              </a:rPr>
              <a:t>Business Case</a:t>
            </a:r>
          </a:p>
        </p:txBody>
      </p:sp>
      <p:sp>
        <p:nvSpPr>
          <p:cNvPr id="45" name="Rectangle 104"/>
          <p:cNvSpPr>
            <a:spLocks noChangeArrowheads="1"/>
          </p:cNvSpPr>
          <p:nvPr/>
        </p:nvSpPr>
        <p:spPr bwMode="auto">
          <a:xfrm>
            <a:off x="406705" y="4956786"/>
            <a:ext cx="1625600" cy="246221"/>
          </a:xfrm>
          <a:prstGeom prst="rect">
            <a:avLst/>
          </a:prstGeom>
          <a:noFill/>
          <a:ln w="9525">
            <a:noFill/>
            <a:miter lim="800000"/>
            <a:headEnd/>
            <a:tailEnd/>
          </a:ln>
        </p:spPr>
        <p:txBody>
          <a:bodyPr lIns="0" tIns="0" rIns="0" bIns="0">
            <a:spAutoFit/>
          </a:bodyPr>
          <a:lstStyle/>
          <a:p>
            <a:pPr algn="ctr" eaLnBrk="0" hangingPunct="0">
              <a:defRPr/>
            </a:pPr>
            <a:r>
              <a:rPr lang="en-US" sz="1600" b="1" dirty="0">
                <a:solidFill>
                  <a:schemeClr val="bg1"/>
                </a:solidFill>
                <a:latin typeface="+mn-lt"/>
                <a:ea typeface="ＭＳ Ｐゴシック" charset="-128"/>
              </a:rPr>
              <a:t>Boundaries</a:t>
            </a:r>
          </a:p>
        </p:txBody>
      </p:sp>
      <p:sp>
        <p:nvSpPr>
          <p:cNvPr id="57" name="AutoShape 25"/>
          <p:cNvSpPr>
            <a:spLocks noChangeArrowheads="1"/>
          </p:cNvSpPr>
          <p:nvPr/>
        </p:nvSpPr>
        <p:spPr bwMode="auto">
          <a:xfrm>
            <a:off x="2255968" y="925525"/>
            <a:ext cx="9705261" cy="1741475"/>
          </a:xfrm>
          <a:prstGeom prst="roundRect">
            <a:avLst>
              <a:gd name="adj" fmla="val 8815"/>
            </a:avLst>
          </a:prstGeom>
          <a:noFill/>
          <a:ln w="9525">
            <a:solidFill>
              <a:schemeClr val="bg2"/>
            </a:solidFill>
            <a:round/>
            <a:headEnd/>
            <a:tailEnd/>
          </a:ln>
          <a:effectLst/>
        </p:spPr>
        <p:txBody>
          <a:bodyPr lIns="45720" rIns="45720"/>
          <a:lstStyle/>
          <a:p>
            <a:pPr>
              <a:spcBef>
                <a:spcPts val="1800"/>
              </a:spcBef>
              <a:buClr>
                <a:srgbClr val="414141"/>
              </a:buClr>
              <a:buSzPct val="93000"/>
            </a:pPr>
            <a:endParaRPr lang="en-US" sz="1200" dirty="0">
              <a:solidFill>
                <a:srgbClr val="414141"/>
              </a:solidFill>
            </a:endParaRPr>
          </a:p>
        </p:txBody>
      </p:sp>
      <p:sp>
        <p:nvSpPr>
          <p:cNvPr id="62" name="AutoShape 25"/>
          <p:cNvSpPr>
            <a:spLocks noChangeArrowheads="1"/>
          </p:cNvSpPr>
          <p:nvPr/>
        </p:nvSpPr>
        <p:spPr bwMode="auto">
          <a:xfrm>
            <a:off x="2272959" y="4673394"/>
            <a:ext cx="9715843" cy="813007"/>
          </a:xfrm>
          <a:prstGeom prst="roundRect">
            <a:avLst>
              <a:gd name="adj" fmla="val 8815"/>
            </a:avLst>
          </a:prstGeom>
          <a:noFill/>
          <a:ln w="9525">
            <a:solidFill>
              <a:schemeClr val="bg2"/>
            </a:solidFill>
            <a:round/>
            <a:headEnd/>
            <a:tailEnd/>
          </a:ln>
        </p:spPr>
        <p:txBody>
          <a:bodyPr lIns="45720" rIns="45720"/>
          <a:lstStyle/>
          <a:p>
            <a:pPr marL="171450" lvl="0" indent="-171450">
              <a:buClr>
                <a:srgbClr val="000000"/>
              </a:buClr>
              <a:buSzPts val="1200"/>
              <a:buFont typeface="Arial"/>
              <a:buChar char="•"/>
            </a:pPr>
            <a:r>
              <a:rPr lang="en-US" sz="1400" b="1" u="sng" dirty="0">
                <a:solidFill>
                  <a:srgbClr val="000000"/>
                </a:solidFill>
                <a:ea typeface="Georgia"/>
                <a:cs typeface="Georgia"/>
                <a:sym typeface="Georgia"/>
              </a:rPr>
              <a:t>In scope: </a:t>
            </a:r>
            <a:r>
              <a:rPr lang="en-US" sz="1400" dirty="0">
                <a:ea typeface="Georgia"/>
                <a:cs typeface="Georgia"/>
                <a:sym typeface="Georgia"/>
              </a:rPr>
              <a:t>Complete repository migration</a:t>
            </a:r>
            <a:endParaRPr lang="en-US" sz="1400" dirty="0">
              <a:solidFill>
                <a:srgbClr val="000000"/>
              </a:solidFill>
              <a:ea typeface="Georgia"/>
              <a:cs typeface="Georgia"/>
              <a:sym typeface="Georgia"/>
            </a:endParaRPr>
          </a:p>
          <a:p>
            <a:pPr marL="171450" lvl="0" indent="-171450" algn="just">
              <a:buClr>
                <a:srgbClr val="000000"/>
              </a:buClr>
              <a:buSzPts val="1200"/>
              <a:buFont typeface="Arial"/>
              <a:buChar char="•"/>
            </a:pPr>
            <a:r>
              <a:rPr lang="en-US" sz="1400" b="1" u="sng" dirty="0">
                <a:solidFill>
                  <a:srgbClr val="000000"/>
                </a:solidFill>
                <a:ea typeface="Georgia"/>
                <a:cs typeface="Georgia"/>
                <a:sym typeface="Georgia"/>
              </a:rPr>
              <a:t>Out of  </a:t>
            </a:r>
            <a:r>
              <a:rPr lang="en-US" sz="1400" u="sng" dirty="0">
                <a:solidFill>
                  <a:srgbClr val="000000"/>
                </a:solidFill>
                <a:ea typeface="Georgia"/>
                <a:cs typeface="Georgia"/>
                <a:sym typeface="Georgia"/>
              </a:rPr>
              <a:t>scope:</a:t>
            </a:r>
            <a:r>
              <a:rPr lang="en-US" sz="1400" dirty="0">
                <a:solidFill>
                  <a:srgbClr val="000000"/>
                </a:solidFill>
                <a:ea typeface="Georgia"/>
                <a:cs typeface="Georgia"/>
                <a:sym typeface="Georgia"/>
              </a:rPr>
              <a:t> </a:t>
            </a:r>
            <a:r>
              <a:rPr lang="en-US" sz="1400" dirty="0">
                <a:ea typeface="Georgia"/>
                <a:cs typeface="Georgia"/>
                <a:sym typeface="Georgia"/>
              </a:rPr>
              <a:t>Workflows which are no longer getting used</a:t>
            </a:r>
            <a:endParaRPr lang="en-US" sz="1300" kern="0" dirty="0">
              <a:solidFill>
                <a:srgbClr val="414141"/>
              </a:solidFill>
              <a:latin typeface="Calibri" panose="020F0502020204030204" pitchFamily="34" charset="0"/>
              <a:ea typeface="ＭＳ Ｐゴシック"/>
              <a:cs typeface="Calibri" pitchFamily="34" charset="0"/>
            </a:endParaRPr>
          </a:p>
        </p:txBody>
      </p:sp>
      <p:sp>
        <p:nvSpPr>
          <p:cNvPr id="63" name="Title 1"/>
          <p:cNvSpPr txBox="1">
            <a:spLocks/>
          </p:cNvSpPr>
          <p:nvPr/>
        </p:nvSpPr>
        <p:spPr bwMode="auto">
          <a:xfrm>
            <a:off x="371573" y="140031"/>
            <a:ext cx="109728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BPMS Project Charter</a:t>
            </a:r>
            <a:endParaRPr lang="en-IN" sz="2000" dirty="0">
              <a:solidFill>
                <a:srgbClr val="0070C0"/>
              </a:solidFill>
              <a:latin typeface="Trebuchet MS" pitchFamily="34" charset="0"/>
            </a:endParaRPr>
          </a:p>
        </p:txBody>
      </p:sp>
      <p:sp>
        <p:nvSpPr>
          <p:cNvPr id="65" name="AutoShape 25"/>
          <p:cNvSpPr>
            <a:spLocks noChangeArrowheads="1"/>
          </p:cNvSpPr>
          <p:nvPr/>
        </p:nvSpPr>
        <p:spPr bwMode="auto">
          <a:xfrm>
            <a:off x="2272958" y="3723368"/>
            <a:ext cx="9715844" cy="813007"/>
          </a:xfrm>
          <a:prstGeom prst="roundRect">
            <a:avLst>
              <a:gd name="adj" fmla="val 8815"/>
            </a:avLst>
          </a:prstGeom>
          <a:noFill/>
          <a:ln w="9525">
            <a:solidFill>
              <a:schemeClr val="bg2"/>
            </a:solidFill>
            <a:round/>
            <a:headEnd/>
            <a:tailEnd/>
          </a:ln>
        </p:spPr>
        <p:txBody>
          <a:bodyPr lIns="45720" rIns="45720"/>
          <a:lstStyle/>
          <a:p>
            <a:pPr marL="171450" indent="-171450">
              <a:spcBef>
                <a:spcPct val="20000"/>
              </a:spcBef>
              <a:buClr>
                <a:schemeClr val="tx1"/>
              </a:buClr>
              <a:buSzPct val="90000"/>
              <a:buFont typeface="Arial" panose="020B0604020202020204" pitchFamily="34" charset="0"/>
              <a:buChar char="•"/>
            </a:pPr>
            <a:endParaRPr lang="en-US" sz="1200" dirty="0">
              <a:sym typeface="Wingdings" pitchFamily="2" charset="2"/>
            </a:endParaRPr>
          </a:p>
        </p:txBody>
      </p:sp>
      <p:sp>
        <p:nvSpPr>
          <p:cNvPr id="69" name="Rectangle 104"/>
          <p:cNvSpPr>
            <a:spLocks noChangeArrowheads="1"/>
          </p:cNvSpPr>
          <p:nvPr/>
        </p:nvSpPr>
        <p:spPr bwMode="auto">
          <a:xfrm>
            <a:off x="422990" y="3851959"/>
            <a:ext cx="1665817" cy="492443"/>
          </a:xfrm>
          <a:prstGeom prst="rect">
            <a:avLst/>
          </a:prstGeom>
          <a:solidFill>
            <a:srgbClr val="0070C0"/>
          </a:solidFill>
          <a:ln w="9525">
            <a:noFill/>
            <a:miter lim="800000"/>
            <a:headEnd/>
            <a:tailEnd/>
          </a:ln>
        </p:spPr>
        <p:txBody>
          <a:bodyPr wrap="square" lIns="0" tIns="0" rIns="0" bIns="0">
            <a:spAutoFit/>
          </a:bodyPr>
          <a:lstStyle/>
          <a:p>
            <a:pPr algn="ctr" eaLnBrk="0" hangingPunct="0">
              <a:defRPr/>
            </a:pPr>
            <a:r>
              <a:rPr lang="en-US" sz="1600" b="1" dirty="0">
                <a:solidFill>
                  <a:schemeClr val="bg1"/>
                </a:solidFill>
                <a:ea typeface="ＭＳ Ｐゴシック" charset="-128"/>
              </a:rPr>
              <a:t>Key Project Deliverables</a:t>
            </a:r>
          </a:p>
        </p:txBody>
      </p:sp>
      <p:sp>
        <p:nvSpPr>
          <p:cNvPr id="73" name="Rectangle 104"/>
          <p:cNvSpPr>
            <a:spLocks noChangeArrowheads="1"/>
          </p:cNvSpPr>
          <p:nvPr/>
        </p:nvSpPr>
        <p:spPr bwMode="auto">
          <a:xfrm>
            <a:off x="546817" y="2957373"/>
            <a:ext cx="1418167" cy="492443"/>
          </a:xfrm>
          <a:prstGeom prst="rect">
            <a:avLst/>
          </a:prstGeom>
          <a:noFill/>
          <a:ln w="9525">
            <a:noFill/>
            <a:miter lim="800000"/>
            <a:headEnd/>
            <a:tailEnd/>
          </a:ln>
        </p:spPr>
        <p:txBody>
          <a:bodyPr lIns="0" tIns="0" rIns="0" bIns="0">
            <a:spAutoFit/>
          </a:bodyPr>
          <a:lstStyle/>
          <a:p>
            <a:pPr algn="ctr" eaLnBrk="0" hangingPunct="0">
              <a:defRPr/>
            </a:pPr>
            <a:r>
              <a:rPr lang="en-US" sz="1600" b="1" dirty="0">
                <a:solidFill>
                  <a:schemeClr val="bg1"/>
                </a:solidFill>
                <a:latin typeface="+mn-lt"/>
                <a:ea typeface="ＭＳ Ｐゴシック" charset="-128"/>
              </a:rPr>
              <a:t>Project </a:t>
            </a:r>
            <a:r>
              <a:rPr lang="en-US" sz="1600" b="1" dirty="0">
                <a:solidFill>
                  <a:schemeClr val="bg1"/>
                </a:solidFill>
                <a:ea typeface="ＭＳ Ｐゴシック" charset="-128"/>
              </a:rPr>
              <a:t>Criticality </a:t>
            </a:r>
          </a:p>
        </p:txBody>
      </p:sp>
      <p:sp>
        <p:nvSpPr>
          <p:cNvPr id="74" name="AutoShape 25"/>
          <p:cNvSpPr>
            <a:spLocks noChangeArrowheads="1"/>
          </p:cNvSpPr>
          <p:nvPr/>
        </p:nvSpPr>
        <p:spPr bwMode="auto">
          <a:xfrm>
            <a:off x="2228398" y="2797093"/>
            <a:ext cx="9760404" cy="813007"/>
          </a:xfrm>
          <a:prstGeom prst="roundRect">
            <a:avLst>
              <a:gd name="adj" fmla="val 8815"/>
            </a:avLst>
          </a:prstGeom>
          <a:noFill/>
          <a:ln w="9525">
            <a:solidFill>
              <a:schemeClr val="bg2"/>
            </a:solidFill>
            <a:round/>
            <a:headEnd/>
            <a:tailEnd/>
          </a:ln>
        </p:spPr>
        <p:txBody>
          <a:bodyPr lIns="45720" rIns="45720"/>
          <a:lstStyle/>
          <a:p>
            <a:pPr>
              <a:spcBef>
                <a:spcPct val="25000"/>
              </a:spcBef>
              <a:buClr>
                <a:srgbClr val="0093D1"/>
              </a:buClr>
            </a:pPr>
            <a:endParaRPr lang="en-US" sz="1200" dirty="0"/>
          </a:p>
        </p:txBody>
      </p:sp>
      <p:sp>
        <p:nvSpPr>
          <p:cNvPr id="76" name="AutoShape 25"/>
          <p:cNvSpPr>
            <a:spLocks noChangeArrowheads="1"/>
          </p:cNvSpPr>
          <p:nvPr/>
        </p:nvSpPr>
        <p:spPr bwMode="auto">
          <a:xfrm>
            <a:off x="2272958" y="5612906"/>
            <a:ext cx="9715845" cy="774041"/>
          </a:xfrm>
          <a:prstGeom prst="roundRect">
            <a:avLst>
              <a:gd name="adj" fmla="val 8815"/>
            </a:avLst>
          </a:prstGeom>
          <a:noFill/>
          <a:ln w="9525">
            <a:solidFill>
              <a:schemeClr val="bg2"/>
            </a:solidFill>
            <a:round/>
            <a:headEnd/>
            <a:tailEnd/>
          </a:ln>
        </p:spPr>
        <p:txBody>
          <a:bodyPr lIns="45720" rIns="45720"/>
          <a:lstStyle/>
          <a:p>
            <a:pPr marL="171450" indent="-171450" fontAlgn="base">
              <a:spcBef>
                <a:spcPct val="0"/>
              </a:spcBef>
              <a:spcAft>
                <a:spcPct val="0"/>
              </a:spcAft>
              <a:buClr>
                <a:schemeClr val="tx1"/>
              </a:buClr>
              <a:buSzPct val="90000"/>
              <a:buFont typeface="Arial" pitchFamily="34" charset="0"/>
              <a:buChar char="•"/>
              <a:defRPr/>
            </a:pPr>
            <a:endParaRPr lang="en-US" sz="1300" kern="0" dirty="0">
              <a:solidFill>
                <a:srgbClr val="414141"/>
              </a:solidFill>
              <a:latin typeface="Calibri" panose="020F0502020204030204" pitchFamily="34" charset="0"/>
              <a:ea typeface="ＭＳ Ｐゴシック"/>
              <a:cs typeface="Calibri" pitchFamily="34" charset="0"/>
              <a:sym typeface="Wingdings" pitchFamily="2" charset="2"/>
            </a:endParaRPr>
          </a:p>
        </p:txBody>
      </p:sp>
      <p:sp>
        <p:nvSpPr>
          <p:cNvPr id="77" name="Rectangle 104"/>
          <p:cNvSpPr>
            <a:spLocks noChangeArrowheads="1"/>
          </p:cNvSpPr>
          <p:nvPr/>
        </p:nvSpPr>
        <p:spPr bwMode="auto">
          <a:xfrm>
            <a:off x="493489" y="5734221"/>
            <a:ext cx="1625600" cy="246221"/>
          </a:xfrm>
          <a:prstGeom prst="rect">
            <a:avLst/>
          </a:prstGeom>
          <a:solidFill>
            <a:srgbClr val="0070C0"/>
          </a:solidFill>
          <a:ln w="9525">
            <a:noFill/>
            <a:miter lim="800000"/>
            <a:headEnd/>
            <a:tailEnd/>
          </a:ln>
        </p:spPr>
        <p:txBody>
          <a:bodyPr lIns="0" tIns="0" rIns="0" bIns="0">
            <a:spAutoFit/>
          </a:bodyPr>
          <a:lstStyle/>
          <a:p>
            <a:pPr algn="ctr" eaLnBrk="0" hangingPunct="0">
              <a:defRPr/>
            </a:pPr>
            <a:r>
              <a:rPr lang="en-US" sz="1600" b="1" dirty="0">
                <a:solidFill>
                  <a:schemeClr val="bg1"/>
                </a:solidFill>
                <a:ea typeface="ＭＳ Ｐゴシック" charset="-128"/>
              </a:rPr>
              <a:t>Project Team</a:t>
            </a:r>
          </a:p>
        </p:txBody>
      </p:sp>
      <p:sp>
        <p:nvSpPr>
          <p:cNvPr id="78" name="Rectangle 77"/>
          <p:cNvSpPr/>
          <p:nvPr/>
        </p:nvSpPr>
        <p:spPr>
          <a:xfrm>
            <a:off x="2230793" y="958306"/>
            <a:ext cx="9694676" cy="1194173"/>
          </a:xfrm>
          <a:prstGeom prst="rect">
            <a:avLst/>
          </a:prstGeom>
        </p:spPr>
        <p:txBody>
          <a:bodyPr wrap="square">
            <a:spAutoFit/>
          </a:bodyPr>
          <a:lstStyle/>
          <a:p>
            <a:pPr marL="171450" indent="-171450" algn="just" fontAlgn="base">
              <a:spcBef>
                <a:spcPct val="20000"/>
              </a:spcBef>
              <a:spcAft>
                <a:spcPct val="0"/>
              </a:spcAft>
              <a:buFont typeface="Arial" pitchFamily="34" charset="0"/>
              <a:buChar char="•"/>
              <a:defRPr/>
            </a:pPr>
            <a:r>
              <a:rPr lang="en-US" sz="1400" dirty="0">
                <a:solidFill>
                  <a:srgbClr val="414141"/>
                </a:solidFill>
                <a:ea typeface="Georgia"/>
                <a:cs typeface="Georgia"/>
                <a:sym typeface="Georgia"/>
              </a:rPr>
              <a:t>Aladdin Analytics gets Portfolios, Benchmark and Position data from Blackrock in 5 packs for different regions daily as well as month end data. It uses Informatica PowerCenter to load this data into Analytics and to generate few extracts to downstream. These ETL Workflows are scheduled using Autosys. Since Informatica is no longer going to support version 9, there was a pressing need to migrate to version 10.2 by oct 2020</a:t>
            </a:r>
            <a:endParaRPr lang="en-US" sz="1400" dirty="0">
              <a:solidFill>
                <a:srgbClr val="000000"/>
              </a:solidFill>
              <a:ea typeface="Georgia"/>
              <a:cs typeface="Georgia"/>
              <a:sym typeface="Georgia"/>
            </a:endParaRPr>
          </a:p>
          <a:p>
            <a:pPr marL="171450" indent="-171450" algn="just" fontAlgn="base">
              <a:spcBef>
                <a:spcPct val="20000"/>
              </a:spcBef>
              <a:spcAft>
                <a:spcPct val="0"/>
              </a:spcAft>
              <a:buFont typeface="Arial" pitchFamily="34" charset="0"/>
              <a:buChar char="•"/>
              <a:defRPr/>
            </a:pPr>
            <a:endParaRPr lang="en-US" sz="1300" kern="0" dirty="0">
              <a:solidFill>
                <a:srgbClr val="414141"/>
              </a:solidFill>
              <a:latin typeface="Calibri" panose="020F0502020204030204" pitchFamily="34" charset="0"/>
              <a:ea typeface="ＭＳ Ｐゴシック"/>
              <a:cs typeface="Calibri" pitchFamily="34" charset="0"/>
            </a:endParaRPr>
          </a:p>
        </p:txBody>
      </p:sp>
      <p:sp>
        <p:nvSpPr>
          <p:cNvPr id="79" name="Rectangle 78"/>
          <p:cNvSpPr/>
          <p:nvPr/>
        </p:nvSpPr>
        <p:spPr>
          <a:xfrm>
            <a:off x="2219299" y="2857347"/>
            <a:ext cx="9769503" cy="738664"/>
          </a:xfrm>
          <a:prstGeom prst="rect">
            <a:avLst/>
          </a:prstGeom>
        </p:spPr>
        <p:txBody>
          <a:bodyPr wrap="square">
            <a:spAutoFit/>
          </a:bodyPr>
          <a:lstStyle/>
          <a:p>
            <a:pPr lvl="0" algn="just"/>
            <a:r>
              <a:rPr lang="en-US" sz="1400" dirty="0">
                <a:solidFill>
                  <a:srgbClr val="414141"/>
                </a:solidFill>
                <a:ea typeface="Georgia"/>
                <a:cs typeface="Georgia"/>
                <a:sym typeface="Georgia"/>
              </a:rPr>
              <a:t>Precise and timely migration is the key to the success. Incorrect/ Inappropriate  requirement handling may result in client dissatisfaction and we might lose an opportunity to get more business. With this in mind, we aimed to do smooth migration without impacting production load for a single day.</a:t>
            </a:r>
            <a:endParaRPr lang="en-US" sz="1400" dirty="0"/>
          </a:p>
        </p:txBody>
      </p:sp>
      <p:graphicFrame>
        <p:nvGraphicFramePr>
          <p:cNvPr id="28" name="Table 27"/>
          <p:cNvGraphicFramePr>
            <a:graphicFrameLocks noGrp="1"/>
          </p:cNvGraphicFramePr>
          <p:nvPr>
            <p:extLst>
              <p:ext uri="{D42A27DB-BD31-4B8C-83A1-F6EECF244321}">
                <p14:modId xmlns:p14="http://schemas.microsoft.com/office/powerpoint/2010/main" val="66302863"/>
              </p:ext>
            </p:extLst>
          </p:nvPr>
        </p:nvGraphicFramePr>
        <p:xfrm>
          <a:off x="2301671" y="5695125"/>
          <a:ext cx="9483927" cy="609600"/>
        </p:xfrm>
        <a:graphic>
          <a:graphicData uri="http://schemas.openxmlformats.org/drawingml/2006/table">
            <a:tbl>
              <a:tblPr firstRow="1" bandRow="1">
                <a:tableStyleId>{3B4B98B0-60AC-42C2-AFA5-B58CD77FA1E5}</a:tableStyleId>
              </a:tblPr>
              <a:tblGrid>
                <a:gridCol w="2846761">
                  <a:extLst>
                    <a:ext uri="{9D8B030D-6E8A-4147-A177-3AD203B41FA5}">
                      <a16:colId xmlns:a16="http://schemas.microsoft.com/office/drawing/2014/main" val="20000"/>
                    </a:ext>
                  </a:extLst>
                </a:gridCol>
                <a:gridCol w="3825949">
                  <a:extLst>
                    <a:ext uri="{9D8B030D-6E8A-4147-A177-3AD203B41FA5}">
                      <a16:colId xmlns:a16="http://schemas.microsoft.com/office/drawing/2014/main" val="20001"/>
                    </a:ext>
                  </a:extLst>
                </a:gridCol>
                <a:gridCol w="2811217">
                  <a:extLst>
                    <a:ext uri="{9D8B030D-6E8A-4147-A177-3AD203B41FA5}">
                      <a16:colId xmlns:a16="http://schemas.microsoft.com/office/drawing/2014/main" val="20002"/>
                    </a:ext>
                  </a:extLst>
                </a:gridCol>
              </a:tblGrid>
              <a:tr h="227768">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400" dirty="0">
                          <a:solidFill>
                            <a:schemeClr val="tx1"/>
                          </a:solidFill>
                        </a:rPr>
                        <a:t>Lead</a:t>
                      </a:r>
                    </a:p>
                  </a:txBody>
                  <a:tcPr marL="121920" marR="121920"/>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400" dirty="0">
                          <a:solidFill>
                            <a:schemeClr val="tx1"/>
                          </a:solidFill>
                        </a:rPr>
                        <a:t>Mentor </a:t>
                      </a:r>
                    </a:p>
                  </a:txBody>
                  <a:tcPr marL="121920" marR="121920"/>
                </a:tc>
                <a:tc>
                  <a:txBody>
                    <a:bodyPr/>
                    <a:lstStyle>
                      <a:lvl1pPr marL="0" algn="l" defTabSz="914400" rtl="0" eaLnBrk="1" latinLnBrk="0" hangingPunct="1">
                        <a:defRPr sz="1800" b="1" kern="1200">
                          <a:solidFill>
                            <a:schemeClr val="lt1"/>
                          </a:solidFill>
                          <a:latin typeface="Calibri"/>
                        </a:defRPr>
                      </a:lvl1pPr>
                      <a:lvl2pPr marL="457200" algn="l" defTabSz="914400" rtl="0" eaLnBrk="1" latinLnBrk="0" hangingPunct="1">
                        <a:defRPr sz="1800" b="1" kern="1200">
                          <a:solidFill>
                            <a:schemeClr val="lt1"/>
                          </a:solidFill>
                          <a:latin typeface="Calibri"/>
                        </a:defRPr>
                      </a:lvl2pPr>
                      <a:lvl3pPr marL="914400" algn="l" defTabSz="914400" rtl="0" eaLnBrk="1" latinLnBrk="0" hangingPunct="1">
                        <a:defRPr sz="1800" b="1" kern="1200">
                          <a:solidFill>
                            <a:schemeClr val="lt1"/>
                          </a:solidFill>
                          <a:latin typeface="Calibri"/>
                        </a:defRPr>
                      </a:lvl3pPr>
                      <a:lvl4pPr marL="1371600" algn="l" defTabSz="914400" rtl="0" eaLnBrk="1" latinLnBrk="0" hangingPunct="1">
                        <a:defRPr sz="1800" b="1" kern="1200">
                          <a:solidFill>
                            <a:schemeClr val="lt1"/>
                          </a:solidFill>
                          <a:latin typeface="Calibri"/>
                        </a:defRPr>
                      </a:lvl4pPr>
                      <a:lvl5pPr marL="1828800" algn="l" defTabSz="914400" rtl="0" eaLnBrk="1" latinLnBrk="0" hangingPunct="1">
                        <a:defRPr sz="1800" b="1" kern="1200">
                          <a:solidFill>
                            <a:schemeClr val="lt1"/>
                          </a:solidFill>
                          <a:latin typeface="Calibri"/>
                        </a:defRPr>
                      </a:lvl5pPr>
                      <a:lvl6pPr marL="2286000" algn="l" defTabSz="914400" rtl="0" eaLnBrk="1" latinLnBrk="0" hangingPunct="1">
                        <a:defRPr sz="1800" b="1" kern="1200">
                          <a:solidFill>
                            <a:schemeClr val="lt1"/>
                          </a:solidFill>
                          <a:latin typeface="Calibri"/>
                        </a:defRPr>
                      </a:lvl6pPr>
                      <a:lvl7pPr marL="2743200" algn="l" defTabSz="914400" rtl="0" eaLnBrk="1" latinLnBrk="0" hangingPunct="1">
                        <a:defRPr sz="1800" b="1" kern="1200">
                          <a:solidFill>
                            <a:schemeClr val="lt1"/>
                          </a:solidFill>
                          <a:latin typeface="Calibri"/>
                        </a:defRPr>
                      </a:lvl7pPr>
                      <a:lvl8pPr marL="3200400" algn="l" defTabSz="914400" rtl="0" eaLnBrk="1" latinLnBrk="0" hangingPunct="1">
                        <a:defRPr sz="1800" b="1" kern="1200">
                          <a:solidFill>
                            <a:schemeClr val="lt1"/>
                          </a:solidFill>
                          <a:latin typeface="Calibri"/>
                        </a:defRPr>
                      </a:lvl8pPr>
                      <a:lvl9pPr marL="3657600" algn="l" defTabSz="914400" rtl="0" eaLnBrk="1" latinLnBrk="0" hangingPunct="1">
                        <a:defRPr sz="1800" b="1" kern="1200">
                          <a:solidFill>
                            <a:schemeClr val="lt1"/>
                          </a:solidFill>
                          <a:latin typeface="Calibri"/>
                        </a:defRPr>
                      </a:lvl9pPr>
                    </a:lstStyle>
                    <a:p>
                      <a:pPr algn="ctr"/>
                      <a:r>
                        <a:rPr lang="en-US" sz="1400" dirty="0">
                          <a:solidFill>
                            <a:schemeClr val="tx1"/>
                          </a:solidFill>
                        </a:rPr>
                        <a:t>Champion</a:t>
                      </a:r>
                    </a:p>
                  </a:txBody>
                  <a:tcPr marL="121920" marR="121920"/>
                </a:tc>
                <a:extLst>
                  <a:ext uri="{0D108BD9-81ED-4DB2-BD59-A6C34878D82A}">
                    <a16:rowId xmlns:a16="http://schemas.microsoft.com/office/drawing/2014/main" val="10000"/>
                  </a:ext>
                </a:extLst>
              </a:tr>
              <a:tr h="282227">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400" dirty="0">
                          <a:solidFill>
                            <a:srgbClr val="0070C0"/>
                          </a:solidFill>
                        </a:rPr>
                        <a:t>Savita Shekhawat</a:t>
                      </a:r>
                    </a:p>
                  </a:txBody>
                  <a:tcPr marL="121920" marR="12192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Sureshkumar Nemidoss</a:t>
                      </a:r>
                      <a:endParaRPr lang="en-US" sz="1400" dirty="0">
                        <a:solidFill>
                          <a:srgbClr val="0070C0"/>
                        </a:solidFill>
                      </a:endParaRPr>
                    </a:p>
                  </a:txBody>
                  <a:tcPr marL="121920" marR="121920"/>
                </a:tc>
                <a:tc>
                  <a:txBody>
                    <a:bodyPr/>
                    <a:lstStyle>
                      <a:lvl1pPr marL="0" algn="l" defTabSz="914400" rtl="0" eaLnBrk="1" latinLnBrk="0" hangingPunct="1">
                        <a:defRPr sz="1800" kern="1200">
                          <a:solidFill>
                            <a:schemeClr val="dk1"/>
                          </a:solidFill>
                          <a:latin typeface="Calibri"/>
                        </a:defRPr>
                      </a:lvl1pPr>
                      <a:lvl2pPr marL="457200" algn="l" defTabSz="914400" rtl="0" eaLnBrk="1" latinLnBrk="0" hangingPunct="1">
                        <a:defRPr sz="1800" kern="1200">
                          <a:solidFill>
                            <a:schemeClr val="dk1"/>
                          </a:solidFill>
                          <a:latin typeface="Calibri"/>
                        </a:defRPr>
                      </a:lvl2pPr>
                      <a:lvl3pPr marL="914400" algn="l" defTabSz="914400" rtl="0" eaLnBrk="1" latinLnBrk="0" hangingPunct="1">
                        <a:defRPr sz="1800" kern="1200">
                          <a:solidFill>
                            <a:schemeClr val="dk1"/>
                          </a:solidFill>
                          <a:latin typeface="Calibri"/>
                        </a:defRPr>
                      </a:lvl3pPr>
                      <a:lvl4pPr marL="1371600" algn="l" defTabSz="914400" rtl="0" eaLnBrk="1" latinLnBrk="0" hangingPunct="1">
                        <a:defRPr sz="1800" kern="1200">
                          <a:solidFill>
                            <a:schemeClr val="dk1"/>
                          </a:solidFill>
                          <a:latin typeface="Calibri"/>
                        </a:defRPr>
                      </a:lvl4pPr>
                      <a:lvl5pPr marL="1828800" algn="l" defTabSz="914400" rtl="0" eaLnBrk="1" latinLnBrk="0" hangingPunct="1">
                        <a:defRPr sz="1800" kern="1200">
                          <a:solidFill>
                            <a:schemeClr val="dk1"/>
                          </a:solidFill>
                          <a:latin typeface="Calibri"/>
                        </a:defRPr>
                      </a:lvl5pPr>
                      <a:lvl6pPr marL="2286000" algn="l" defTabSz="914400" rtl="0" eaLnBrk="1" latinLnBrk="0" hangingPunct="1">
                        <a:defRPr sz="1800" kern="1200">
                          <a:solidFill>
                            <a:schemeClr val="dk1"/>
                          </a:solidFill>
                          <a:latin typeface="Calibri"/>
                        </a:defRPr>
                      </a:lvl6pPr>
                      <a:lvl7pPr marL="2743200" algn="l" defTabSz="914400" rtl="0" eaLnBrk="1" latinLnBrk="0" hangingPunct="1">
                        <a:defRPr sz="1800" kern="1200">
                          <a:solidFill>
                            <a:schemeClr val="dk1"/>
                          </a:solidFill>
                          <a:latin typeface="Calibri"/>
                        </a:defRPr>
                      </a:lvl7pPr>
                      <a:lvl8pPr marL="3200400" algn="l" defTabSz="914400" rtl="0" eaLnBrk="1" latinLnBrk="0" hangingPunct="1">
                        <a:defRPr sz="1800" kern="1200">
                          <a:solidFill>
                            <a:schemeClr val="dk1"/>
                          </a:solidFill>
                          <a:latin typeface="Calibri"/>
                        </a:defRPr>
                      </a:lvl8pPr>
                      <a:lvl9pPr marL="3657600" algn="l" defTabSz="914400" rtl="0" eaLnBrk="1" latinLnBrk="0" hangingPunct="1">
                        <a:defRPr sz="1800" kern="1200">
                          <a:solidFill>
                            <a:schemeClr val="dk1"/>
                          </a:solidFill>
                          <a:latin typeface="Calibri"/>
                        </a:defRPr>
                      </a:lvl9pPr>
                    </a:lstStyle>
                    <a:p>
                      <a:pPr algn="ctr"/>
                      <a:r>
                        <a:rPr lang="en-US" sz="1400" dirty="0">
                          <a:solidFill>
                            <a:srgbClr val="0070C0"/>
                          </a:solidFill>
                        </a:rPr>
                        <a:t>Yogesh Gambhir</a:t>
                      </a:r>
                    </a:p>
                  </a:txBody>
                  <a:tcPr marL="121920" marR="121920"/>
                </a:tc>
                <a:extLst>
                  <a:ext uri="{0D108BD9-81ED-4DB2-BD59-A6C34878D82A}">
                    <a16:rowId xmlns:a16="http://schemas.microsoft.com/office/drawing/2014/main" val="10001"/>
                  </a:ext>
                </a:extLst>
              </a:tr>
            </a:tbl>
          </a:graphicData>
        </a:graphic>
      </p:graphicFrame>
      <p:sp>
        <p:nvSpPr>
          <p:cNvPr id="23" name="Rectangle 22"/>
          <p:cNvSpPr/>
          <p:nvPr/>
        </p:nvSpPr>
        <p:spPr>
          <a:xfrm>
            <a:off x="2272959" y="3751930"/>
            <a:ext cx="9769503" cy="1169551"/>
          </a:xfrm>
          <a:prstGeom prst="rect">
            <a:avLst/>
          </a:prstGeom>
        </p:spPr>
        <p:txBody>
          <a:bodyPr wrap="square">
            <a:spAutoFit/>
          </a:bodyPr>
          <a:lstStyle/>
          <a:p>
            <a:pPr lvl="0" algn="just">
              <a:buClr>
                <a:srgbClr val="000000"/>
              </a:buClr>
              <a:buSzPts val="1080"/>
              <a:buFont typeface="Arial"/>
              <a:buChar char="•"/>
            </a:pPr>
            <a:r>
              <a:rPr lang="en-US" sz="1400" dirty="0">
                <a:solidFill>
                  <a:srgbClr val="414141"/>
                </a:solidFill>
                <a:ea typeface="Georgia"/>
                <a:cs typeface="Georgia"/>
                <a:sym typeface="Georgia"/>
              </a:rPr>
              <a:t> Smooth/clean migration was done by defined  migration framework approach. </a:t>
            </a:r>
            <a:endParaRPr lang="en-US" sz="1400" dirty="0"/>
          </a:p>
          <a:p>
            <a:pPr lvl="0" algn="just">
              <a:buClr>
                <a:srgbClr val="000000"/>
              </a:buClr>
              <a:buSzPts val="1080"/>
              <a:buFont typeface="Arial"/>
              <a:buChar char="•"/>
            </a:pPr>
            <a:r>
              <a:rPr lang="en-US" sz="1400" dirty="0">
                <a:solidFill>
                  <a:srgbClr val="414141"/>
                </a:solidFill>
                <a:ea typeface="Georgia"/>
                <a:cs typeface="Georgia"/>
                <a:sym typeface="Georgia"/>
              </a:rPr>
              <a:t> Process was enhanced by adding instance name in all the workflows which enabled easy triaging process</a:t>
            </a:r>
          </a:p>
          <a:p>
            <a:pPr algn="just">
              <a:buClr>
                <a:srgbClr val="000000"/>
              </a:buClr>
              <a:buSzPts val="1080"/>
              <a:buFont typeface="Arial"/>
              <a:buChar char="•"/>
            </a:pPr>
            <a:r>
              <a:rPr lang="en-US" sz="1400" dirty="0">
                <a:solidFill>
                  <a:srgbClr val="414141"/>
                </a:solidFill>
                <a:sym typeface="Georgia"/>
              </a:rPr>
              <a:t> Generic utility was plugged in to purge older files &amp; </a:t>
            </a:r>
            <a:r>
              <a:rPr lang="en-US" sz="1400" dirty="0">
                <a:solidFill>
                  <a:srgbClr val="414141"/>
                </a:solidFill>
                <a:ea typeface="Georgia"/>
                <a:cs typeface="Georgia"/>
                <a:sym typeface="Georgia"/>
              </a:rPr>
              <a:t>Standardization of few processes were also done.</a:t>
            </a:r>
          </a:p>
          <a:p>
            <a:pPr lvl="0" algn="just">
              <a:buClr>
                <a:srgbClr val="000000"/>
              </a:buClr>
              <a:buSzPts val="1080"/>
            </a:pPr>
            <a:endParaRPr lang="en-US" sz="1400" dirty="0"/>
          </a:p>
          <a:p>
            <a:pPr lvl="0" algn="just">
              <a:buClr>
                <a:srgbClr val="000000"/>
              </a:buClr>
              <a:buSzPts val="1080"/>
            </a:pPr>
            <a:r>
              <a:rPr lang="en-US" sz="1400" dirty="0"/>
              <a:t> </a:t>
            </a:r>
          </a:p>
        </p:txBody>
      </p:sp>
    </p:spTree>
    <p:extLst>
      <p:ext uri="{BB962C8B-B14F-4D97-AF65-F5344CB8AC3E}">
        <p14:creationId xmlns:p14="http://schemas.microsoft.com/office/powerpoint/2010/main" val="2360957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7"/>
        <p:cNvGrpSpPr/>
        <p:nvPr/>
      </p:nvGrpSpPr>
      <p:grpSpPr>
        <a:xfrm>
          <a:off x="0" y="0"/>
          <a:ext cx="0" cy="0"/>
          <a:chOff x="0" y="0"/>
          <a:chExt cx="0" cy="0"/>
        </a:xfrm>
      </p:grpSpPr>
      <p:sp>
        <p:nvSpPr>
          <p:cNvPr id="928" name="Google Shape;928;p72"/>
          <p:cNvSpPr/>
          <p:nvPr/>
        </p:nvSpPr>
        <p:spPr>
          <a:xfrm>
            <a:off x="203200" y="4572000"/>
            <a:ext cx="11706088" cy="1209755"/>
          </a:xfrm>
          <a:prstGeom prst="rect">
            <a:avLst/>
          </a:prstGeom>
          <a:solidFill>
            <a:schemeClr val="lt1"/>
          </a:solidFill>
          <a:ln w="9525" cap="flat" cmpd="sng">
            <a:solidFill>
              <a:srgbClr val="9FA1A4"/>
            </a:solidFill>
            <a:prstDash val="solid"/>
            <a:miter lim="800000"/>
            <a:headEnd type="none" w="sm" len="sm"/>
            <a:tailEnd type="none" w="sm" len="sm"/>
          </a:ln>
        </p:spPr>
        <p:txBody>
          <a:bodyPr spcFirstLastPara="1" wrap="square" lIns="91425" tIns="45700" rIns="91425" bIns="45700" anchor="t" anchorCtr="0">
            <a:noAutofit/>
          </a:bodyPr>
          <a:lstStyle/>
          <a:p>
            <a:pPr marL="114300" marR="0" lvl="0" indent="-114300" algn="l" rtl="0">
              <a:spcBef>
                <a:spcPts val="0"/>
              </a:spcBef>
              <a:spcAft>
                <a:spcPts val="0"/>
              </a:spcAft>
              <a:buClr>
                <a:srgbClr val="000000"/>
              </a:buClr>
              <a:buSzPts val="855"/>
              <a:buFont typeface="Times"/>
              <a:buNone/>
            </a:pPr>
            <a:r>
              <a:rPr lang="en-US" sz="1200" dirty="0">
                <a:solidFill>
                  <a:srgbClr val="414141"/>
                </a:solidFill>
                <a:latin typeface="Verdana"/>
                <a:ea typeface="Verdana"/>
                <a:cs typeface="Verdana"/>
                <a:sym typeface="Verdana"/>
              </a:rPr>
              <a:t>A	</a:t>
            </a:r>
            <a:r>
              <a:rPr lang="en-US" sz="1200" dirty="0">
                <a:solidFill>
                  <a:srgbClr val="0A69AA"/>
                </a:solidFill>
                <a:latin typeface="Verdana"/>
                <a:ea typeface="Verdana"/>
                <a:cs typeface="Verdana"/>
                <a:sym typeface="Verdana"/>
              </a:rPr>
              <a:t> </a:t>
            </a:r>
            <a:r>
              <a:rPr lang="en-US" sz="1200" dirty="0">
                <a:solidFill>
                  <a:srgbClr val="000000"/>
                </a:solidFill>
                <a:latin typeface="Verdana"/>
                <a:ea typeface="Verdana"/>
                <a:cs typeface="Verdana"/>
                <a:sym typeface="Verdana"/>
              </a:rPr>
              <a:t>	 Approval of team Decisions e.g.  Sponsor, Champion, MBB.</a:t>
            </a:r>
            <a:endParaRPr sz="1200" dirty="0"/>
          </a:p>
          <a:p>
            <a:pPr marL="114300" marR="0" lvl="0" indent="-114300" algn="l" rtl="0">
              <a:spcBef>
                <a:spcPts val="238"/>
              </a:spcBef>
              <a:spcAft>
                <a:spcPts val="0"/>
              </a:spcAft>
              <a:buClr>
                <a:srgbClr val="000000"/>
              </a:buClr>
              <a:buSzPts val="855"/>
              <a:buFont typeface="Times"/>
              <a:buNone/>
            </a:pPr>
            <a:r>
              <a:rPr lang="en-US" sz="1200" dirty="0">
                <a:solidFill>
                  <a:srgbClr val="414141"/>
                </a:solidFill>
                <a:latin typeface="Verdana"/>
                <a:ea typeface="Verdana"/>
                <a:cs typeface="Verdana"/>
                <a:sym typeface="Verdana"/>
              </a:rPr>
              <a:t>R	 </a:t>
            </a:r>
            <a:r>
              <a:rPr lang="en-US" sz="1200" dirty="0">
                <a:solidFill>
                  <a:srgbClr val="000000"/>
                </a:solidFill>
                <a:latin typeface="Verdana"/>
                <a:ea typeface="Verdana"/>
                <a:cs typeface="Verdana"/>
                <a:sym typeface="Verdana"/>
              </a:rPr>
              <a:t>	 Resource to the Team, one whose expertise skills may be needed on ad-hoc Basis</a:t>
            </a:r>
            <a:endParaRPr sz="1200" dirty="0"/>
          </a:p>
          <a:p>
            <a:pPr marL="114300" marR="0" lvl="0" indent="-114300" algn="l" rtl="0">
              <a:spcBef>
                <a:spcPts val="238"/>
              </a:spcBef>
              <a:spcAft>
                <a:spcPts val="0"/>
              </a:spcAft>
              <a:buClr>
                <a:srgbClr val="000000"/>
              </a:buClr>
              <a:buSzPts val="855"/>
              <a:buFont typeface="Times"/>
              <a:buNone/>
            </a:pPr>
            <a:r>
              <a:rPr lang="en-US" sz="1200" dirty="0">
                <a:solidFill>
                  <a:srgbClr val="414141"/>
                </a:solidFill>
                <a:latin typeface="Verdana"/>
                <a:ea typeface="Verdana"/>
                <a:cs typeface="Verdana"/>
                <a:sym typeface="Verdana"/>
              </a:rPr>
              <a:t>M </a:t>
            </a:r>
            <a:r>
              <a:rPr lang="en-US" sz="1200" dirty="0">
                <a:solidFill>
                  <a:srgbClr val="000000"/>
                </a:solidFill>
                <a:latin typeface="Verdana"/>
                <a:ea typeface="Verdana"/>
                <a:cs typeface="Verdana"/>
                <a:sym typeface="Verdana"/>
              </a:rPr>
              <a:t>	 Member of the team, with the authorities and boundaries of the Charter</a:t>
            </a:r>
            <a:endParaRPr sz="1200" dirty="0"/>
          </a:p>
          <a:p>
            <a:pPr marL="114300" marR="0" lvl="0" indent="-114300" algn="l" rtl="0">
              <a:spcBef>
                <a:spcPts val="238"/>
              </a:spcBef>
              <a:spcAft>
                <a:spcPts val="0"/>
              </a:spcAft>
              <a:buClr>
                <a:srgbClr val="000000"/>
              </a:buClr>
              <a:buSzPts val="855"/>
              <a:buFont typeface="Times"/>
              <a:buNone/>
            </a:pPr>
            <a:r>
              <a:rPr lang="en-US" sz="1200" dirty="0">
                <a:solidFill>
                  <a:srgbClr val="414141"/>
                </a:solidFill>
                <a:latin typeface="Verdana"/>
                <a:ea typeface="Verdana"/>
                <a:cs typeface="Verdana"/>
                <a:sym typeface="Verdana"/>
              </a:rPr>
              <a:t>I </a:t>
            </a:r>
            <a:r>
              <a:rPr lang="en-US" sz="1200" dirty="0">
                <a:solidFill>
                  <a:srgbClr val="000000"/>
                </a:solidFill>
                <a:latin typeface="Verdana"/>
                <a:ea typeface="Verdana"/>
                <a:cs typeface="Verdana"/>
                <a:sym typeface="Verdana"/>
              </a:rPr>
              <a:t>	 Interested party, one who will need to be informed </a:t>
            </a:r>
            <a:endParaRPr sz="1200" dirty="0"/>
          </a:p>
        </p:txBody>
      </p:sp>
      <p:graphicFrame>
        <p:nvGraphicFramePr>
          <p:cNvPr id="929" name="Google Shape;929;p72"/>
          <p:cNvGraphicFramePr/>
          <p:nvPr>
            <p:extLst>
              <p:ext uri="{D42A27DB-BD31-4B8C-83A1-F6EECF244321}">
                <p14:modId xmlns:p14="http://schemas.microsoft.com/office/powerpoint/2010/main" val="3114681793"/>
              </p:ext>
            </p:extLst>
          </p:nvPr>
        </p:nvGraphicFramePr>
        <p:xfrm>
          <a:off x="203200" y="1076245"/>
          <a:ext cx="11635425" cy="2943633"/>
        </p:xfrm>
        <a:graphic>
          <a:graphicData uri="http://schemas.openxmlformats.org/drawingml/2006/table">
            <a:tbl>
              <a:tblPr firstRow="1" bandRow="1">
                <a:noFill/>
              </a:tblPr>
              <a:tblGrid>
                <a:gridCol w="2459425">
                  <a:extLst>
                    <a:ext uri="{9D8B030D-6E8A-4147-A177-3AD203B41FA5}">
                      <a16:colId xmlns:a16="http://schemas.microsoft.com/office/drawing/2014/main" val="20000"/>
                    </a:ext>
                  </a:extLst>
                </a:gridCol>
                <a:gridCol w="3751425">
                  <a:extLst>
                    <a:ext uri="{9D8B030D-6E8A-4147-A177-3AD203B41FA5}">
                      <a16:colId xmlns:a16="http://schemas.microsoft.com/office/drawing/2014/main" val="20001"/>
                    </a:ext>
                  </a:extLst>
                </a:gridCol>
                <a:gridCol w="1660950">
                  <a:extLst>
                    <a:ext uri="{9D8B030D-6E8A-4147-A177-3AD203B41FA5}">
                      <a16:colId xmlns:a16="http://schemas.microsoft.com/office/drawing/2014/main" val="20002"/>
                    </a:ext>
                  </a:extLst>
                </a:gridCol>
                <a:gridCol w="1802300">
                  <a:extLst>
                    <a:ext uri="{9D8B030D-6E8A-4147-A177-3AD203B41FA5}">
                      <a16:colId xmlns:a16="http://schemas.microsoft.com/office/drawing/2014/main" val="20003"/>
                    </a:ext>
                  </a:extLst>
                </a:gridCol>
                <a:gridCol w="1961325">
                  <a:extLst>
                    <a:ext uri="{9D8B030D-6E8A-4147-A177-3AD203B41FA5}">
                      <a16:colId xmlns:a16="http://schemas.microsoft.com/office/drawing/2014/main" val="20004"/>
                    </a:ext>
                  </a:extLst>
                </a:gridCol>
              </a:tblGrid>
              <a:tr h="480388">
                <a:tc>
                  <a:txBody>
                    <a:bodyPr/>
                    <a:lstStyle/>
                    <a:p>
                      <a:pPr marL="0" marR="0" lvl="0" indent="0" algn="ctr" rtl="0">
                        <a:spcBef>
                          <a:spcPts val="0"/>
                        </a:spcBef>
                        <a:spcAft>
                          <a:spcPts val="0"/>
                        </a:spcAft>
                        <a:buNone/>
                      </a:pPr>
                      <a:r>
                        <a:rPr lang="en-US" sz="1400" u="none" strike="noStrike" cap="none"/>
                        <a:t>Stakeholder</a:t>
                      </a:r>
                      <a:endParaRPr/>
                    </a:p>
                  </a:txBody>
                  <a:tcPr marL="121925" marR="121925" marT="45725" marB="45725"/>
                </a:tc>
                <a:tc>
                  <a:txBody>
                    <a:bodyPr/>
                    <a:lstStyle/>
                    <a:p>
                      <a:pPr marL="0" marR="0" lvl="0" indent="0" algn="ctr" rtl="0">
                        <a:spcBef>
                          <a:spcPts val="0"/>
                        </a:spcBef>
                        <a:spcAft>
                          <a:spcPts val="0"/>
                        </a:spcAft>
                        <a:buNone/>
                      </a:pPr>
                      <a:r>
                        <a:rPr lang="en-US" sz="1400" u="none" strike="noStrike" cap="none" dirty="0"/>
                        <a:t>Role</a:t>
                      </a:r>
                      <a:endParaRPr dirty="0"/>
                    </a:p>
                  </a:txBody>
                  <a:tcPr marL="121925" marR="121925" marT="45725" marB="45725"/>
                </a:tc>
                <a:tc>
                  <a:txBody>
                    <a:bodyPr/>
                    <a:lstStyle/>
                    <a:p>
                      <a:pPr marL="0" marR="0" lvl="0" indent="0" algn="ctr" rtl="0">
                        <a:spcBef>
                          <a:spcPts val="0"/>
                        </a:spcBef>
                        <a:spcAft>
                          <a:spcPts val="0"/>
                        </a:spcAft>
                        <a:buNone/>
                      </a:pPr>
                      <a:r>
                        <a:rPr lang="en-US" sz="1400" u="none" strike="noStrike" cap="none"/>
                        <a:t>Risk Assessment</a:t>
                      </a:r>
                      <a:endParaRPr/>
                    </a:p>
                  </a:txBody>
                  <a:tcPr marL="121925" marR="121925" marT="45725" marB="45725"/>
                </a:tc>
                <a:tc>
                  <a:txBody>
                    <a:bodyPr/>
                    <a:lstStyle/>
                    <a:p>
                      <a:pPr marL="0" marR="0" lvl="0" indent="0" algn="ctr" rtl="0">
                        <a:spcBef>
                          <a:spcPts val="0"/>
                        </a:spcBef>
                        <a:spcAft>
                          <a:spcPts val="0"/>
                        </a:spcAft>
                        <a:buNone/>
                      </a:pPr>
                      <a:r>
                        <a:rPr lang="en-US" sz="1400" u="none" strike="noStrike" cap="none"/>
                        <a:t>Measurement System</a:t>
                      </a:r>
                      <a:endParaRPr/>
                    </a:p>
                  </a:txBody>
                  <a:tcPr marL="121925" marR="121925" marT="45725" marB="45725"/>
                </a:tc>
                <a:tc>
                  <a:txBody>
                    <a:bodyPr/>
                    <a:lstStyle/>
                    <a:p>
                      <a:pPr marL="0" marR="0" lvl="0" indent="0" algn="ctr" rtl="0">
                        <a:spcBef>
                          <a:spcPts val="0"/>
                        </a:spcBef>
                        <a:spcAft>
                          <a:spcPts val="0"/>
                        </a:spcAft>
                        <a:buNone/>
                      </a:pPr>
                      <a:r>
                        <a:rPr lang="en-US" sz="1400" u="none" strike="noStrike" cap="none"/>
                        <a:t>Insights and improvement</a:t>
                      </a:r>
                      <a:endParaRPr/>
                    </a:p>
                  </a:txBody>
                  <a:tcPr marL="121925" marR="121925" marT="45725" marB="45725"/>
                </a:tc>
                <a:extLst>
                  <a:ext uri="{0D108BD9-81ED-4DB2-BD59-A6C34878D82A}">
                    <a16:rowId xmlns:a16="http://schemas.microsoft.com/office/drawing/2014/main" val="10000"/>
                  </a:ext>
                </a:extLst>
              </a:tr>
              <a:tr h="282585">
                <a:tc>
                  <a:txBody>
                    <a:bodyPr/>
                    <a:lstStyle/>
                    <a:p>
                      <a:pPr marL="0" marR="0" lvl="0" indent="0" algn="l" rtl="0">
                        <a:spcBef>
                          <a:spcPts val="0"/>
                        </a:spcBef>
                        <a:spcAft>
                          <a:spcPts val="0"/>
                        </a:spcAft>
                        <a:buNone/>
                      </a:pPr>
                      <a:r>
                        <a:rPr lang="en-IN" sz="1400" dirty="0"/>
                        <a:t>Pankaj Garg</a:t>
                      </a:r>
                      <a:endParaRPr sz="1400" dirty="0"/>
                    </a:p>
                  </a:txBody>
                  <a:tcPr marL="121925" marR="121925" marT="45725" marB="45725"/>
                </a:tc>
                <a:tc>
                  <a:txBody>
                    <a:bodyPr/>
                    <a:lstStyle/>
                    <a:p>
                      <a:pPr marL="0" marR="0" lvl="0" indent="0" algn="l" rtl="0">
                        <a:lnSpc>
                          <a:spcPct val="100000"/>
                        </a:lnSpc>
                        <a:spcBef>
                          <a:spcPts val="0"/>
                        </a:spcBef>
                        <a:spcAft>
                          <a:spcPts val="0"/>
                        </a:spcAft>
                        <a:buSzPts val="1400"/>
                        <a:buFont typeface="Georgia"/>
                        <a:buNone/>
                      </a:pPr>
                      <a:r>
                        <a:rPr lang="en-US" sz="1400"/>
                        <a:t>Sponsor</a:t>
                      </a:r>
                      <a:endParaRPr/>
                    </a:p>
                  </a:txBody>
                  <a:tcPr marL="121925" marR="121925" marT="45725" marB="45725"/>
                </a:tc>
                <a:tc>
                  <a:txBody>
                    <a:bodyPr/>
                    <a:lstStyle/>
                    <a:p>
                      <a:pPr marL="0" marR="0" lvl="0" indent="0" algn="ctr" rtl="0">
                        <a:spcBef>
                          <a:spcPts val="0"/>
                        </a:spcBef>
                        <a:spcAft>
                          <a:spcPts val="0"/>
                        </a:spcAft>
                        <a:buNone/>
                      </a:pPr>
                      <a:r>
                        <a:rPr lang="en-US" sz="1400"/>
                        <a:t>A</a:t>
                      </a:r>
                      <a:endParaRPr/>
                    </a:p>
                  </a:txBody>
                  <a:tcPr marL="121925" marR="121925" marT="45725" marB="45725"/>
                </a:tc>
                <a:tc>
                  <a:txBody>
                    <a:bodyPr/>
                    <a:lstStyle/>
                    <a:p>
                      <a:pPr marL="0" marR="0" lvl="0" indent="0" algn="ctr" rtl="0">
                        <a:spcBef>
                          <a:spcPts val="0"/>
                        </a:spcBef>
                        <a:spcAft>
                          <a:spcPts val="0"/>
                        </a:spcAft>
                        <a:buNone/>
                      </a:pPr>
                      <a:r>
                        <a:rPr lang="en-US" sz="1400"/>
                        <a:t>A</a:t>
                      </a:r>
                      <a:endParaRPr/>
                    </a:p>
                  </a:txBody>
                  <a:tcPr marL="121925" marR="121925" marT="45725" marB="45725"/>
                </a:tc>
                <a:tc>
                  <a:txBody>
                    <a:bodyPr/>
                    <a:lstStyle/>
                    <a:p>
                      <a:pPr marL="0" marR="0" lvl="0" indent="0" algn="ctr" rtl="0">
                        <a:spcBef>
                          <a:spcPts val="0"/>
                        </a:spcBef>
                        <a:spcAft>
                          <a:spcPts val="0"/>
                        </a:spcAft>
                        <a:buNone/>
                      </a:pPr>
                      <a:r>
                        <a:rPr lang="en-US" sz="1400"/>
                        <a:t>A</a:t>
                      </a:r>
                      <a:endParaRPr/>
                    </a:p>
                  </a:txBody>
                  <a:tcPr marL="121925" marR="121925" marT="45725" marB="45725"/>
                </a:tc>
                <a:extLst>
                  <a:ext uri="{0D108BD9-81ED-4DB2-BD59-A6C34878D82A}">
                    <a16:rowId xmlns:a16="http://schemas.microsoft.com/office/drawing/2014/main" val="10001"/>
                  </a:ext>
                </a:extLst>
              </a:tr>
              <a:tr h="282585">
                <a:tc>
                  <a:txBody>
                    <a:bodyPr/>
                    <a:lstStyle/>
                    <a:p>
                      <a:pPr marL="0" marR="0" lvl="0" indent="0" algn="l" rtl="0">
                        <a:spcBef>
                          <a:spcPts val="0"/>
                        </a:spcBef>
                        <a:spcAft>
                          <a:spcPts val="0"/>
                        </a:spcAft>
                        <a:buNone/>
                      </a:pPr>
                      <a:r>
                        <a:rPr lang="en-US" sz="1400" u="none" strike="noStrike" cap="none" dirty="0"/>
                        <a:t>Yogesh Gambhir</a:t>
                      </a:r>
                      <a:endParaRPr lang="en-US" sz="1400" dirty="0"/>
                    </a:p>
                  </a:txBody>
                  <a:tcPr marL="121925" marR="121925" marT="45725" marB="45725"/>
                </a:tc>
                <a:tc>
                  <a:txBody>
                    <a:bodyPr/>
                    <a:lstStyle/>
                    <a:p>
                      <a:pPr marL="0" marR="0" lvl="0" indent="0" algn="l" rtl="0">
                        <a:spcBef>
                          <a:spcPts val="0"/>
                        </a:spcBef>
                        <a:spcAft>
                          <a:spcPts val="0"/>
                        </a:spcAft>
                        <a:buNone/>
                      </a:pPr>
                      <a:r>
                        <a:rPr lang="en-US" sz="1400"/>
                        <a:t>Champion</a:t>
                      </a:r>
                      <a:endParaRPr/>
                    </a:p>
                  </a:txBody>
                  <a:tcPr marL="121925" marR="121925" marT="45725" marB="45725"/>
                </a:tc>
                <a:tc>
                  <a:txBody>
                    <a:bodyPr/>
                    <a:lstStyle/>
                    <a:p>
                      <a:pPr marL="0" marR="0" lvl="0" indent="0" algn="ctr" rtl="0">
                        <a:spcBef>
                          <a:spcPts val="0"/>
                        </a:spcBef>
                        <a:spcAft>
                          <a:spcPts val="0"/>
                        </a:spcAft>
                        <a:buNone/>
                      </a:pPr>
                      <a:r>
                        <a:rPr lang="en-US" sz="1400"/>
                        <a:t>A</a:t>
                      </a:r>
                      <a:endParaRPr/>
                    </a:p>
                  </a:txBody>
                  <a:tcPr marL="121925" marR="121925" marT="45725" marB="45725"/>
                </a:tc>
                <a:tc>
                  <a:txBody>
                    <a:bodyPr/>
                    <a:lstStyle/>
                    <a:p>
                      <a:pPr marL="0" marR="0" lvl="0" indent="0" algn="ctr" rtl="0">
                        <a:spcBef>
                          <a:spcPts val="0"/>
                        </a:spcBef>
                        <a:spcAft>
                          <a:spcPts val="0"/>
                        </a:spcAft>
                        <a:buNone/>
                      </a:pPr>
                      <a:r>
                        <a:rPr lang="en-US" sz="1400"/>
                        <a:t>A</a:t>
                      </a:r>
                      <a:endParaRPr/>
                    </a:p>
                  </a:txBody>
                  <a:tcPr marL="121925" marR="121925" marT="45725" marB="45725"/>
                </a:tc>
                <a:tc>
                  <a:txBody>
                    <a:bodyPr/>
                    <a:lstStyle/>
                    <a:p>
                      <a:pPr marL="0" marR="0" lvl="0" indent="0" algn="ctr" rtl="0">
                        <a:spcBef>
                          <a:spcPts val="0"/>
                        </a:spcBef>
                        <a:spcAft>
                          <a:spcPts val="0"/>
                        </a:spcAft>
                        <a:buNone/>
                      </a:pPr>
                      <a:r>
                        <a:rPr lang="en-US" sz="1400"/>
                        <a:t>A</a:t>
                      </a:r>
                      <a:endParaRPr/>
                    </a:p>
                  </a:txBody>
                  <a:tcPr marL="121925" marR="121925" marT="45725" marB="45725"/>
                </a:tc>
                <a:extLst>
                  <a:ext uri="{0D108BD9-81ED-4DB2-BD59-A6C34878D82A}">
                    <a16:rowId xmlns:a16="http://schemas.microsoft.com/office/drawing/2014/main" val="10002"/>
                  </a:ext>
                </a:extLst>
              </a:tr>
              <a:tr h="282585">
                <a:tc>
                  <a:txBody>
                    <a:bodyPr/>
                    <a:lstStyle/>
                    <a:p>
                      <a:pPr marL="0" marR="0" lvl="0" indent="0" algn="l" rtl="0">
                        <a:spcBef>
                          <a:spcPts val="0"/>
                        </a:spcBef>
                        <a:spcAft>
                          <a:spcPts val="0"/>
                        </a:spcAft>
                        <a:buNone/>
                      </a:pPr>
                      <a:r>
                        <a:rPr lang="en-US" sz="1400"/>
                        <a:t>Deepak Chopra</a:t>
                      </a:r>
                      <a:endParaRPr/>
                    </a:p>
                  </a:txBody>
                  <a:tcPr marL="121925" marR="121925" marT="45725" marB="45725"/>
                </a:tc>
                <a:tc>
                  <a:txBody>
                    <a:bodyPr/>
                    <a:lstStyle/>
                    <a:p>
                      <a:pPr marL="0" marR="0" lvl="0" indent="0" algn="l" rtl="0">
                        <a:spcBef>
                          <a:spcPts val="0"/>
                        </a:spcBef>
                        <a:spcAft>
                          <a:spcPts val="0"/>
                        </a:spcAft>
                        <a:buNone/>
                      </a:pPr>
                      <a:r>
                        <a:rPr lang="en-US" sz="1400" dirty="0"/>
                        <a:t>Quality Leader</a:t>
                      </a:r>
                      <a:endParaRPr dirty="0"/>
                    </a:p>
                  </a:txBody>
                  <a:tcPr marL="121925" marR="121925" marT="45725" marB="45725"/>
                </a:tc>
                <a:tc>
                  <a:txBody>
                    <a:bodyPr/>
                    <a:lstStyle/>
                    <a:p>
                      <a:pPr marL="0" marR="0" lvl="0" indent="0" algn="ctr" rtl="0">
                        <a:spcBef>
                          <a:spcPts val="0"/>
                        </a:spcBef>
                        <a:spcAft>
                          <a:spcPts val="0"/>
                        </a:spcAft>
                        <a:buNone/>
                      </a:pPr>
                      <a:r>
                        <a:rPr lang="en-US" sz="1400"/>
                        <a:t>A</a:t>
                      </a:r>
                      <a:endParaRPr/>
                    </a:p>
                  </a:txBody>
                  <a:tcPr marL="121925" marR="121925" marT="45725" marB="45725"/>
                </a:tc>
                <a:tc>
                  <a:txBody>
                    <a:bodyPr/>
                    <a:lstStyle/>
                    <a:p>
                      <a:pPr marL="0" marR="0" lvl="0" indent="0" algn="ctr" rtl="0">
                        <a:spcBef>
                          <a:spcPts val="0"/>
                        </a:spcBef>
                        <a:spcAft>
                          <a:spcPts val="0"/>
                        </a:spcAft>
                        <a:buNone/>
                      </a:pPr>
                      <a:r>
                        <a:rPr lang="en-US" sz="1400"/>
                        <a:t>A</a:t>
                      </a:r>
                      <a:endParaRPr/>
                    </a:p>
                  </a:txBody>
                  <a:tcPr marL="121925" marR="121925" marT="45725" marB="45725"/>
                </a:tc>
                <a:tc>
                  <a:txBody>
                    <a:bodyPr/>
                    <a:lstStyle/>
                    <a:p>
                      <a:pPr marL="0" marR="0" lvl="0" indent="0" algn="ctr" rtl="0">
                        <a:spcBef>
                          <a:spcPts val="0"/>
                        </a:spcBef>
                        <a:spcAft>
                          <a:spcPts val="0"/>
                        </a:spcAft>
                        <a:buNone/>
                      </a:pPr>
                      <a:r>
                        <a:rPr lang="en-US" sz="1400"/>
                        <a:t>A</a:t>
                      </a:r>
                      <a:endParaRPr/>
                    </a:p>
                  </a:txBody>
                  <a:tcPr marL="121925" marR="121925" marT="45725" marB="45725"/>
                </a:tc>
                <a:extLst>
                  <a:ext uri="{0D108BD9-81ED-4DB2-BD59-A6C34878D82A}">
                    <a16:rowId xmlns:a16="http://schemas.microsoft.com/office/drawing/2014/main" val="10003"/>
                  </a:ext>
                </a:extLst>
              </a:tr>
              <a:tr h="282585">
                <a:tc>
                  <a:txBody>
                    <a:bodyPr/>
                    <a:lstStyle/>
                    <a:p>
                      <a:pPr marL="0" marR="0" lvl="0" indent="0" algn="l" rtl="0">
                        <a:lnSpc>
                          <a:spcPct val="100000"/>
                        </a:lnSpc>
                        <a:spcBef>
                          <a:spcPts val="0"/>
                        </a:spcBef>
                        <a:spcAft>
                          <a:spcPts val="0"/>
                        </a:spcAft>
                        <a:buClr>
                          <a:schemeClr val="dk1"/>
                        </a:buClr>
                        <a:buSzPts val="1400"/>
                        <a:buFont typeface="Georgia"/>
                        <a:buNone/>
                      </a:pPr>
                      <a:r>
                        <a:rPr lang="en-US" sz="1400" b="0" i="0" u="none" strike="noStrike" cap="none">
                          <a:solidFill>
                            <a:schemeClr val="dk1"/>
                          </a:solidFill>
                          <a:latin typeface="Georgia"/>
                          <a:ea typeface="Georgia"/>
                          <a:cs typeface="Georgia"/>
                          <a:sym typeface="Georgia"/>
                        </a:rPr>
                        <a:t>Dheeraj Mathur</a:t>
                      </a:r>
                      <a:endParaRPr sz="1400" b="0" i="0" u="none" strike="noStrike" cap="none">
                        <a:solidFill>
                          <a:schemeClr val="dk1"/>
                        </a:solidFill>
                        <a:latin typeface="Georgia"/>
                        <a:ea typeface="Georgia"/>
                        <a:cs typeface="Georgia"/>
                        <a:sym typeface="Georgia"/>
                      </a:endParaRPr>
                    </a:p>
                  </a:txBody>
                  <a:tcPr marL="121925" marR="121925" marT="45725" marB="45725"/>
                </a:tc>
                <a:tc>
                  <a:txBody>
                    <a:bodyPr/>
                    <a:lstStyle/>
                    <a:p>
                      <a:pPr marL="0" marR="0" lvl="0" indent="0" algn="l" rtl="0">
                        <a:spcBef>
                          <a:spcPts val="0"/>
                        </a:spcBef>
                        <a:spcAft>
                          <a:spcPts val="0"/>
                        </a:spcAft>
                        <a:buNone/>
                      </a:pPr>
                      <a:r>
                        <a:rPr lang="en-US" sz="1400"/>
                        <a:t>MBB</a:t>
                      </a:r>
                      <a:endParaRPr/>
                    </a:p>
                  </a:txBody>
                  <a:tcPr marL="121925" marR="121925" marT="45725" marB="45725"/>
                </a:tc>
                <a:tc>
                  <a:txBody>
                    <a:bodyPr/>
                    <a:lstStyle/>
                    <a:p>
                      <a:pPr marL="0" marR="0" lvl="0" indent="0" algn="ctr" rtl="0">
                        <a:spcBef>
                          <a:spcPts val="0"/>
                        </a:spcBef>
                        <a:spcAft>
                          <a:spcPts val="0"/>
                        </a:spcAft>
                        <a:buNone/>
                      </a:pPr>
                      <a:r>
                        <a:rPr lang="en-US" sz="1400"/>
                        <a:t>I</a:t>
                      </a:r>
                      <a:endParaRPr/>
                    </a:p>
                  </a:txBody>
                  <a:tcPr marL="121925" marR="121925" marT="45725" marB="45725"/>
                </a:tc>
                <a:tc>
                  <a:txBody>
                    <a:bodyPr/>
                    <a:lstStyle/>
                    <a:p>
                      <a:pPr marL="0" marR="0" lvl="0" indent="0" algn="ctr" rtl="0">
                        <a:spcBef>
                          <a:spcPts val="0"/>
                        </a:spcBef>
                        <a:spcAft>
                          <a:spcPts val="0"/>
                        </a:spcAft>
                        <a:buNone/>
                      </a:pPr>
                      <a:r>
                        <a:rPr lang="en-US" sz="1400"/>
                        <a:t>I</a:t>
                      </a:r>
                      <a:endParaRPr/>
                    </a:p>
                  </a:txBody>
                  <a:tcPr marL="121925" marR="121925" marT="45725" marB="45725"/>
                </a:tc>
                <a:tc>
                  <a:txBody>
                    <a:bodyPr/>
                    <a:lstStyle/>
                    <a:p>
                      <a:pPr marL="0" marR="0" lvl="0" indent="0" algn="ctr" rtl="0">
                        <a:spcBef>
                          <a:spcPts val="0"/>
                        </a:spcBef>
                        <a:spcAft>
                          <a:spcPts val="0"/>
                        </a:spcAft>
                        <a:buNone/>
                      </a:pPr>
                      <a:r>
                        <a:rPr lang="en-US" sz="1400"/>
                        <a:t>I</a:t>
                      </a:r>
                      <a:endParaRPr/>
                    </a:p>
                  </a:txBody>
                  <a:tcPr marL="121925" marR="121925" marT="45725" marB="45725"/>
                </a:tc>
                <a:extLst>
                  <a:ext uri="{0D108BD9-81ED-4DB2-BD59-A6C34878D82A}">
                    <a16:rowId xmlns:a16="http://schemas.microsoft.com/office/drawing/2014/main" val="10004"/>
                  </a:ext>
                </a:extLst>
              </a:tr>
              <a:tr h="282585">
                <a:tc>
                  <a:txBody>
                    <a:bodyPr/>
                    <a:lstStyle/>
                    <a:p>
                      <a:pPr marL="0" marR="0" lvl="0" indent="0" algn="l" rtl="0">
                        <a:lnSpc>
                          <a:spcPct val="100000"/>
                        </a:lnSpc>
                        <a:spcBef>
                          <a:spcPts val="0"/>
                        </a:spcBef>
                        <a:spcAft>
                          <a:spcPts val="0"/>
                        </a:spcAft>
                        <a:buClr>
                          <a:schemeClr val="dk1"/>
                        </a:buClr>
                        <a:buSzPts val="1400"/>
                        <a:buFont typeface="Georgia"/>
                        <a:buNone/>
                      </a:pPr>
                      <a:r>
                        <a:rPr lang="en-US" sz="1400" b="0" i="0" u="none" strike="noStrike" cap="none" dirty="0">
                          <a:solidFill>
                            <a:schemeClr val="dk1"/>
                          </a:solidFill>
                          <a:latin typeface="Georgia"/>
                          <a:ea typeface="Georgia"/>
                          <a:cs typeface="Georgia"/>
                          <a:sym typeface="Georgia"/>
                        </a:rPr>
                        <a:t>Sureshkumar Nemidoss</a:t>
                      </a:r>
                      <a:endParaRPr sz="1400" b="0" i="0" u="none" strike="noStrike" cap="none" dirty="0">
                        <a:solidFill>
                          <a:schemeClr val="dk1"/>
                        </a:solidFill>
                        <a:latin typeface="Georgia"/>
                        <a:ea typeface="Georgia"/>
                        <a:cs typeface="Georgia"/>
                        <a:sym typeface="Georgia"/>
                      </a:endParaRPr>
                    </a:p>
                  </a:txBody>
                  <a:tcPr marL="121925" marR="121925" marT="45725" marB="45725"/>
                </a:tc>
                <a:tc>
                  <a:txBody>
                    <a:bodyPr/>
                    <a:lstStyle/>
                    <a:p>
                      <a:pPr marL="0" marR="0" lvl="0" indent="0" algn="l" rtl="0">
                        <a:spcBef>
                          <a:spcPts val="0"/>
                        </a:spcBef>
                        <a:spcAft>
                          <a:spcPts val="0"/>
                        </a:spcAft>
                        <a:buNone/>
                      </a:pPr>
                      <a:r>
                        <a:rPr lang="en-US" sz="1400"/>
                        <a:t>Black Belt</a:t>
                      </a:r>
                      <a:endParaRPr/>
                    </a:p>
                  </a:txBody>
                  <a:tcPr marL="121925" marR="121925" marT="45725" marB="45725"/>
                </a:tc>
                <a:tc>
                  <a:txBody>
                    <a:bodyPr/>
                    <a:lstStyle/>
                    <a:p>
                      <a:pPr marL="0" marR="0" lvl="0" indent="0" algn="ctr" rtl="0">
                        <a:spcBef>
                          <a:spcPts val="0"/>
                        </a:spcBef>
                        <a:spcAft>
                          <a:spcPts val="0"/>
                        </a:spcAft>
                        <a:buNone/>
                      </a:pPr>
                      <a:r>
                        <a:rPr lang="en-US" sz="1400"/>
                        <a:t>I</a:t>
                      </a:r>
                      <a:endParaRPr/>
                    </a:p>
                  </a:txBody>
                  <a:tcPr marL="121925" marR="121925" marT="45725" marB="45725"/>
                </a:tc>
                <a:tc>
                  <a:txBody>
                    <a:bodyPr/>
                    <a:lstStyle/>
                    <a:p>
                      <a:pPr marL="0" marR="0" lvl="0" indent="0" algn="ctr" rtl="0">
                        <a:spcBef>
                          <a:spcPts val="0"/>
                        </a:spcBef>
                        <a:spcAft>
                          <a:spcPts val="0"/>
                        </a:spcAft>
                        <a:buNone/>
                      </a:pPr>
                      <a:r>
                        <a:rPr lang="en-US" sz="1400"/>
                        <a:t>I</a:t>
                      </a:r>
                      <a:endParaRPr/>
                    </a:p>
                  </a:txBody>
                  <a:tcPr marL="121925" marR="121925" marT="45725" marB="45725"/>
                </a:tc>
                <a:tc>
                  <a:txBody>
                    <a:bodyPr/>
                    <a:lstStyle/>
                    <a:p>
                      <a:pPr marL="0" marR="0" lvl="0" indent="0" algn="ctr" rtl="0">
                        <a:spcBef>
                          <a:spcPts val="0"/>
                        </a:spcBef>
                        <a:spcAft>
                          <a:spcPts val="0"/>
                        </a:spcAft>
                        <a:buNone/>
                      </a:pPr>
                      <a:r>
                        <a:rPr lang="en-US" sz="1400"/>
                        <a:t>I</a:t>
                      </a:r>
                      <a:endParaRPr/>
                    </a:p>
                  </a:txBody>
                  <a:tcPr marL="121925" marR="121925" marT="45725" marB="45725"/>
                </a:tc>
                <a:extLst>
                  <a:ext uri="{0D108BD9-81ED-4DB2-BD59-A6C34878D82A}">
                    <a16:rowId xmlns:a16="http://schemas.microsoft.com/office/drawing/2014/main" val="10005"/>
                  </a:ext>
                </a:extLst>
              </a:tr>
              <a:tr h="3645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dirty="0">
                          <a:solidFill>
                            <a:schemeClr val="dk1"/>
                          </a:solidFill>
                          <a:latin typeface="+mn-lt"/>
                          <a:ea typeface="Georgia"/>
                          <a:cs typeface="Georgia"/>
                          <a:sym typeface="Georgia"/>
                        </a:rPr>
                        <a:t>Savita Shekhawat</a:t>
                      </a:r>
                    </a:p>
                  </a:txBody>
                  <a:tcPr marL="121925" marR="121925" marT="45725" marB="45725"/>
                </a:tc>
                <a:tc>
                  <a:txBody>
                    <a:bodyPr/>
                    <a:lstStyle/>
                    <a:p>
                      <a:pPr marL="0" marR="0" lvl="0" indent="0" algn="l" rtl="0">
                        <a:spcBef>
                          <a:spcPts val="0"/>
                        </a:spcBef>
                        <a:spcAft>
                          <a:spcPts val="0"/>
                        </a:spcAft>
                        <a:buNone/>
                      </a:pPr>
                      <a:r>
                        <a:rPr lang="en-US" sz="1400" dirty="0"/>
                        <a:t>Project Owner</a:t>
                      </a:r>
                      <a:endParaRPr dirty="0"/>
                    </a:p>
                  </a:txBody>
                  <a:tcPr marL="121925" marR="121925" marT="45725" marB="45725"/>
                </a:tc>
                <a:tc>
                  <a:txBody>
                    <a:bodyPr/>
                    <a:lstStyle/>
                    <a:p>
                      <a:pPr marL="0" marR="0" lvl="0" indent="0" algn="ctr" rtl="0">
                        <a:spcBef>
                          <a:spcPts val="0"/>
                        </a:spcBef>
                        <a:spcAft>
                          <a:spcPts val="0"/>
                        </a:spcAft>
                        <a:buNone/>
                      </a:pPr>
                      <a:r>
                        <a:rPr lang="en-US" sz="1400"/>
                        <a:t>A</a:t>
                      </a:r>
                      <a:endParaRPr/>
                    </a:p>
                  </a:txBody>
                  <a:tcPr marL="121925" marR="121925" marT="45725" marB="45725"/>
                </a:tc>
                <a:tc>
                  <a:txBody>
                    <a:bodyPr/>
                    <a:lstStyle/>
                    <a:p>
                      <a:pPr marL="0" marR="0" lvl="0" indent="0" algn="ctr" rtl="0">
                        <a:spcBef>
                          <a:spcPts val="0"/>
                        </a:spcBef>
                        <a:spcAft>
                          <a:spcPts val="0"/>
                        </a:spcAft>
                        <a:buNone/>
                      </a:pPr>
                      <a:r>
                        <a:rPr lang="en-US" sz="1400"/>
                        <a:t>A</a:t>
                      </a:r>
                      <a:endParaRPr/>
                    </a:p>
                  </a:txBody>
                  <a:tcPr marL="121925" marR="121925" marT="45725" marB="45725"/>
                </a:tc>
                <a:tc>
                  <a:txBody>
                    <a:bodyPr/>
                    <a:lstStyle/>
                    <a:p>
                      <a:pPr marL="0" marR="0" lvl="0" indent="0" algn="ctr" rtl="0">
                        <a:spcBef>
                          <a:spcPts val="0"/>
                        </a:spcBef>
                        <a:spcAft>
                          <a:spcPts val="0"/>
                        </a:spcAft>
                        <a:buNone/>
                      </a:pPr>
                      <a:r>
                        <a:rPr lang="en-US" sz="1400"/>
                        <a:t>A</a:t>
                      </a:r>
                      <a:endParaRPr/>
                    </a:p>
                  </a:txBody>
                  <a:tcPr marL="121925" marR="121925" marT="45725" marB="45725"/>
                </a:tc>
                <a:extLst>
                  <a:ext uri="{0D108BD9-81ED-4DB2-BD59-A6C34878D82A}">
                    <a16:rowId xmlns:a16="http://schemas.microsoft.com/office/drawing/2014/main" val="10006"/>
                  </a:ext>
                </a:extLst>
              </a:tr>
              <a:tr h="5369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cap="none" dirty="0">
                          <a:solidFill>
                            <a:schemeClr val="dk1"/>
                          </a:solidFill>
                          <a:latin typeface="+mn-lt"/>
                          <a:ea typeface="Georgia"/>
                          <a:cs typeface="Georgia"/>
                          <a:sym typeface="Georgia"/>
                        </a:rPr>
                        <a:t>Savita Shekhawat</a:t>
                      </a:r>
                      <a:endParaRPr dirty="0"/>
                    </a:p>
                  </a:txBody>
                  <a:tcPr marL="121925" marR="121925" marT="45725" marB="45725"/>
                </a:tc>
                <a:tc>
                  <a:txBody>
                    <a:bodyPr/>
                    <a:lstStyle/>
                    <a:p>
                      <a:pPr marL="0" marR="0" lvl="0" indent="0" algn="l" rtl="0">
                        <a:spcBef>
                          <a:spcPts val="0"/>
                        </a:spcBef>
                        <a:spcAft>
                          <a:spcPts val="0"/>
                        </a:spcAft>
                        <a:buNone/>
                      </a:pPr>
                      <a:r>
                        <a:rPr lang="en-US" sz="1400" dirty="0"/>
                        <a:t>Project Team</a:t>
                      </a:r>
                      <a:endParaRPr dirty="0"/>
                    </a:p>
                  </a:txBody>
                  <a:tcPr marL="121925" marR="121925" marT="45725" marB="45725"/>
                </a:tc>
                <a:tc>
                  <a:txBody>
                    <a:bodyPr/>
                    <a:lstStyle/>
                    <a:p>
                      <a:pPr marL="0" marR="0" lvl="0" indent="0" algn="ctr" rtl="0">
                        <a:spcBef>
                          <a:spcPts val="0"/>
                        </a:spcBef>
                        <a:spcAft>
                          <a:spcPts val="0"/>
                        </a:spcAft>
                        <a:buNone/>
                      </a:pPr>
                      <a:r>
                        <a:rPr lang="en-US" sz="1400"/>
                        <a:t>M</a:t>
                      </a:r>
                      <a:endParaRPr/>
                    </a:p>
                  </a:txBody>
                  <a:tcPr marL="121925" marR="121925" marT="45725" marB="45725"/>
                </a:tc>
                <a:tc>
                  <a:txBody>
                    <a:bodyPr/>
                    <a:lstStyle/>
                    <a:p>
                      <a:pPr marL="0" marR="0" lvl="0" indent="0" algn="ctr" rtl="0">
                        <a:spcBef>
                          <a:spcPts val="0"/>
                        </a:spcBef>
                        <a:spcAft>
                          <a:spcPts val="0"/>
                        </a:spcAft>
                        <a:buNone/>
                      </a:pPr>
                      <a:r>
                        <a:rPr lang="en-US" sz="1400" dirty="0"/>
                        <a:t>M</a:t>
                      </a:r>
                      <a:endParaRPr dirty="0"/>
                    </a:p>
                  </a:txBody>
                  <a:tcPr marL="121925" marR="121925" marT="45725" marB="45725"/>
                </a:tc>
                <a:tc>
                  <a:txBody>
                    <a:bodyPr/>
                    <a:lstStyle/>
                    <a:p>
                      <a:pPr marL="0" marR="0" lvl="0" indent="0" algn="ctr" rtl="0">
                        <a:spcBef>
                          <a:spcPts val="0"/>
                        </a:spcBef>
                        <a:spcAft>
                          <a:spcPts val="0"/>
                        </a:spcAft>
                        <a:buNone/>
                      </a:pPr>
                      <a:r>
                        <a:rPr lang="en-US" sz="1400" dirty="0"/>
                        <a:t>M</a:t>
                      </a:r>
                      <a:endParaRPr dirty="0"/>
                    </a:p>
                  </a:txBody>
                  <a:tcPr marL="121925" marR="121925" marT="45725" marB="45725"/>
                </a:tc>
                <a:extLst>
                  <a:ext uri="{0D108BD9-81ED-4DB2-BD59-A6C34878D82A}">
                    <a16:rowId xmlns:a16="http://schemas.microsoft.com/office/drawing/2014/main" val="10007"/>
                  </a:ext>
                </a:extLst>
              </a:tr>
            </a:tbl>
          </a:graphicData>
        </a:graphic>
      </p:graphicFrame>
      <p:sp>
        <p:nvSpPr>
          <p:cNvPr id="930" name="Google Shape;930;p72"/>
          <p:cNvSpPr txBox="1"/>
          <p:nvPr/>
        </p:nvSpPr>
        <p:spPr>
          <a:xfrm>
            <a:off x="4648201" y="245758"/>
            <a:ext cx="1600200" cy="584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2549"/>
              </a:buClr>
              <a:buSzPts val="3200"/>
              <a:buFont typeface="Georgia"/>
              <a:buNone/>
            </a:pPr>
            <a:r>
              <a:rPr lang="en-US" sz="3200" dirty="0">
                <a:solidFill>
                  <a:srgbClr val="052549"/>
                </a:solidFill>
                <a:latin typeface="Georgia"/>
                <a:ea typeface="Georgia"/>
                <a:cs typeface="Georgia"/>
                <a:sym typeface="Georgia"/>
              </a:rPr>
              <a:t>ARMI</a:t>
            </a:r>
            <a:endParaRPr sz="3200" b="0" i="0" u="none" strike="noStrike" cap="none" dirty="0">
              <a:solidFill>
                <a:srgbClr val="052549"/>
              </a:solidFill>
              <a:latin typeface="Georgia"/>
              <a:ea typeface="Georgia"/>
              <a:cs typeface="Georgia"/>
              <a:sym typeface="Georgia"/>
            </a:endParaRPr>
          </a:p>
        </p:txBody>
      </p:sp>
      <p:sp>
        <p:nvSpPr>
          <p:cNvPr id="931" name="Google Shape;931;p72"/>
          <p:cNvSpPr txBox="1"/>
          <p:nvPr/>
        </p:nvSpPr>
        <p:spPr>
          <a:xfrm>
            <a:off x="0" y="-22795"/>
            <a:ext cx="4978400" cy="2616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a:solidFill>
                  <a:schemeClr val="dk1"/>
                </a:solidFill>
                <a:latin typeface="Georgia"/>
                <a:ea typeface="Georgia"/>
                <a:cs typeface="Georgia"/>
                <a:sym typeface="Georgia"/>
              </a:rPr>
              <a:t>Step 1: Building Process Framework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9" name="Table 18"/>
          <p:cNvGraphicFramePr>
            <a:graphicFrameLocks noGrp="1"/>
          </p:cNvGraphicFramePr>
          <p:nvPr>
            <p:extLst>
              <p:ext uri="{D42A27DB-BD31-4B8C-83A1-F6EECF244321}">
                <p14:modId xmlns:p14="http://schemas.microsoft.com/office/powerpoint/2010/main" val="2189883715"/>
              </p:ext>
            </p:extLst>
          </p:nvPr>
        </p:nvGraphicFramePr>
        <p:xfrm>
          <a:off x="339743" y="821948"/>
          <a:ext cx="11826857" cy="3140453"/>
        </p:xfrm>
        <a:graphic>
          <a:graphicData uri="http://schemas.openxmlformats.org/drawingml/2006/table">
            <a:tbl>
              <a:tblPr firstRow="1" bandRow="1">
                <a:tableStyleId>{5940675A-B579-460E-94D1-54222C63F5DA}</a:tableStyleId>
              </a:tblPr>
              <a:tblGrid>
                <a:gridCol w="1689551">
                  <a:extLst>
                    <a:ext uri="{9D8B030D-6E8A-4147-A177-3AD203B41FA5}">
                      <a16:colId xmlns:a16="http://schemas.microsoft.com/office/drawing/2014/main" val="20000"/>
                    </a:ext>
                  </a:extLst>
                </a:gridCol>
                <a:gridCol w="1689551">
                  <a:extLst>
                    <a:ext uri="{9D8B030D-6E8A-4147-A177-3AD203B41FA5}">
                      <a16:colId xmlns:a16="http://schemas.microsoft.com/office/drawing/2014/main" val="20001"/>
                    </a:ext>
                  </a:extLst>
                </a:gridCol>
                <a:gridCol w="1689551">
                  <a:extLst>
                    <a:ext uri="{9D8B030D-6E8A-4147-A177-3AD203B41FA5}">
                      <a16:colId xmlns:a16="http://schemas.microsoft.com/office/drawing/2014/main" val="20002"/>
                    </a:ext>
                  </a:extLst>
                </a:gridCol>
                <a:gridCol w="1689551">
                  <a:extLst>
                    <a:ext uri="{9D8B030D-6E8A-4147-A177-3AD203B41FA5}">
                      <a16:colId xmlns:a16="http://schemas.microsoft.com/office/drawing/2014/main" val="20003"/>
                    </a:ext>
                  </a:extLst>
                </a:gridCol>
                <a:gridCol w="1689551">
                  <a:extLst>
                    <a:ext uri="{9D8B030D-6E8A-4147-A177-3AD203B41FA5}">
                      <a16:colId xmlns:a16="http://schemas.microsoft.com/office/drawing/2014/main" val="20004"/>
                    </a:ext>
                  </a:extLst>
                </a:gridCol>
                <a:gridCol w="1689551">
                  <a:extLst>
                    <a:ext uri="{9D8B030D-6E8A-4147-A177-3AD203B41FA5}">
                      <a16:colId xmlns:a16="http://schemas.microsoft.com/office/drawing/2014/main" val="20005"/>
                    </a:ext>
                  </a:extLst>
                </a:gridCol>
                <a:gridCol w="1689551">
                  <a:extLst>
                    <a:ext uri="{9D8B030D-6E8A-4147-A177-3AD203B41FA5}">
                      <a16:colId xmlns:a16="http://schemas.microsoft.com/office/drawing/2014/main" val="20006"/>
                    </a:ext>
                  </a:extLst>
                </a:gridCol>
              </a:tblGrid>
              <a:tr h="290378">
                <a:tc>
                  <a:txBody>
                    <a:bodyPr/>
                    <a:lstStyle/>
                    <a:p>
                      <a:pPr algn="ctr"/>
                      <a:r>
                        <a:rPr lang="en-US" sz="1400" b="1" baseline="0" dirty="0"/>
                        <a:t>Apr’ 2020</a:t>
                      </a:r>
                      <a:endParaRPr lang="en-US" sz="1400" b="1" dirty="0"/>
                    </a:p>
                  </a:txBody>
                  <a:tcPr marL="121920" marR="121920" anchor="ctr"/>
                </a:tc>
                <a:tc>
                  <a:txBody>
                    <a:bodyPr/>
                    <a:lstStyle/>
                    <a:p>
                      <a:pPr algn="ctr"/>
                      <a:r>
                        <a:rPr lang="en-US" sz="1400" b="1" dirty="0"/>
                        <a:t>May’2020</a:t>
                      </a:r>
                    </a:p>
                  </a:txBody>
                  <a:tcPr marL="121920" marR="121920" anchor="ctr"/>
                </a:tc>
                <a:tc>
                  <a:txBody>
                    <a:bodyPr/>
                    <a:lstStyle/>
                    <a:p>
                      <a:pPr algn="ctr"/>
                      <a:r>
                        <a:rPr lang="en-US" sz="1400" b="1" dirty="0"/>
                        <a:t>June’2020</a:t>
                      </a:r>
                    </a:p>
                  </a:txBody>
                  <a:tcPr marL="121920" marR="121920" anchor="ctr"/>
                </a:tc>
                <a:tc>
                  <a:txBody>
                    <a:bodyPr/>
                    <a:lstStyle/>
                    <a:p>
                      <a:pPr algn="ctr"/>
                      <a:r>
                        <a:rPr lang="en-US" sz="1400" b="1" dirty="0"/>
                        <a:t>July’2020</a:t>
                      </a:r>
                    </a:p>
                  </a:txBody>
                  <a:tcPr marL="121920" marR="121920" anchor="ctr"/>
                </a:tc>
                <a:tc>
                  <a:txBody>
                    <a:bodyPr/>
                    <a:lstStyle/>
                    <a:p>
                      <a:pPr algn="ctr"/>
                      <a:r>
                        <a:rPr lang="en-US" sz="1400" b="1" dirty="0"/>
                        <a:t>Aug’2020</a:t>
                      </a:r>
                    </a:p>
                  </a:txBody>
                  <a:tcPr marL="121920" marR="121920" anchor="ctr"/>
                </a:tc>
                <a:tc>
                  <a:txBody>
                    <a:bodyPr/>
                    <a:lstStyle/>
                    <a:p>
                      <a:pPr algn="ctr"/>
                      <a:r>
                        <a:rPr lang="en-US" sz="1400" b="1" dirty="0"/>
                        <a:t>Sep’2020</a:t>
                      </a:r>
                    </a:p>
                  </a:txBody>
                  <a:tcPr marL="121920" marR="121920" anchor="ctr"/>
                </a:tc>
                <a:tc>
                  <a:txBody>
                    <a:bodyPr/>
                    <a:lstStyle/>
                    <a:p>
                      <a:pPr algn="ctr"/>
                      <a:r>
                        <a:rPr lang="en-US" sz="1400" b="1" dirty="0"/>
                        <a:t>Oct’2020</a:t>
                      </a:r>
                    </a:p>
                  </a:txBody>
                  <a:tcPr marL="121920" marR="121920" anchor="ctr"/>
                </a:tc>
                <a:extLst>
                  <a:ext uri="{0D108BD9-81ED-4DB2-BD59-A6C34878D82A}">
                    <a16:rowId xmlns:a16="http://schemas.microsoft.com/office/drawing/2014/main" val="10000"/>
                  </a:ext>
                </a:extLst>
              </a:tr>
              <a:tr h="2835653">
                <a:tc>
                  <a:txBody>
                    <a:bodyPr/>
                    <a:lstStyle/>
                    <a:p>
                      <a:endParaRPr lang="en-US" dirty="0"/>
                    </a:p>
                  </a:txBody>
                  <a:tcPr marL="121920" marR="121920">
                    <a:solidFill>
                      <a:schemeClr val="accent4">
                        <a:lumMod val="20000"/>
                        <a:lumOff val="80000"/>
                      </a:schemeClr>
                    </a:solidFill>
                  </a:tcPr>
                </a:tc>
                <a:tc>
                  <a:txBody>
                    <a:bodyPr/>
                    <a:lstStyle/>
                    <a:p>
                      <a:endParaRPr lang="en-US" dirty="0"/>
                    </a:p>
                  </a:txBody>
                  <a:tcPr marL="121920" marR="121920">
                    <a:solidFill>
                      <a:schemeClr val="accent4">
                        <a:lumMod val="20000"/>
                        <a:lumOff val="80000"/>
                      </a:schemeClr>
                    </a:solidFill>
                  </a:tcPr>
                </a:tc>
                <a:tc>
                  <a:txBody>
                    <a:bodyPr/>
                    <a:lstStyle/>
                    <a:p>
                      <a:endParaRPr lang="en-US" dirty="0"/>
                    </a:p>
                  </a:txBody>
                  <a:tcPr marL="121920" marR="121920">
                    <a:solidFill>
                      <a:schemeClr val="accent4">
                        <a:lumMod val="20000"/>
                        <a:lumOff val="80000"/>
                      </a:schemeClr>
                    </a:solidFill>
                  </a:tcPr>
                </a:tc>
                <a:tc>
                  <a:txBody>
                    <a:bodyPr/>
                    <a:lstStyle/>
                    <a:p>
                      <a:endParaRPr lang="en-US" dirty="0"/>
                    </a:p>
                  </a:txBody>
                  <a:tcPr marL="121920" marR="121920">
                    <a:solidFill>
                      <a:schemeClr val="accent4">
                        <a:lumMod val="20000"/>
                        <a:lumOff val="80000"/>
                      </a:schemeClr>
                    </a:solidFill>
                  </a:tcPr>
                </a:tc>
                <a:tc>
                  <a:txBody>
                    <a:bodyPr/>
                    <a:lstStyle/>
                    <a:p>
                      <a:endParaRPr lang="en-US" dirty="0"/>
                    </a:p>
                  </a:txBody>
                  <a:tcPr marL="121920" marR="121920">
                    <a:solidFill>
                      <a:schemeClr val="accent4">
                        <a:lumMod val="20000"/>
                        <a:lumOff val="80000"/>
                      </a:schemeClr>
                    </a:solidFill>
                  </a:tcPr>
                </a:tc>
                <a:tc>
                  <a:txBody>
                    <a:bodyPr/>
                    <a:lstStyle/>
                    <a:p>
                      <a:endParaRPr lang="en-US" dirty="0"/>
                    </a:p>
                  </a:txBody>
                  <a:tcPr marL="121920" marR="121920">
                    <a:solidFill>
                      <a:schemeClr val="accent4">
                        <a:lumMod val="20000"/>
                        <a:lumOff val="80000"/>
                      </a:schemeClr>
                    </a:solidFill>
                  </a:tcPr>
                </a:tc>
                <a:tc>
                  <a:txBody>
                    <a:bodyPr/>
                    <a:lstStyle/>
                    <a:p>
                      <a:endParaRPr lang="en-US" dirty="0"/>
                    </a:p>
                  </a:txBody>
                  <a:tcPr marL="121920" marR="121920">
                    <a:solidFill>
                      <a:schemeClr val="accent4">
                        <a:lumMod val="20000"/>
                        <a:lumOff val="80000"/>
                      </a:schemeClr>
                    </a:solidFill>
                  </a:tcPr>
                </a:tc>
                <a:extLst>
                  <a:ext uri="{0D108BD9-81ED-4DB2-BD59-A6C34878D82A}">
                    <a16:rowId xmlns:a16="http://schemas.microsoft.com/office/drawing/2014/main" val="10001"/>
                  </a:ext>
                </a:extLst>
              </a:tr>
            </a:tbl>
          </a:graphicData>
        </a:graphic>
      </p:graphicFrame>
      <p:sp>
        <p:nvSpPr>
          <p:cNvPr id="6" name="Notched Right Arrow 5"/>
          <p:cNvSpPr/>
          <p:nvPr/>
        </p:nvSpPr>
        <p:spPr>
          <a:xfrm>
            <a:off x="339742" y="1143000"/>
            <a:ext cx="1641458" cy="869400"/>
          </a:xfrm>
          <a:prstGeom prst="notchedRightArrow">
            <a:avLst>
              <a:gd name="adj1" fmla="val 60376"/>
              <a:gd name="adj2" fmla="val 48845"/>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B050"/>
              </a:solidFill>
            </a:endParaRPr>
          </a:p>
        </p:txBody>
      </p:sp>
      <p:sp>
        <p:nvSpPr>
          <p:cNvPr id="39" name="Title 1"/>
          <p:cNvSpPr txBox="1">
            <a:spLocks/>
          </p:cNvSpPr>
          <p:nvPr/>
        </p:nvSpPr>
        <p:spPr bwMode="auto">
          <a:xfrm>
            <a:off x="365146" y="395244"/>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anose="020B0603020202020204" pitchFamily="34" charset="0"/>
              </a:rPr>
              <a:t>Project Schedule</a:t>
            </a:r>
            <a:endParaRPr lang="en-IN" sz="2000" dirty="0">
              <a:solidFill>
                <a:srgbClr val="006AB2"/>
              </a:solidFill>
              <a:latin typeface="Trebuchet MS" pitchFamily="34" charset="0"/>
            </a:endParaRPr>
          </a:p>
        </p:txBody>
      </p:sp>
      <p:sp>
        <p:nvSpPr>
          <p:cNvPr id="51" name="Oval 50"/>
          <p:cNvSpPr/>
          <p:nvPr/>
        </p:nvSpPr>
        <p:spPr>
          <a:xfrm>
            <a:off x="6147181" y="571008"/>
            <a:ext cx="266569" cy="182880"/>
          </a:xfrm>
          <a:prstGeom prst="ellipse">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52" name="TextBox 51"/>
          <p:cNvSpPr txBox="1"/>
          <p:nvPr/>
        </p:nvSpPr>
        <p:spPr>
          <a:xfrm>
            <a:off x="6386916" y="532897"/>
            <a:ext cx="744114" cy="276999"/>
          </a:xfrm>
          <a:prstGeom prst="rect">
            <a:avLst/>
          </a:prstGeom>
          <a:noFill/>
        </p:spPr>
        <p:txBody>
          <a:bodyPr wrap="none" rtlCol="0">
            <a:spAutoFit/>
          </a:bodyPr>
          <a:lstStyle/>
          <a:p>
            <a:r>
              <a:rPr lang="en-US" sz="1200" dirty="0"/>
              <a:t>Planned</a:t>
            </a:r>
          </a:p>
        </p:txBody>
      </p:sp>
      <p:sp>
        <p:nvSpPr>
          <p:cNvPr id="53" name="Oval 52"/>
          <p:cNvSpPr/>
          <p:nvPr/>
        </p:nvSpPr>
        <p:spPr>
          <a:xfrm>
            <a:off x="8093098" y="571008"/>
            <a:ext cx="266569" cy="182880"/>
          </a:xfrm>
          <a:prstGeom prst="ellipse">
            <a:avLst/>
          </a:prstGeom>
          <a:solidFill>
            <a:schemeClr val="bg2">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54" name="TextBox 53"/>
          <p:cNvSpPr txBox="1"/>
          <p:nvPr/>
        </p:nvSpPr>
        <p:spPr>
          <a:xfrm>
            <a:off x="8359667" y="523949"/>
            <a:ext cx="958917" cy="276999"/>
          </a:xfrm>
          <a:prstGeom prst="rect">
            <a:avLst/>
          </a:prstGeom>
          <a:noFill/>
        </p:spPr>
        <p:txBody>
          <a:bodyPr wrap="none" rtlCol="0">
            <a:spAutoFit/>
          </a:bodyPr>
          <a:lstStyle/>
          <a:p>
            <a:r>
              <a:rPr lang="en-US" sz="1200" dirty="0"/>
              <a:t>In Progress</a:t>
            </a:r>
          </a:p>
        </p:txBody>
      </p:sp>
      <p:sp>
        <p:nvSpPr>
          <p:cNvPr id="55" name="Oval 54"/>
          <p:cNvSpPr/>
          <p:nvPr/>
        </p:nvSpPr>
        <p:spPr>
          <a:xfrm>
            <a:off x="10302205" y="579955"/>
            <a:ext cx="266569" cy="182880"/>
          </a:xfrm>
          <a:prstGeom prst="ellipse">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rgbClr val="00B050"/>
              </a:solidFill>
            </a:endParaRPr>
          </a:p>
        </p:txBody>
      </p:sp>
      <p:sp>
        <p:nvSpPr>
          <p:cNvPr id="56" name="TextBox 55"/>
          <p:cNvSpPr txBox="1"/>
          <p:nvPr/>
        </p:nvSpPr>
        <p:spPr>
          <a:xfrm>
            <a:off x="10568774" y="523949"/>
            <a:ext cx="923651" cy="276999"/>
          </a:xfrm>
          <a:prstGeom prst="rect">
            <a:avLst/>
          </a:prstGeom>
          <a:noFill/>
        </p:spPr>
        <p:txBody>
          <a:bodyPr wrap="none" rtlCol="0">
            <a:spAutoFit/>
          </a:bodyPr>
          <a:lstStyle/>
          <a:p>
            <a:r>
              <a:rPr lang="en-US" sz="1200" dirty="0"/>
              <a:t>Completed</a:t>
            </a:r>
          </a:p>
        </p:txBody>
      </p:sp>
      <p:sp>
        <p:nvSpPr>
          <p:cNvPr id="20" name="Rectangle 19"/>
          <p:cNvSpPr/>
          <p:nvPr/>
        </p:nvSpPr>
        <p:spPr>
          <a:xfrm>
            <a:off x="380386" y="1266848"/>
            <a:ext cx="1296014" cy="646331"/>
          </a:xfrm>
          <a:prstGeom prst="rect">
            <a:avLst/>
          </a:prstGeom>
        </p:spPr>
        <p:txBody>
          <a:bodyPr wrap="square">
            <a:spAutoFit/>
          </a:bodyPr>
          <a:lstStyle/>
          <a:p>
            <a:pPr lvl="0" algn="ctr"/>
            <a:r>
              <a:rPr lang="en-US" altLang="en-US" sz="900" b="1" dirty="0">
                <a:solidFill>
                  <a:srgbClr val="000000"/>
                </a:solidFill>
                <a:latin typeface="Arial" panose="020B0604020202020204" pitchFamily="34" charset="0"/>
                <a:ea typeface="Roboto"/>
                <a:cs typeface="Roboto"/>
              </a:rPr>
              <a:t>Share business and technical requirements for Migration </a:t>
            </a:r>
            <a:endParaRPr lang="en-US" sz="900" dirty="0">
              <a:solidFill>
                <a:schemeClr val="accent5">
                  <a:lumMod val="50000"/>
                </a:schemeClr>
              </a:solidFill>
            </a:endParaRPr>
          </a:p>
        </p:txBody>
      </p:sp>
      <p:sp>
        <p:nvSpPr>
          <p:cNvPr id="42" name="Notched Right Arrow 41"/>
          <p:cNvSpPr/>
          <p:nvPr/>
        </p:nvSpPr>
        <p:spPr>
          <a:xfrm>
            <a:off x="1953535" y="1675878"/>
            <a:ext cx="1704066" cy="474602"/>
          </a:xfrm>
          <a:prstGeom prst="notchedRightArrow">
            <a:avLst>
              <a:gd name="adj1" fmla="val 60376"/>
              <a:gd name="adj2" fmla="val 48845"/>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B050"/>
              </a:solidFill>
            </a:endParaRPr>
          </a:p>
        </p:txBody>
      </p:sp>
      <p:sp>
        <p:nvSpPr>
          <p:cNvPr id="18" name="Rectangle 17"/>
          <p:cNvSpPr/>
          <p:nvPr/>
        </p:nvSpPr>
        <p:spPr>
          <a:xfrm>
            <a:off x="2039487" y="1797763"/>
            <a:ext cx="1555505" cy="230832"/>
          </a:xfrm>
          <a:prstGeom prst="rect">
            <a:avLst/>
          </a:prstGeom>
        </p:spPr>
        <p:txBody>
          <a:bodyPr wrap="square">
            <a:spAutoFit/>
          </a:bodyPr>
          <a:lstStyle/>
          <a:p>
            <a:r>
              <a:rPr lang="en-US" altLang="en-US" sz="900" b="1" dirty="0">
                <a:solidFill>
                  <a:srgbClr val="000000"/>
                </a:solidFill>
                <a:latin typeface="Arial" panose="020B0604020202020204" pitchFamily="34" charset="0"/>
                <a:ea typeface="Roboto"/>
                <a:cs typeface="Roboto"/>
              </a:rPr>
              <a:t>Complete all the analysis</a:t>
            </a:r>
            <a:endParaRPr lang="en-US" altLang="en-US" sz="900" dirty="0">
              <a:solidFill>
                <a:srgbClr val="000000"/>
              </a:solidFill>
              <a:latin typeface="Arial" panose="020B0604020202020204" pitchFamily="34" charset="0"/>
              <a:ea typeface="Roboto"/>
              <a:cs typeface="Roboto"/>
            </a:endParaRPr>
          </a:p>
        </p:txBody>
      </p:sp>
      <p:sp>
        <p:nvSpPr>
          <p:cNvPr id="44" name="Notched Right Arrow 43"/>
          <p:cNvSpPr/>
          <p:nvPr/>
        </p:nvSpPr>
        <p:spPr>
          <a:xfrm>
            <a:off x="3643596" y="2102092"/>
            <a:ext cx="2768982" cy="474602"/>
          </a:xfrm>
          <a:prstGeom prst="notchedRightArrow">
            <a:avLst>
              <a:gd name="adj1" fmla="val 60376"/>
              <a:gd name="adj2" fmla="val 48845"/>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B050"/>
              </a:solidFill>
            </a:endParaRPr>
          </a:p>
        </p:txBody>
      </p:sp>
      <p:sp>
        <p:nvSpPr>
          <p:cNvPr id="25" name="Rectangle 24"/>
          <p:cNvSpPr/>
          <p:nvPr/>
        </p:nvSpPr>
        <p:spPr>
          <a:xfrm>
            <a:off x="3811961" y="2238989"/>
            <a:ext cx="2542594" cy="230832"/>
          </a:xfrm>
          <a:prstGeom prst="rect">
            <a:avLst/>
          </a:prstGeom>
        </p:spPr>
        <p:txBody>
          <a:bodyPr wrap="square">
            <a:spAutoFit/>
          </a:bodyPr>
          <a:lstStyle/>
          <a:p>
            <a:pPr>
              <a:defRPr/>
            </a:pPr>
            <a:r>
              <a:rPr lang="en-US" sz="900" b="1" dirty="0">
                <a:solidFill>
                  <a:schemeClr val="tx1">
                    <a:lumMod val="50000"/>
                  </a:schemeClr>
                </a:solidFill>
                <a:latin typeface="Arial" panose="020B0604020202020204" pitchFamily="34" charset="0"/>
                <a:cs typeface="Arial" panose="020B0604020202020204" pitchFamily="34" charset="0"/>
              </a:rPr>
              <a:t>Complete the Infrastructure Build </a:t>
            </a:r>
            <a:endParaRPr lang="en-US" sz="900" dirty="0">
              <a:solidFill>
                <a:schemeClr val="tx1">
                  <a:lumMod val="50000"/>
                </a:schemeClr>
              </a:solidFill>
              <a:latin typeface="Arial" panose="020B0604020202020204" pitchFamily="34" charset="0"/>
              <a:cs typeface="Arial" panose="020B0604020202020204" pitchFamily="34" charset="0"/>
            </a:endParaRPr>
          </a:p>
        </p:txBody>
      </p:sp>
      <p:sp>
        <p:nvSpPr>
          <p:cNvPr id="45" name="Notched Right Arrow 44"/>
          <p:cNvSpPr/>
          <p:nvPr/>
        </p:nvSpPr>
        <p:spPr>
          <a:xfrm>
            <a:off x="6354555" y="2530719"/>
            <a:ext cx="1570245" cy="550778"/>
          </a:xfrm>
          <a:prstGeom prst="notchedRightArrow">
            <a:avLst>
              <a:gd name="adj1" fmla="val 60376"/>
              <a:gd name="adj2" fmla="val 48845"/>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solidFill>
                <a:srgbClr val="00B050"/>
              </a:solidFill>
            </a:endParaRPr>
          </a:p>
        </p:txBody>
      </p:sp>
      <p:sp>
        <p:nvSpPr>
          <p:cNvPr id="27" name="Rectangle 26"/>
          <p:cNvSpPr/>
          <p:nvPr/>
        </p:nvSpPr>
        <p:spPr>
          <a:xfrm>
            <a:off x="6432507" y="2631853"/>
            <a:ext cx="1492293" cy="369332"/>
          </a:xfrm>
          <a:prstGeom prst="rect">
            <a:avLst/>
          </a:prstGeom>
        </p:spPr>
        <p:txBody>
          <a:bodyPr wrap="square">
            <a:spAutoFit/>
          </a:bodyPr>
          <a:lstStyle/>
          <a:p>
            <a:r>
              <a:rPr lang="en-US" altLang="en-US" sz="900" b="1" dirty="0">
                <a:solidFill>
                  <a:srgbClr val="000000"/>
                </a:solidFill>
                <a:latin typeface="Arial" panose="020B0604020202020204" pitchFamily="34" charset="0"/>
                <a:ea typeface="Roboto"/>
                <a:cs typeface="Roboto"/>
              </a:rPr>
              <a:t>Complete all the testing in lower level test env</a:t>
            </a:r>
          </a:p>
        </p:txBody>
      </p:sp>
      <p:graphicFrame>
        <p:nvGraphicFramePr>
          <p:cNvPr id="24" name="Table 23"/>
          <p:cNvGraphicFramePr>
            <a:graphicFrameLocks noGrp="1"/>
          </p:cNvGraphicFramePr>
          <p:nvPr>
            <p:extLst>
              <p:ext uri="{D42A27DB-BD31-4B8C-83A1-F6EECF244321}">
                <p14:modId xmlns:p14="http://schemas.microsoft.com/office/powerpoint/2010/main" val="917009471"/>
              </p:ext>
            </p:extLst>
          </p:nvPr>
        </p:nvGraphicFramePr>
        <p:xfrm>
          <a:off x="711201" y="4038600"/>
          <a:ext cx="11131489" cy="2167890"/>
        </p:xfrm>
        <a:graphic>
          <a:graphicData uri="http://schemas.openxmlformats.org/drawingml/2006/table">
            <a:tbl>
              <a:tblPr firstRow="1" bandRow="1">
                <a:tableStyleId>{793D81CF-94F2-401A-BA57-92F5A7B2D0C5}</a:tableStyleId>
              </a:tblPr>
              <a:tblGrid>
                <a:gridCol w="736599">
                  <a:extLst>
                    <a:ext uri="{9D8B030D-6E8A-4147-A177-3AD203B41FA5}">
                      <a16:colId xmlns:a16="http://schemas.microsoft.com/office/drawing/2014/main" val="20000"/>
                    </a:ext>
                  </a:extLst>
                </a:gridCol>
                <a:gridCol w="3962400">
                  <a:extLst>
                    <a:ext uri="{9D8B030D-6E8A-4147-A177-3AD203B41FA5}">
                      <a16:colId xmlns:a16="http://schemas.microsoft.com/office/drawing/2014/main" val="20005"/>
                    </a:ext>
                  </a:extLst>
                </a:gridCol>
                <a:gridCol w="1454090">
                  <a:extLst>
                    <a:ext uri="{9D8B030D-6E8A-4147-A177-3AD203B41FA5}">
                      <a16:colId xmlns:a16="http://schemas.microsoft.com/office/drawing/2014/main" val="20001"/>
                    </a:ext>
                  </a:extLst>
                </a:gridCol>
                <a:gridCol w="1727200">
                  <a:extLst>
                    <a:ext uri="{9D8B030D-6E8A-4147-A177-3AD203B41FA5}">
                      <a16:colId xmlns:a16="http://schemas.microsoft.com/office/drawing/2014/main" val="20002"/>
                    </a:ext>
                  </a:extLst>
                </a:gridCol>
                <a:gridCol w="1625600">
                  <a:extLst>
                    <a:ext uri="{9D8B030D-6E8A-4147-A177-3AD203B41FA5}">
                      <a16:colId xmlns:a16="http://schemas.microsoft.com/office/drawing/2014/main" val="20003"/>
                    </a:ext>
                  </a:extLst>
                </a:gridCol>
                <a:gridCol w="1625600">
                  <a:extLst>
                    <a:ext uri="{9D8B030D-6E8A-4147-A177-3AD203B41FA5}">
                      <a16:colId xmlns:a16="http://schemas.microsoft.com/office/drawing/2014/main" val="20004"/>
                    </a:ext>
                  </a:extLst>
                </a:gridCol>
              </a:tblGrid>
              <a:tr h="295275">
                <a:tc>
                  <a:txBody>
                    <a:bodyPr/>
                    <a:lstStyle/>
                    <a:p>
                      <a:r>
                        <a:rPr lang="en-US" sz="1000" dirty="0"/>
                        <a:t>Phase</a:t>
                      </a:r>
                      <a:endParaRPr lang="en-US" sz="1000" dirty="0">
                        <a:latin typeface="+mn-lt"/>
                      </a:endParaRPr>
                    </a:p>
                  </a:txBody>
                  <a:tcPr marL="121920" marR="121920" anchor="ctr"/>
                </a:tc>
                <a:tc>
                  <a:txBody>
                    <a:bodyPr/>
                    <a:lstStyle/>
                    <a:p>
                      <a:endParaRPr lang="en-US" sz="1000" dirty="0">
                        <a:latin typeface="+mn-lt"/>
                      </a:endParaRPr>
                    </a:p>
                  </a:txBody>
                  <a:tcPr marL="121920" marR="121920" anchor="ctr"/>
                </a:tc>
                <a:tc>
                  <a:txBody>
                    <a:bodyPr/>
                    <a:lstStyle/>
                    <a:p>
                      <a:r>
                        <a:rPr lang="en-US" sz="1000" dirty="0"/>
                        <a:t>Planned Start Date</a:t>
                      </a:r>
                      <a:endParaRPr lang="en-US" sz="1000" dirty="0">
                        <a:latin typeface="+mn-lt"/>
                      </a:endParaRPr>
                    </a:p>
                  </a:txBody>
                  <a:tcPr marL="121920" marR="121920" anchor="ctr"/>
                </a:tc>
                <a:tc>
                  <a:txBody>
                    <a:bodyPr/>
                    <a:lstStyle/>
                    <a:p>
                      <a:r>
                        <a:rPr lang="en-US" sz="1000" dirty="0"/>
                        <a:t>Planned End Date</a:t>
                      </a:r>
                      <a:endParaRPr lang="en-US" sz="1000" dirty="0">
                        <a:latin typeface="+mn-lt"/>
                      </a:endParaRPr>
                    </a:p>
                  </a:txBody>
                  <a:tcPr marL="121920" marR="121920" anchor="ctr"/>
                </a:tc>
                <a:tc>
                  <a:txBody>
                    <a:bodyPr/>
                    <a:lstStyle/>
                    <a:p>
                      <a:r>
                        <a:rPr lang="en-US" sz="1000" dirty="0"/>
                        <a:t>Actual Start Date</a:t>
                      </a:r>
                      <a:endParaRPr lang="en-US" sz="1000" dirty="0">
                        <a:latin typeface="+mn-lt"/>
                      </a:endParaRPr>
                    </a:p>
                  </a:txBody>
                  <a:tcPr marL="121920" marR="121920" anchor="ctr"/>
                </a:tc>
                <a:tc>
                  <a:txBody>
                    <a:bodyPr/>
                    <a:lstStyle/>
                    <a:p>
                      <a:r>
                        <a:rPr lang="en-US" sz="1000" dirty="0"/>
                        <a:t>Actual End Date</a:t>
                      </a:r>
                      <a:endParaRPr lang="en-US" sz="1000" dirty="0">
                        <a:latin typeface="+mn-lt"/>
                      </a:endParaRPr>
                    </a:p>
                  </a:txBody>
                  <a:tcPr marL="121920" marR="121920" anchor="ctr"/>
                </a:tc>
                <a:extLst>
                  <a:ext uri="{0D108BD9-81ED-4DB2-BD59-A6C34878D82A}">
                    <a16:rowId xmlns:a16="http://schemas.microsoft.com/office/drawing/2014/main" val="10000"/>
                  </a:ext>
                </a:extLst>
              </a:tr>
              <a:tr h="295275">
                <a:tc rowSpan="3">
                  <a:txBody>
                    <a:bodyPr/>
                    <a:lstStyle/>
                    <a:p>
                      <a:pPr algn="ctr"/>
                      <a:r>
                        <a:rPr lang="en-US" sz="1000" dirty="0"/>
                        <a:t>Define</a:t>
                      </a:r>
                      <a:endParaRPr lang="en-US" sz="1000" dirty="0">
                        <a:latin typeface="+mn-lt"/>
                      </a:endParaRPr>
                    </a:p>
                  </a:txBody>
                  <a:tcPr marL="121920" marR="121920" anchor="ctr"/>
                </a:tc>
                <a:tc>
                  <a:txBody>
                    <a:bodyPr/>
                    <a:lstStyle/>
                    <a:p>
                      <a:pPr lvl="0" algn="ctr"/>
                      <a:r>
                        <a:rPr lang="en-US" altLang="en-US" sz="1000" baseline="0" dirty="0">
                          <a:solidFill>
                            <a:schemeClr val="dk1"/>
                          </a:solidFill>
                          <a:latin typeface="+mn-lt"/>
                          <a:ea typeface="+mn-ea"/>
                          <a:cs typeface="+mn-cs"/>
                        </a:rPr>
                        <a:t>Share business and technical requirements for Migration</a:t>
                      </a:r>
                      <a:endParaRPr lang="en-US" sz="1000" baseline="0" dirty="0">
                        <a:solidFill>
                          <a:schemeClr val="dk1"/>
                        </a:solidFill>
                        <a:latin typeface="+mn-lt"/>
                        <a:ea typeface="+mn-ea"/>
                        <a:cs typeface="+mn-cs"/>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aseline="0" dirty="0"/>
                        <a:t>07-Apr-2020</a:t>
                      </a:r>
                      <a:endParaRPr lang="en-US" sz="1000" b="1"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t>28-Apr-2020</a:t>
                      </a:r>
                      <a:endParaRPr lang="en-US" sz="1000"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aseline="0" dirty="0"/>
                        <a:t>07-Apr-2020</a:t>
                      </a:r>
                      <a:endParaRPr lang="en-US" sz="1000" b="1"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t>28-Apr-2020</a:t>
                      </a:r>
                      <a:endParaRPr lang="en-US" sz="1000" dirty="0">
                        <a:latin typeface="+mn-lt"/>
                      </a:endParaRPr>
                    </a:p>
                  </a:txBody>
                  <a:tcPr marL="121920" marR="121920" anchor="ctr"/>
                </a:tc>
                <a:extLst>
                  <a:ext uri="{0D108BD9-81ED-4DB2-BD59-A6C34878D82A}">
                    <a16:rowId xmlns:a16="http://schemas.microsoft.com/office/drawing/2014/main" val="10001"/>
                  </a:ext>
                </a:extLst>
              </a:tr>
              <a:tr h="295275">
                <a:tc vMerge="1">
                  <a:txBody>
                    <a:bodyPr/>
                    <a:lstStyle/>
                    <a:p>
                      <a:pPr algn="ctr"/>
                      <a:endParaRPr lang="en-US" sz="1000" dirty="0">
                        <a:latin typeface="+mn-lt"/>
                      </a:endParaRPr>
                    </a:p>
                  </a:txBody>
                  <a:tcPr anchor="ctr"/>
                </a:tc>
                <a:tc>
                  <a:txBody>
                    <a:bodyPr/>
                    <a:lstStyle/>
                    <a:p>
                      <a:pPr marL="0">
                        <a:defRPr/>
                      </a:pPr>
                      <a:r>
                        <a:rPr lang="en-US" altLang="en-US" sz="1000" dirty="0">
                          <a:solidFill>
                            <a:schemeClr val="dk1"/>
                          </a:solidFill>
                          <a:latin typeface="+mn-lt"/>
                          <a:ea typeface="+mn-ea"/>
                          <a:cs typeface="+mn-cs"/>
                        </a:rPr>
                        <a:t>Complete all the analysis</a:t>
                      </a:r>
                    </a:p>
                  </a:txBody>
                  <a:tcPr marL="121920" marR="121920" anchor="ctr"/>
                </a:tc>
                <a:tc>
                  <a:txBody>
                    <a:bodyPr/>
                    <a:lstStyle/>
                    <a:p>
                      <a:pPr algn="ctr"/>
                      <a:r>
                        <a:rPr lang="en-US" sz="1000" dirty="0"/>
                        <a:t>29-Apr-2020</a:t>
                      </a:r>
                      <a:endParaRPr lang="en-US" sz="1000" dirty="0">
                        <a:latin typeface="+mn-lt"/>
                      </a:endParaRPr>
                    </a:p>
                  </a:txBody>
                  <a:tcPr marL="121920" marR="121920" anchor="ctr"/>
                </a:tc>
                <a:tc>
                  <a:txBody>
                    <a:bodyPr/>
                    <a:lstStyle/>
                    <a:p>
                      <a:pPr algn="ctr"/>
                      <a:r>
                        <a:rPr lang="en-US" sz="1000" dirty="0"/>
                        <a:t>28-May-2020</a:t>
                      </a:r>
                      <a:endParaRPr lang="en-US" sz="1000" dirty="0">
                        <a:latin typeface="+mn-lt"/>
                      </a:endParaRPr>
                    </a:p>
                  </a:txBody>
                  <a:tcPr marL="121920" marR="121920" anchor="ctr"/>
                </a:tc>
                <a:tc>
                  <a:txBody>
                    <a:bodyPr/>
                    <a:lstStyle/>
                    <a:p>
                      <a:pPr algn="ctr"/>
                      <a:r>
                        <a:rPr lang="en-US" sz="1000" dirty="0"/>
                        <a:t>29-Apr-2020</a:t>
                      </a:r>
                      <a:endParaRPr lang="en-US" sz="1000" dirty="0">
                        <a:latin typeface="+mn-lt"/>
                      </a:endParaRPr>
                    </a:p>
                  </a:txBody>
                  <a:tcPr marL="121920" marR="121920" anchor="ctr"/>
                </a:tc>
                <a:tc>
                  <a:txBody>
                    <a:bodyPr/>
                    <a:lstStyle/>
                    <a:p>
                      <a:pPr algn="ctr"/>
                      <a:r>
                        <a:rPr lang="en-US" sz="1000" dirty="0"/>
                        <a:t>28-May-2020</a:t>
                      </a:r>
                      <a:endParaRPr lang="en-US" sz="1000" dirty="0">
                        <a:latin typeface="+mn-lt"/>
                      </a:endParaRPr>
                    </a:p>
                  </a:txBody>
                  <a:tcPr marL="121920" marR="121920" anchor="ctr"/>
                </a:tc>
                <a:extLst>
                  <a:ext uri="{0D108BD9-81ED-4DB2-BD59-A6C34878D82A}">
                    <a16:rowId xmlns:a16="http://schemas.microsoft.com/office/drawing/2014/main" val="10002"/>
                  </a:ext>
                </a:extLst>
              </a:tr>
              <a:tr h="295275">
                <a:tc vMerge="1">
                  <a:txBody>
                    <a:bodyPr/>
                    <a:lstStyle/>
                    <a:p>
                      <a:pPr algn="ctr"/>
                      <a:endParaRPr lang="en-US" sz="1000" dirty="0">
                        <a:latin typeface="+mn-lt"/>
                      </a:endParaRPr>
                    </a:p>
                  </a:txBody>
                  <a:tcPr anchor="ctr"/>
                </a:tc>
                <a:tc>
                  <a:txBody>
                    <a:bodyPr/>
                    <a:lstStyle/>
                    <a:p>
                      <a:pPr>
                        <a:defRPr/>
                      </a:pPr>
                      <a:r>
                        <a:rPr lang="en-US" sz="1000" dirty="0">
                          <a:solidFill>
                            <a:schemeClr val="dk1"/>
                          </a:solidFill>
                          <a:latin typeface="+mn-lt"/>
                          <a:ea typeface="+mn-ea"/>
                          <a:cs typeface="+mn-cs"/>
                        </a:rPr>
                        <a:t>Complete the Infrastructure Build</a:t>
                      </a:r>
                    </a:p>
                  </a:txBody>
                  <a:tcPr marL="121920" marR="12192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29-May-2020</a:t>
                      </a:r>
                      <a:endParaRPr lang="en-US" sz="1000"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t>15-July-2020</a:t>
                      </a:r>
                      <a:endParaRPr lang="en-US" sz="1000" b="1" dirty="0">
                        <a:latin typeface="+mn-lt"/>
                      </a:endParaRPr>
                    </a:p>
                  </a:txBody>
                  <a:tcPr marL="121920" marR="12192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t>29-May-2020</a:t>
                      </a:r>
                      <a:endParaRPr lang="en-US" sz="1000"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t>15-July-2020</a:t>
                      </a:r>
                      <a:endParaRPr lang="en-US" sz="1000" b="1" dirty="0">
                        <a:latin typeface="+mn-lt"/>
                      </a:endParaRPr>
                    </a:p>
                  </a:txBody>
                  <a:tcPr marL="121920" marR="121920" anchor="ctr"/>
                </a:tc>
                <a:extLst>
                  <a:ext uri="{0D108BD9-81ED-4DB2-BD59-A6C34878D82A}">
                    <a16:rowId xmlns:a16="http://schemas.microsoft.com/office/drawing/2014/main" val="10003"/>
                  </a:ext>
                </a:extLst>
              </a:tr>
              <a:tr h="295275">
                <a:tc row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latin typeface="+mn-lt"/>
                        </a:rPr>
                        <a:t>Review</a:t>
                      </a:r>
                      <a:r>
                        <a:rPr lang="en-US" sz="1000" baseline="0" dirty="0">
                          <a:latin typeface="+mn-lt"/>
                        </a:rPr>
                        <a:t>/Testing</a:t>
                      </a:r>
                      <a:endParaRPr lang="en-US" sz="1000" dirty="0">
                        <a:latin typeface="+mn-lt"/>
                      </a:endParaRPr>
                    </a:p>
                  </a:txBody>
                  <a:tcPr marL="121920" marR="121920" anchor="ctr"/>
                </a:tc>
                <a:tc>
                  <a:txBody>
                    <a:bodyPr/>
                    <a:lstStyle/>
                    <a:p>
                      <a:r>
                        <a:rPr lang="en-US" altLang="en-US" sz="1000" dirty="0">
                          <a:solidFill>
                            <a:schemeClr val="dk1"/>
                          </a:solidFill>
                          <a:latin typeface="+mn-lt"/>
                          <a:ea typeface="+mn-ea"/>
                          <a:cs typeface="+mn-cs"/>
                        </a:rPr>
                        <a:t>Complete all the testing in lower level test environments</a:t>
                      </a:r>
                    </a:p>
                  </a:txBody>
                  <a:tcPr marL="121920" marR="121920" anchor="ctr"/>
                </a:tc>
                <a:tc>
                  <a:txBody>
                    <a:bodyPr/>
                    <a:lstStyle/>
                    <a:p>
                      <a:pPr algn="ctr"/>
                      <a:r>
                        <a:rPr lang="en-US" sz="1000" dirty="0"/>
                        <a:t>16-July-2020</a:t>
                      </a:r>
                      <a:endParaRPr lang="en-US" sz="1000" b="1" dirty="0">
                        <a:latin typeface="+mn-lt"/>
                      </a:endParaRPr>
                    </a:p>
                  </a:txBody>
                  <a:tcPr marL="121920" marR="121920" anchor="ctr"/>
                </a:tc>
                <a:tc>
                  <a:txBody>
                    <a:bodyPr/>
                    <a:lstStyle/>
                    <a:p>
                      <a:pPr algn="ctr"/>
                      <a:r>
                        <a:rPr lang="en-US" sz="1000" dirty="0"/>
                        <a:t>15-Aug-2020</a:t>
                      </a:r>
                      <a:endParaRPr lang="en-US" sz="1000" dirty="0">
                        <a:latin typeface="+mn-lt"/>
                      </a:endParaRPr>
                    </a:p>
                  </a:txBody>
                  <a:tcPr marL="121920" marR="121920" anchor="ctr"/>
                </a:tc>
                <a:tc>
                  <a:txBody>
                    <a:bodyPr/>
                    <a:lstStyle/>
                    <a:p>
                      <a:pPr algn="ctr"/>
                      <a:r>
                        <a:rPr lang="en-US" sz="1000" dirty="0"/>
                        <a:t>16-July-2020</a:t>
                      </a:r>
                      <a:endParaRPr lang="en-US" sz="1000" b="1" dirty="0">
                        <a:latin typeface="+mn-lt"/>
                      </a:endParaRPr>
                    </a:p>
                  </a:txBody>
                  <a:tcPr marL="121920" marR="121920" anchor="ctr"/>
                </a:tc>
                <a:tc>
                  <a:txBody>
                    <a:bodyPr/>
                    <a:lstStyle/>
                    <a:p>
                      <a:pPr algn="ctr"/>
                      <a:r>
                        <a:rPr lang="en-US" sz="1000" dirty="0"/>
                        <a:t>15-Aug-2020</a:t>
                      </a:r>
                      <a:endParaRPr lang="en-US" sz="1000" dirty="0">
                        <a:latin typeface="+mn-lt"/>
                      </a:endParaRPr>
                    </a:p>
                  </a:txBody>
                  <a:tcPr marL="121920" marR="121920" anchor="ctr"/>
                </a:tc>
                <a:extLst>
                  <a:ext uri="{0D108BD9-81ED-4DB2-BD59-A6C34878D82A}">
                    <a16:rowId xmlns:a16="http://schemas.microsoft.com/office/drawing/2014/main" val="10004"/>
                  </a:ext>
                </a:extLst>
              </a:tr>
              <a:tr h="295275">
                <a:tc vMerge="1">
                  <a:txBody>
                    <a:bodyPr/>
                    <a:lstStyle/>
                    <a:p>
                      <a:pPr algn="ctr"/>
                      <a:endParaRPr lang="en-US" sz="1000" dirty="0">
                        <a:latin typeface="+mn-lt"/>
                      </a:endParaRPr>
                    </a:p>
                  </a:txBody>
                  <a:tcPr anchor="ctr"/>
                </a:tc>
                <a:tc>
                  <a:txBody>
                    <a:bodyPr/>
                    <a:lstStyle/>
                    <a:p>
                      <a:r>
                        <a:rPr lang="en-US" altLang="en-US" sz="1000" dirty="0">
                          <a:solidFill>
                            <a:schemeClr val="dk1"/>
                          </a:solidFill>
                          <a:latin typeface="+mn-lt"/>
                          <a:ea typeface="+mn-ea"/>
                          <a:cs typeface="+mn-cs"/>
                        </a:rPr>
                        <a:t>Promote the build and code to Production environment </a:t>
                      </a:r>
                    </a:p>
                  </a:txBody>
                  <a:tcPr marL="121920" marR="121920" anchor="ctr"/>
                </a:tc>
                <a:tc>
                  <a:txBody>
                    <a:bodyPr/>
                    <a:lstStyle/>
                    <a:p>
                      <a:pPr algn="ctr"/>
                      <a:r>
                        <a:rPr lang="en-US" sz="1000" dirty="0"/>
                        <a:t>16-Aug-2020</a:t>
                      </a:r>
                      <a:endParaRPr lang="en-US" sz="1000"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t>28-Sep-2020</a:t>
                      </a:r>
                      <a:endParaRPr lang="en-US" sz="1000" b="1" dirty="0">
                        <a:latin typeface="+mn-lt"/>
                      </a:endParaRPr>
                    </a:p>
                  </a:txBody>
                  <a:tcPr marL="121920" marR="12192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dirty="0"/>
                        <a:t>16-Aug-2020</a:t>
                      </a:r>
                      <a:endParaRPr lang="en-US" sz="1000" dirty="0">
                        <a:latin typeface="+mn-lt"/>
                      </a:endParaRPr>
                    </a:p>
                  </a:txBody>
                  <a:tcPr marL="121920" marR="121920" anchor="ctr"/>
                </a:tc>
                <a:tc>
                  <a:txBody>
                    <a:bodyPr/>
                    <a:lstStyle/>
                    <a:p>
                      <a:pPr algn="ctr"/>
                      <a:r>
                        <a:rPr lang="en-US" sz="1000" b="0" dirty="0"/>
                        <a:t>28-Sep-2020</a:t>
                      </a:r>
                      <a:endParaRPr lang="en-US" sz="1000" b="0" dirty="0">
                        <a:latin typeface="+mn-lt"/>
                      </a:endParaRPr>
                    </a:p>
                  </a:txBody>
                  <a:tcPr marL="121920" marR="121920" anchor="ctr"/>
                </a:tc>
                <a:extLst>
                  <a:ext uri="{0D108BD9-81ED-4DB2-BD59-A6C34878D82A}">
                    <a16:rowId xmlns:a16="http://schemas.microsoft.com/office/drawing/2014/main" val="10007"/>
                  </a:ext>
                </a:extLst>
              </a:tr>
              <a:tr h="295275">
                <a:tc>
                  <a:txBody>
                    <a:bodyPr/>
                    <a:lstStyle/>
                    <a:p>
                      <a:pPr algn="ctr"/>
                      <a:r>
                        <a:rPr lang="en-US" sz="1000" dirty="0"/>
                        <a:t>Closure</a:t>
                      </a:r>
                      <a:endParaRPr lang="en-US" sz="1000" dirty="0">
                        <a:latin typeface="+mn-lt"/>
                      </a:endParaRPr>
                    </a:p>
                  </a:txBody>
                  <a:tcPr marL="121920" marR="121920" anchor="ctr"/>
                </a:tc>
                <a:tc>
                  <a:txBody>
                    <a:bodyPr/>
                    <a:lstStyle/>
                    <a:p>
                      <a:r>
                        <a:rPr lang="en-US" altLang="en-US" sz="1000" dirty="0">
                          <a:solidFill>
                            <a:schemeClr val="dk1"/>
                          </a:solidFill>
                          <a:latin typeface="+mn-lt"/>
                          <a:ea typeface="+mn-ea"/>
                          <a:cs typeface="+mn-cs"/>
                        </a:rPr>
                        <a:t>Go Live</a:t>
                      </a:r>
                    </a:p>
                  </a:txBody>
                  <a:tcPr marL="121920" marR="121920" anchor="ctr"/>
                </a:tc>
                <a:tc>
                  <a:txBody>
                    <a:bodyPr/>
                    <a:lstStyle/>
                    <a:p>
                      <a:pPr algn="ctr"/>
                      <a:r>
                        <a:rPr lang="en-US" sz="1000" dirty="0"/>
                        <a:t>29-Sep-2020</a:t>
                      </a:r>
                      <a:endParaRPr lang="en-US" sz="1000" b="1" dirty="0">
                        <a:latin typeface="+mn-lt"/>
                      </a:endParaRPr>
                    </a:p>
                  </a:txBody>
                  <a:tcPr marL="121920" marR="121920" anchor="ctr"/>
                </a:tc>
                <a:tc>
                  <a:txBody>
                    <a:bodyPr/>
                    <a:lstStyle/>
                    <a:p>
                      <a:pPr algn="ctr"/>
                      <a:r>
                        <a:rPr lang="en-US" sz="1000" dirty="0"/>
                        <a:t>31-Oct-2020</a:t>
                      </a:r>
                      <a:endParaRPr lang="en-US" sz="1000" b="1" dirty="0">
                        <a:latin typeface="+mn-lt"/>
                      </a:endParaRPr>
                    </a:p>
                  </a:txBody>
                  <a:tcPr marL="121920" marR="121920" anchor="ctr"/>
                </a:tc>
                <a:tc>
                  <a:txBody>
                    <a:bodyPr/>
                    <a:lstStyle/>
                    <a:p>
                      <a:pPr algn="ctr"/>
                      <a:r>
                        <a:rPr lang="en-US" sz="1000" dirty="0"/>
                        <a:t>29-Sep-2020</a:t>
                      </a:r>
                      <a:endParaRPr lang="en-US" sz="1000" b="1" dirty="0">
                        <a:latin typeface="+mn-lt"/>
                      </a:endParaRPr>
                    </a:p>
                  </a:txBody>
                  <a:tcPr marL="121920" marR="121920" anchor="ctr"/>
                </a:tc>
                <a:tc>
                  <a:txBody>
                    <a:bodyPr/>
                    <a:lstStyle/>
                    <a:p>
                      <a:pPr algn="ctr"/>
                      <a:r>
                        <a:rPr lang="en-US" sz="1000" dirty="0"/>
                        <a:t>31-Oct-2020</a:t>
                      </a:r>
                      <a:endParaRPr lang="en-US" sz="1000" b="1" dirty="0">
                        <a:latin typeface="+mn-lt"/>
                      </a:endParaRPr>
                    </a:p>
                  </a:txBody>
                  <a:tcPr marL="121920" marR="121920" anchor="ctr"/>
                </a:tc>
                <a:extLst>
                  <a:ext uri="{0D108BD9-81ED-4DB2-BD59-A6C34878D82A}">
                    <a16:rowId xmlns:a16="http://schemas.microsoft.com/office/drawing/2014/main" val="10005"/>
                  </a:ext>
                </a:extLst>
              </a:tr>
            </a:tbl>
          </a:graphicData>
        </a:graphic>
      </p:graphicFrame>
      <p:sp>
        <p:nvSpPr>
          <p:cNvPr id="31" name="Notched Right Arrow 44">
            <a:extLst>
              <a:ext uri="{FF2B5EF4-FFF2-40B4-BE49-F238E27FC236}">
                <a16:creationId xmlns:a16="http://schemas.microsoft.com/office/drawing/2014/main" id="{85CDCC13-4F8A-4C62-8D1F-12E24D3B567D}"/>
              </a:ext>
            </a:extLst>
          </p:cNvPr>
          <p:cNvSpPr/>
          <p:nvPr/>
        </p:nvSpPr>
        <p:spPr>
          <a:xfrm>
            <a:off x="8054002" y="2991884"/>
            <a:ext cx="2248203" cy="550778"/>
          </a:xfrm>
          <a:prstGeom prst="notchedRightArrow">
            <a:avLst>
              <a:gd name="adj1" fmla="val 60376"/>
              <a:gd name="adj2" fmla="val 48845"/>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000" b="1" dirty="0">
              <a:solidFill>
                <a:srgbClr val="000000"/>
              </a:solidFill>
              <a:latin typeface="Arial" panose="020B0604020202020204" pitchFamily="34" charset="0"/>
              <a:ea typeface="Roboto"/>
              <a:cs typeface="Roboto"/>
            </a:endParaRPr>
          </a:p>
          <a:p>
            <a:pPr algn="ctr"/>
            <a:r>
              <a:rPr lang="en-US" altLang="en-US" sz="1000" b="1" dirty="0">
                <a:solidFill>
                  <a:srgbClr val="000000"/>
                </a:solidFill>
                <a:latin typeface="Arial" panose="020B0604020202020204" pitchFamily="34" charset="0"/>
                <a:ea typeface="Roboto"/>
                <a:cs typeface="Roboto"/>
              </a:rPr>
              <a:t>Promote the build and  code to Production</a:t>
            </a:r>
          </a:p>
          <a:p>
            <a:pPr algn="ctr"/>
            <a:endParaRPr lang="en-US" sz="1000" dirty="0">
              <a:solidFill>
                <a:srgbClr val="00B050"/>
              </a:solidFill>
            </a:endParaRPr>
          </a:p>
        </p:txBody>
      </p:sp>
      <p:sp>
        <p:nvSpPr>
          <p:cNvPr id="32" name="Notched Right Arrow 44">
            <a:extLst>
              <a:ext uri="{FF2B5EF4-FFF2-40B4-BE49-F238E27FC236}">
                <a16:creationId xmlns:a16="http://schemas.microsoft.com/office/drawing/2014/main" id="{8D1A286D-3A88-43FC-A1DB-C9262FAC97CF}"/>
              </a:ext>
            </a:extLst>
          </p:cNvPr>
          <p:cNvSpPr/>
          <p:nvPr/>
        </p:nvSpPr>
        <p:spPr>
          <a:xfrm>
            <a:off x="10302205" y="3360172"/>
            <a:ext cx="1783694" cy="550778"/>
          </a:xfrm>
          <a:prstGeom prst="notchedRightArrow">
            <a:avLst>
              <a:gd name="adj1" fmla="val 60376"/>
              <a:gd name="adj2" fmla="val 48845"/>
            </a:avLst>
          </a:prstGeom>
          <a:solidFill>
            <a:srgbClr val="CCFFCC"/>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tLang="en-US" sz="1000" b="1" dirty="0">
              <a:solidFill>
                <a:srgbClr val="000000"/>
              </a:solidFill>
              <a:latin typeface="Arial" panose="020B0604020202020204" pitchFamily="34" charset="0"/>
              <a:ea typeface="Roboto"/>
              <a:cs typeface="Roboto"/>
            </a:endParaRPr>
          </a:p>
          <a:p>
            <a:pPr algn="ctr"/>
            <a:r>
              <a:rPr lang="en-US" altLang="en-US" sz="1000" b="1" dirty="0">
                <a:solidFill>
                  <a:srgbClr val="000000"/>
                </a:solidFill>
                <a:latin typeface="Arial" panose="020B0604020202020204" pitchFamily="34" charset="0"/>
                <a:ea typeface="Roboto"/>
                <a:cs typeface="Roboto"/>
              </a:rPr>
              <a:t>Go live – Checkouts are done </a:t>
            </a:r>
          </a:p>
          <a:p>
            <a:pPr algn="ctr"/>
            <a:endParaRPr lang="en-US" sz="1000" dirty="0">
              <a:solidFill>
                <a:srgbClr val="00B050"/>
              </a:solidFill>
            </a:endParaRPr>
          </a:p>
        </p:txBody>
      </p:sp>
    </p:spTree>
    <p:extLst>
      <p:ext uri="{BB962C8B-B14F-4D97-AF65-F5344CB8AC3E}">
        <p14:creationId xmlns:p14="http://schemas.microsoft.com/office/powerpoint/2010/main" val="2227713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5"/>
        <p:cNvGrpSpPr/>
        <p:nvPr/>
      </p:nvGrpSpPr>
      <p:grpSpPr>
        <a:xfrm>
          <a:off x="0" y="0"/>
          <a:ext cx="0" cy="0"/>
          <a:chOff x="0" y="0"/>
          <a:chExt cx="0" cy="0"/>
        </a:xfrm>
      </p:grpSpPr>
      <p:sp>
        <p:nvSpPr>
          <p:cNvPr id="936" name="Google Shape;936;p73"/>
          <p:cNvSpPr txBox="1"/>
          <p:nvPr/>
        </p:nvSpPr>
        <p:spPr>
          <a:xfrm>
            <a:off x="203200" y="90990"/>
            <a:ext cx="9858179" cy="584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52549"/>
              </a:buClr>
              <a:buSzPts val="3200"/>
              <a:buFont typeface="Georgia"/>
              <a:buNone/>
            </a:pPr>
            <a:r>
              <a:rPr lang="en-US" sz="3200">
                <a:solidFill>
                  <a:srgbClr val="052549"/>
                </a:solidFill>
                <a:latin typeface="Georgia"/>
                <a:ea typeface="Georgia"/>
                <a:cs typeface="Georgia"/>
                <a:sym typeface="Georgia"/>
              </a:rPr>
              <a:t>BPMS Communication Plan</a:t>
            </a:r>
            <a:endParaRPr sz="3200" b="0" i="0" u="none" strike="noStrike" cap="none">
              <a:solidFill>
                <a:srgbClr val="052549"/>
              </a:solidFill>
              <a:latin typeface="Georgia"/>
              <a:ea typeface="Georgia"/>
              <a:cs typeface="Georgia"/>
              <a:sym typeface="Georgia"/>
            </a:endParaRPr>
          </a:p>
        </p:txBody>
      </p:sp>
      <p:sp>
        <p:nvSpPr>
          <p:cNvPr id="937" name="Google Shape;937;p73"/>
          <p:cNvSpPr txBox="1"/>
          <p:nvPr/>
        </p:nvSpPr>
        <p:spPr>
          <a:xfrm>
            <a:off x="0" y="-22795"/>
            <a:ext cx="4978400" cy="26161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100">
                <a:solidFill>
                  <a:schemeClr val="dk1"/>
                </a:solidFill>
                <a:latin typeface="Georgia"/>
                <a:ea typeface="Georgia"/>
                <a:cs typeface="Georgia"/>
                <a:sym typeface="Georgia"/>
              </a:rPr>
              <a:t>Step 1: Building Process Framework</a:t>
            </a:r>
            <a:endParaRPr/>
          </a:p>
        </p:txBody>
      </p:sp>
      <p:graphicFrame>
        <p:nvGraphicFramePr>
          <p:cNvPr id="938" name="Google Shape;938;p73"/>
          <p:cNvGraphicFramePr/>
          <p:nvPr>
            <p:extLst>
              <p:ext uri="{D42A27DB-BD31-4B8C-83A1-F6EECF244321}">
                <p14:modId xmlns:p14="http://schemas.microsoft.com/office/powerpoint/2010/main" val="3424596400"/>
              </p:ext>
            </p:extLst>
          </p:nvPr>
        </p:nvGraphicFramePr>
        <p:xfrm>
          <a:off x="533400" y="675765"/>
          <a:ext cx="11176000" cy="5717500"/>
        </p:xfrm>
        <a:graphic>
          <a:graphicData uri="http://schemas.openxmlformats.org/drawingml/2006/table">
            <a:tbl>
              <a:tblPr>
                <a:noFill/>
              </a:tblPr>
              <a:tblGrid>
                <a:gridCol w="1915175">
                  <a:extLst>
                    <a:ext uri="{9D8B030D-6E8A-4147-A177-3AD203B41FA5}">
                      <a16:colId xmlns:a16="http://schemas.microsoft.com/office/drawing/2014/main" val="20000"/>
                    </a:ext>
                  </a:extLst>
                </a:gridCol>
                <a:gridCol w="1498575">
                  <a:extLst>
                    <a:ext uri="{9D8B030D-6E8A-4147-A177-3AD203B41FA5}">
                      <a16:colId xmlns:a16="http://schemas.microsoft.com/office/drawing/2014/main" val="20001"/>
                    </a:ext>
                  </a:extLst>
                </a:gridCol>
                <a:gridCol w="2138175">
                  <a:extLst>
                    <a:ext uri="{9D8B030D-6E8A-4147-A177-3AD203B41FA5}">
                      <a16:colId xmlns:a16="http://schemas.microsoft.com/office/drawing/2014/main" val="20002"/>
                    </a:ext>
                  </a:extLst>
                </a:gridCol>
                <a:gridCol w="2779275">
                  <a:extLst>
                    <a:ext uri="{9D8B030D-6E8A-4147-A177-3AD203B41FA5}">
                      <a16:colId xmlns:a16="http://schemas.microsoft.com/office/drawing/2014/main" val="20003"/>
                    </a:ext>
                  </a:extLst>
                </a:gridCol>
                <a:gridCol w="1500850">
                  <a:extLst>
                    <a:ext uri="{9D8B030D-6E8A-4147-A177-3AD203B41FA5}">
                      <a16:colId xmlns:a16="http://schemas.microsoft.com/office/drawing/2014/main" val="20004"/>
                    </a:ext>
                  </a:extLst>
                </a:gridCol>
                <a:gridCol w="1343950">
                  <a:extLst>
                    <a:ext uri="{9D8B030D-6E8A-4147-A177-3AD203B41FA5}">
                      <a16:colId xmlns:a16="http://schemas.microsoft.com/office/drawing/2014/main" val="20005"/>
                    </a:ext>
                  </a:extLst>
                </a:gridCol>
              </a:tblGrid>
              <a:tr h="457650">
                <a:tc>
                  <a:txBody>
                    <a:bodyPr/>
                    <a:lstStyle/>
                    <a:p>
                      <a:pPr marL="0" marR="0" lvl="0" indent="0" algn="ctr" rtl="0">
                        <a:spcBef>
                          <a:spcPts val="0"/>
                        </a:spcBef>
                        <a:spcAft>
                          <a:spcPts val="0"/>
                        </a:spcAft>
                        <a:buNone/>
                      </a:pPr>
                      <a:r>
                        <a:rPr lang="en-US" sz="1400" b="1" i="0" u="none" strike="noStrike">
                          <a:solidFill>
                            <a:schemeClr val="lt1"/>
                          </a:solidFill>
                          <a:latin typeface="Calibri"/>
                          <a:ea typeface="Calibri"/>
                          <a:cs typeface="Calibri"/>
                          <a:sym typeface="Calibri"/>
                        </a:rPr>
                        <a:t>Event</a:t>
                      </a:r>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400" b="1" i="0" u="none" strike="noStrike">
                          <a:solidFill>
                            <a:schemeClr val="lt1"/>
                          </a:solidFill>
                          <a:latin typeface="Calibri"/>
                          <a:ea typeface="Calibri"/>
                          <a:cs typeface="Calibri"/>
                          <a:sym typeface="Calibri"/>
                        </a:rPr>
                        <a:t>Responsibility</a:t>
                      </a:r>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400" b="1" i="0" u="none" strike="noStrike">
                          <a:solidFill>
                            <a:schemeClr val="lt1"/>
                          </a:solidFill>
                          <a:latin typeface="Calibri"/>
                          <a:ea typeface="Calibri"/>
                          <a:cs typeface="Calibri"/>
                          <a:sym typeface="Calibri"/>
                        </a:rPr>
                        <a:t>Message</a:t>
                      </a:r>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400" b="1" i="0" u="none" strike="noStrike">
                          <a:solidFill>
                            <a:schemeClr val="lt1"/>
                          </a:solidFill>
                          <a:latin typeface="Calibri"/>
                          <a:ea typeface="Calibri"/>
                          <a:cs typeface="Calibri"/>
                          <a:sym typeface="Calibri"/>
                        </a:rPr>
                        <a:t>Audience</a:t>
                      </a:r>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400" b="1" i="0" u="none" strike="noStrike">
                          <a:solidFill>
                            <a:schemeClr val="lt1"/>
                          </a:solidFill>
                          <a:latin typeface="Calibri"/>
                          <a:ea typeface="Calibri"/>
                          <a:cs typeface="Calibri"/>
                          <a:sym typeface="Calibri"/>
                        </a:rPr>
                        <a:t>Frequency</a:t>
                      </a:r>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70C0"/>
                    </a:solidFill>
                  </a:tcPr>
                </a:tc>
                <a:tc>
                  <a:txBody>
                    <a:bodyPr/>
                    <a:lstStyle/>
                    <a:p>
                      <a:pPr marL="0" marR="0" lvl="0" indent="0" algn="ctr" rtl="0">
                        <a:spcBef>
                          <a:spcPts val="0"/>
                        </a:spcBef>
                        <a:spcAft>
                          <a:spcPts val="0"/>
                        </a:spcAft>
                        <a:buNone/>
                      </a:pPr>
                      <a:r>
                        <a:rPr lang="en-US" sz="1400" b="1" i="0" u="none" strike="noStrike">
                          <a:solidFill>
                            <a:schemeClr val="lt1"/>
                          </a:solidFill>
                          <a:latin typeface="Calibri"/>
                          <a:ea typeface="Calibri"/>
                          <a:cs typeface="Calibri"/>
                          <a:sym typeface="Calibri"/>
                        </a:rPr>
                        <a:t>Date</a:t>
                      </a:r>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0070C0"/>
                    </a:solidFill>
                  </a:tcPr>
                </a:tc>
                <a:extLst>
                  <a:ext uri="{0D108BD9-81ED-4DB2-BD59-A6C34878D82A}">
                    <a16:rowId xmlns:a16="http://schemas.microsoft.com/office/drawing/2014/main" val="10000"/>
                  </a:ext>
                </a:extLst>
              </a:tr>
              <a:tr h="1096150">
                <a:tc>
                  <a:txBody>
                    <a:bodyPr/>
                    <a:lstStyle/>
                    <a:p>
                      <a:pPr marL="0" marR="0" lvl="0" indent="0" algn="l" rtl="0">
                        <a:spcBef>
                          <a:spcPts val="0"/>
                        </a:spcBef>
                        <a:spcAft>
                          <a:spcPts val="0"/>
                        </a:spcAft>
                        <a:buNone/>
                      </a:pPr>
                      <a:r>
                        <a:rPr lang="en-US" sz="1400" b="0" i="0" u="none" strike="noStrike">
                          <a:solidFill>
                            <a:schemeClr val="tx1"/>
                          </a:solidFill>
                          <a:latin typeface="Calibri" panose="020F0502020204030204" pitchFamily="34" charset="0"/>
                          <a:ea typeface="Calibri"/>
                          <a:cs typeface="Calibri" panose="020F0502020204030204" pitchFamily="34" charset="0"/>
                          <a:sym typeface="Calibri"/>
                        </a:rPr>
                        <a:t>Kick Off Meeting</a:t>
                      </a:r>
                      <a:endParaRPr sz="140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l" rtl="0">
                        <a:spcBef>
                          <a:spcPts val="0"/>
                        </a:spcBef>
                        <a:spcAft>
                          <a:spcPts val="0"/>
                        </a:spcAft>
                        <a:buNone/>
                      </a:pPr>
                      <a:r>
                        <a:rPr lang="en-US" sz="1400">
                          <a:solidFill>
                            <a:schemeClr val="tx1"/>
                          </a:solidFill>
                          <a:latin typeface="Calibri" panose="020F0502020204030204" pitchFamily="34" charset="0"/>
                          <a:ea typeface="Calibri"/>
                          <a:cs typeface="Calibri" panose="020F0502020204030204" pitchFamily="34" charset="0"/>
                          <a:sym typeface="Calibri"/>
                        </a:rPr>
                        <a:t>Savita Shekhawat</a:t>
                      </a:r>
                      <a:endParaRPr sz="140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l" rtl="0">
                        <a:spcBef>
                          <a:spcPts val="0"/>
                        </a:spcBef>
                        <a:spcAft>
                          <a:spcPts val="0"/>
                        </a:spcAft>
                        <a:buNone/>
                      </a:pPr>
                      <a:r>
                        <a:rPr lang="en-US" sz="1400" b="0" i="0" u="none" strike="noStrike">
                          <a:solidFill>
                            <a:schemeClr val="tx1"/>
                          </a:solidFill>
                          <a:latin typeface="Calibri" panose="020F0502020204030204" pitchFamily="34" charset="0"/>
                          <a:ea typeface="Calibri"/>
                          <a:cs typeface="Calibri" panose="020F0502020204030204" pitchFamily="34" charset="0"/>
                          <a:sym typeface="Calibri"/>
                        </a:rPr>
                        <a:t>Discussion on project Initiation</a:t>
                      </a:r>
                      <a:endParaRPr sz="140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l" rtl="0">
                        <a:spcBef>
                          <a:spcPts val="0"/>
                        </a:spcBef>
                        <a:spcAft>
                          <a:spcPts val="0"/>
                        </a:spcAft>
                        <a:buNone/>
                      </a:pPr>
                      <a:r>
                        <a:rPr lang="en-US" sz="1400" dirty="0">
                          <a:solidFill>
                            <a:schemeClr val="tx1"/>
                          </a:solidFill>
                          <a:latin typeface="Calibri" panose="020F0502020204030204" pitchFamily="34" charset="0"/>
                          <a:ea typeface="Calibri"/>
                          <a:cs typeface="Calibri" panose="020F0502020204030204" pitchFamily="34" charset="0"/>
                          <a:sym typeface="Calibri"/>
                        </a:rPr>
                        <a:t>Savita Shekhawat</a:t>
                      </a:r>
                      <a:r>
                        <a:rPr lang="en-US" sz="1400" b="0" i="0" u="none" strike="noStrike" dirty="0">
                          <a:solidFill>
                            <a:schemeClr val="tx1"/>
                          </a:solidFill>
                          <a:latin typeface="Calibri" panose="020F0502020204030204" pitchFamily="34" charset="0"/>
                          <a:ea typeface="Calibri"/>
                          <a:cs typeface="Calibri" panose="020F0502020204030204" pitchFamily="34" charset="0"/>
                          <a:sym typeface="Calibri"/>
                        </a:rPr>
                        <a:t>,</a:t>
                      </a:r>
                      <a:endParaRPr sz="1400" dirty="0">
                        <a:solidFill>
                          <a:schemeClr val="tx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400" b="0" i="0" u="none" strike="noStrike" dirty="0">
                          <a:solidFill>
                            <a:schemeClr val="tx1"/>
                          </a:solidFill>
                          <a:latin typeface="Calibri" panose="020F0502020204030204" pitchFamily="34" charset="0"/>
                          <a:cs typeface="Calibri" panose="020F0502020204030204" pitchFamily="34" charset="0"/>
                          <a:sym typeface="Calibri"/>
                        </a:rPr>
                        <a:t>Yogesh Gambhir : GPM</a:t>
                      </a:r>
                      <a:endParaRPr sz="140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ctr" rtl="0">
                        <a:spcBef>
                          <a:spcPts val="0"/>
                        </a:spcBef>
                        <a:spcAft>
                          <a:spcPts val="0"/>
                        </a:spcAft>
                        <a:buNone/>
                      </a:pPr>
                      <a:r>
                        <a:rPr lang="en-US" sz="1400" b="0" i="0" u="none" strike="noStrike">
                          <a:solidFill>
                            <a:schemeClr val="tx1"/>
                          </a:solidFill>
                          <a:latin typeface="Calibri" panose="020F0502020204030204" pitchFamily="34" charset="0"/>
                          <a:ea typeface="Calibri"/>
                          <a:cs typeface="Calibri" panose="020F0502020204030204" pitchFamily="34" charset="0"/>
                          <a:sym typeface="Calibri"/>
                        </a:rPr>
                        <a:t>One time</a:t>
                      </a:r>
                      <a:endParaRPr sz="140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ctr" rtl="0">
                        <a:lnSpc>
                          <a:spcPct val="100000"/>
                        </a:lnSpc>
                        <a:spcBef>
                          <a:spcPts val="0"/>
                        </a:spcBef>
                        <a:spcAft>
                          <a:spcPts val="0"/>
                        </a:spcAft>
                        <a:buClr>
                          <a:srgbClr val="000000"/>
                        </a:buClr>
                        <a:buSzPts val="1400"/>
                        <a:buFont typeface="Calibri"/>
                        <a:buNone/>
                      </a:pPr>
                      <a:r>
                        <a:rPr lang="en-US" sz="1400" b="0" i="0" u="none" strike="noStrike" dirty="0">
                          <a:solidFill>
                            <a:schemeClr val="tx1"/>
                          </a:solidFill>
                          <a:latin typeface="Calibri" panose="020F0502020204030204" pitchFamily="34" charset="0"/>
                          <a:ea typeface="Calibri"/>
                          <a:cs typeface="Calibri" panose="020F0502020204030204" pitchFamily="34" charset="0"/>
                          <a:sym typeface="Calibri"/>
                        </a:rPr>
                        <a:t>07-</a:t>
                      </a:r>
                      <a:r>
                        <a:rPr lang="en-US" sz="1400" dirty="0">
                          <a:solidFill>
                            <a:schemeClr val="tx1"/>
                          </a:solidFill>
                          <a:latin typeface="Calibri" panose="020F0502020204030204" pitchFamily="34" charset="0"/>
                          <a:ea typeface="Calibri"/>
                          <a:cs typeface="Calibri" panose="020F0502020204030204" pitchFamily="34" charset="0"/>
                          <a:sym typeface="Calibri"/>
                        </a:rPr>
                        <a:t>Apr</a:t>
                      </a:r>
                      <a:r>
                        <a:rPr lang="en-US" sz="1400" b="0" i="0" u="none" strike="noStrike" dirty="0">
                          <a:solidFill>
                            <a:schemeClr val="tx1"/>
                          </a:solidFill>
                          <a:latin typeface="Calibri" panose="020F0502020204030204" pitchFamily="34" charset="0"/>
                          <a:ea typeface="Calibri"/>
                          <a:cs typeface="Calibri" panose="020F0502020204030204" pitchFamily="34" charset="0"/>
                          <a:sym typeface="Calibri"/>
                        </a:rPr>
                        <a:t>-20</a:t>
                      </a:r>
                      <a:endParaRPr sz="140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extLst>
                  <a:ext uri="{0D108BD9-81ED-4DB2-BD59-A6C34878D82A}">
                    <a16:rowId xmlns:a16="http://schemas.microsoft.com/office/drawing/2014/main" val="10001"/>
                  </a:ext>
                </a:extLst>
              </a:tr>
              <a:tr h="1253025">
                <a:tc>
                  <a:txBody>
                    <a:bodyPr/>
                    <a:lstStyle/>
                    <a:p>
                      <a:pPr marL="0" marR="0" lvl="0" indent="0" algn="l" rtl="0">
                        <a:spcBef>
                          <a:spcPts val="0"/>
                        </a:spcBef>
                        <a:spcAft>
                          <a:spcPts val="0"/>
                        </a:spcAft>
                        <a:buNone/>
                      </a:pPr>
                      <a:r>
                        <a:rPr lang="en-US" sz="1400" b="0" i="0" u="none" strike="noStrike">
                          <a:solidFill>
                            <a:schemeClr val="tx1"/>
                          </a:solidFill>
                          <a:latin typeface="Calibri" panose="020F0502020204030204" pitchFamily="34" charset="0"/>
                          <a:ea typeface="Calibri"/>
                          <a:cs typeface="Calibri" panose="020F0502020204030204" pitchFamily="34" charset="0"/>
                          <a:sym typeface="Calibri"/>
                        </a:rPr>
                        <a:t>Governance Call</a:t>
                      </a:r>
                      <a:endParaRPr sz="1400" b="0" i="0" u="none" strike="noStrike">
                        <a:solidFill>
                          <a:schemeClr val="tx1"/>
                        </a:solidFill>
                        <a:latin typeface="Calibri" panose="020F0502020204030204" pitchFamily="34" charset="0"/>
                        <a:ea typeface="Calibri"/>
                        <a:cs typeface="Calibri" panose="020F0502020204030204" pitchFamily="34" charset="0"/>
                        <a:sym typeface="Calibri"/>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lvl="0" indent="0" algn="l" rtl="0">
                        <a:spcBef>
                          <a:spcPts val="0"/>
                        </a:spcBef>
                        <a:spcAft>
                          <a:spcPts val="0"/>
                        </a:spcAft>
                        <a:buClr>
                          <a:srgbClr val="000000"/>
                        </a:buClr>
                        <a:buFont typeface="Arial"/>
                        <a:buNone/>
                      </a:pPr>
                      <a:r>
                        <a:rPr lang="en-US" sz="1400">
                          <a:solidFill>
                            <a:schemeClr val="tx1"/>
                          </a:solidFill>
                          <a:latin typeface="Calibri" panose="020F0502020204030204" pitchFamily="34" charset="0"/>
                          <a:ea typeface="Calibri"/>
                          <a:cs typeface="Calibri" panose="020F0502020204030204" pitchFamily="34" charset="0"/>
                          <a:sym typeface="Calibri"/>
                        </a:rPr>
                        <a:t>Savita Shekhawat</a:t>
                      </a:r>
                      <a:endParaRPr sz="1400" b="0" i="0" u="none" strike="noStrike" cap="none">
                        <a:solidFill>
                          <a:schemeClr val="tx1"/>
                        </a:solidFill>
                        <a:latin typeface="Calibri" panose="020F0502020204030204" pitchFamily="34" charset="0"/>
                        <a:ea typeface="Calibri"/>
                        <a:cs typeface="Calibri" panose="020F0502020204030204" pitchFamily="34" charset="0"/>
                        <a:sym typeface="Calibri"/>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l" rtl="0">
                        <a:spcBef>
                          <a:spcPts val="0"/>
                        </a:spcBef>
                        <a:spcAft>
                          <a:spcPts val="0"/>
                        </a:spcAft>
                        <a:buNone/>
                      </a:pPr>
                      <a:r>
                        <a:rPr lang="en-US" sz="1400" b="0" i="0" u="none" strike="noStrike">
                          <a:solidFill>
                            <a:schemeClr val="tx1"/>
                          </a:solidFill>
                          <a:latin typeface="Calibri" panose="020F0502020204030204" pitchFamily="34" charset="0"/>
                          <a:ea typeface="Calibri"/>
                          <a:cs typeface="Calibri" panose="020F0502020204030204" pitchFamily="34" charset="0"/>
                          <a:sym typeface="Calibri"/>
                        </a:rPr>
                        <a:t>Progress Updates</a:t>
                      </a:r>
                      <a:endParaRPr sz="140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l" rtl="0">
                        <a:spcBef>
                          <a:spcPts val="0"/>
                        </a:spcBef>
                        <a:spcAft>
                          <a:spcPts val="0"/>
                        </a:spcAft>
                        <a:buNone/>
                      </a:pPr>
                      <a:r>
                        <a:rPr lang="en-US" sz="1400" b="0" i="0" u="none" strike="noStrike" dirty="0">
                          <a:solidFill>
                            <a:schemeClr val="tx1"/>
                          </a:solidFill>
                          <a:latin typeface="Calibri" panose="020F0502020204030204" pitchFamily="34" charset="0"/>
                          <a:ea typeface="Calibri"/>
                          <a:cs typeface="Calibri" panose="020F0502020204030204" pitchFamily="34" charset="0"/>
                          <a:sym typeface="Calibri"/>
                        </a:rPr>
                        <a:t>Head – </a:t>
                      </a:r>
                      <a:r>
                        <a:rPr lang="en-US" sz="1400" dirty="0" err="1">
                          <a:solidFill>
                            <a:schemeClr val="tx1"/>
                          </a:solidFill>
                          <a:latin typeface="Calibri" panose="020F0502020204030204" pitchFamily="34" charset="0"/>
                          <a:ea typeface="Calibri"/>
                          <a:cs typeface="Calibri" panose="020F0502020204030204" pitchFamily="34" charset="0"/>
                          <a:sym typeface="Calibri"/>
                        </a:rPr>
                        <a:t>Anit</a:t>
                      </a:r>
                      <a:r>
                        <a:rPr lang="en-US" sz="1400" dirty="0">
                          <a:solidFill>
                            <a:schemeClr val="tx1"/>
                          </a:solidFill>
                          <a:latin typeface="Calibri" panose="020F0502020204030204" pitchFamily="34" charset="0"/>
                          <a:ea typeface="Calibri"/>
                          <a:cs typeface="Calibri" panose="020F0502020204030204" pitchFamily="34" charset="0"/>
                          <a:sym typeface="Calibri"/>
                        </a:rPr>
                        <a:t> Jain </a:t>
                      </a:r>
                      <a:r>
                        <a:rPr lang="en-US" sz="1400" b="0" i="0" u="none" strike="noStrike" dirty="0">
                          <a:solidFill>
                            <a:schemeClr val="tx1"/>
                          </a:solidFill>
                          <a:latin typeface="Calibri" panose="020F0502020204030204" pitchFamily="34" charset="0"/>
                          <a:ea typeface="Calibri"/>
                          <a:cs typeface="Calibri" panose="020F0502020204030204" pitchFamily="34" charset="0"/>
                          <a:sym typeface="Calibri"/>
                        </a:rPr>
                        <a:t>VP,</a:t>
                      </a:r>
                      <a:endParaRPr sz="1400" dirty="0">
                        <a:solidFill>
                          <a:schemeClr val="tx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400" dirty="0">
                          <a:solidFill>
                            <a:schemeClr val="tx1"/>
                          </a:solidFill>
                          <a:latin typeface="Calibri" panose="020F0502020204030204" pitchFamily="34" charset="0"/>
                          <a:ea typeface="Calibri"/>
                          <a:cs typeface="Calibri" panose="020F0502020204030204" pitchFamily="34" charset="0"/>
                          <a:sym typeface="Calibri"/>
                        </a:rPr>
                        <a:t>Savita Shekhawat</a:t>
                      </a:r>
                      <a:endParaRPr sz="1400" dirty="0">
                        <a:solidFill>
                          <a:schemeClr val="tx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400" dirty="0">
                          <a:solidFill>
                            <a:schemeClr val="tx1"/>
                          </a:solidFill>
                          <a:latin typeface="Calibri" panose="020F0502020204030204" pitchFamily="34" charset="0"/>
                          <a:ea typeface="Calibri"/>
                          <a:cs typeface="Calibri" panose="020F0502020204030204" pitchFamily="34" charset="0"/>
                          <a:sym typeface="Calibri"/>
                        </a:rPr>
                        <a:t>Yogesh Gambhir</a:t>
                      </a:r>
                      <a:r>
                        <a:rPr lang="en-US" sz="1400" b="0" i="0" u="none" strike="noStrike" dirty="0">
                          <a:solidFill>
                            <a:schemeClr val="tx1"/>
                          </a:solidFill>
                          <a:latin typeface="Calibri" panose="020F0502020204030204" pitchFamily="34" charset="0"/>
                          <a:ea typeface="Calibri"/>
                          <a:cs typeface="Calibri" panose="020F0502020204030204" pitchFamily="34" charset="0"/>
                          <a:sym typeface="Calibri"/>
                        </a:rPr>
                        <a:t>: GPM – Genpact</a:t>
                      </a:r>
                      <a:endParaRPr sz="1400" dirty="0">
                        <a:solidFill>
                          <a:schemeClr val="tx1"/>
                        </a:solidFill>
                        <a:latin typeface="Calibri" panose="020F0502020204030204" pitchFamily="34" charset="0"/>
                        <a:cs typeface="Calibri" panose="020F0502020204030204" pitchFamily="34" charset="0"/>
                      </a:endParaRPr>
                    </a:p>
                    <a:p>
                      <a:pPr marL="0" marR="0" lvl="0" indent="0" algn="l" rtl="0">
                        <a:spcBef>
                          <a:spcPts val="0"/>
                        </a:spcBef>
                        <a:spcAft>
                          <a:spcPts val="0"/>
                        </a:spcAft>
                        <a:buNone/>
                      </a:pPr>
                      <a:r>
                        <a:rPr lang="en-US" sz="1400" b="0" i="0" u="none" strike="noStrike" dirty="0">
                          <a:solidFill>
                            <a:schemeClr val="tx1"/>
                          </a:solidFill>
                          <a:latin typeface="Calibri" panose="020F0502020204030204" pitchFamily="34" charset="0"/>
                          <a:cs typeface="Calibri" panose="020F0502020204030204" pitchFamily="34" charset="0"/>
                          <a:sym typeface="Calibri"/>
                        </a:rPr>
                        <a:t>Informatica Admin Team</a:t>
                      </a:r>
                      <a:endParaRPr sz="140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ctr" rtl="0">
                        <a:spcBef>
                          <a:spcPts val="0"/>
                        </a:spcBef>
                        <a:spcAft>
                          <a:spcPts val="0"/>
                        </a:spcAft>
                        <a:buNone/>
                      </a:pPr>
                      <a:r>
                        <a:rPr lang="en-US" sz="1400" b="0" i="0" u="none" strike="noStrike" dirty="0">
                          <a:solidFill>
                            <a:schemeClr val="tx1"/>
                          </a:solidFill>
                          <a:latin typeface="Calibri" panose="020F0502020204030204" pitchFamily="34" charset="0"/>
                          <a:ea typeface="Calibri"/>
                          <a:cs typeface="Calibri" panose="020F0502020204030204" pitchFamily="34" charset="0"/>
                          <a:sym typeface="Calibri"/>
                        </a:rPr>
                        <a:t>Monthly</a:t>
                      </a:r>
                      <a:endParaRPr sz="140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ctr" rtl="0">
                        <a:spcBef>
                          <a:spcPts val="0"/>
                        </a:spcBef>
                        <a:spcAft>
                          <a:spcPts val="0"/>
                        </a:spcAft>
                        <a:buNone/>
                      </a:pPr>
                      <a:r>
                        <a:rPr lang="en-US" sz="1400" b="0" i="0" u="none" strike="noStrike">
                          <a:solidFill>
                            <a:schemeClr val="tx1"/>
                          </a:solidFill>
                          <a:latin typeface="Calibri" panose="020F0502020204030204" pitchFamily="34" charset="0"/>
                          <a:ea typeface="Calibri"/>
                          <a:cs typeface="Calibri" panose="020F0502020204030204" pitchFamily="34" charset="0"/>
                          <a:sym typeface="Calibri"/>
                        </a:rPr>
                        <a:t>May’20 Onwards</a:t>
                      </a:r>
                      <a:endParaRPr sz="140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extLst>
                  <a:ext uri="{0D108BD9-81ED-4DB2-BD59-A6C34878D82A}">
                    <a16:rowId xmlns:a16="http://schemas.microsoft.com/office/drawing/2014/main" val="10002"/>
                  </a:ext>
                </a:extLst>
              </a:tr>
              <a:tr h="928575">
                <a:tc>
                  <a:txBody>
                    <a:bodyPr/>
                    <a:lstStyle/>
                    <a:p>
                      <a:pPr marL="0" marR="0" lvl="0" indent="0" algn="l" rtl="0">
                        <a:spcBef>
                          <a:spcPts val="0"/>
                        </a:spcBef>
                        <a:spcAft>
                          <a:spcPts val="0"/>
                        </a:spcAft>
                        <a:buNone/>
                      </a:pPr>
                      <a:r>
                        <a:rPr lang="en-US" sz="1400" b="0" i="0" u="none" strike="noStrike">
                          <a:solidFill>
                            <a:schemeClr val="tx1"/>
                          </a:solidFill>
                          <a:latin typeface="Calibri" panose="020F0502020204030204" pitchFamily="34" charset="0"/>
                          <a:ea typeface="Calibri"/>
                          <a:cs typeface="Calibri" panose="020F0502020204030204" pitchFamily="34" charset="0"/>
                          <a:sym typeface="Calibri"/>
                        </a:rPr>
                        <a:t>BB Status Meeting</a:t>
                      </a:r>
                      <a:endParaRPr sz="140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lvl="0" indent="0" algn="l" rtl="0">
                        <a:spcBef>
                          <a:spcPts val="0"/>
                        </a:spcBef>
                        <a:spcAft>
                          <a:spcPts val="0"/>
                        </a:spcAft>
                        <a:buClr>
                          <a:srgbClr val="000000"/>
                        </a:buClr>
                        <a:buFont typeface="Arial"/>
                        <a:buNone/>
                      </a:pPr>
                      <a:r>
                        <a:rPr lang="en-US" sz="1400">
                          <a:solidFill>
                            <a:schemeClr val="tx1"/>
                          </a:solidFill>
                          <a:latin typeface="Calibri" panose="020F0502020204030204" pitchFamily="34" charset="0"/>
                          <a:ea typeface="Calibri"/>
                          <a:cs typeface="Calibri" panose="020F0502020204030204" pitchFamily="34" charset="0"/>
                          <a:sym typeface="Calibri"/>
                        </a:rPr>
                        <a:t>Savita Shekhawat</a:t>
                      </a:r>
                      <a:endParaRPr sz="1400" b="0" i="0" u="none" strike="noStrike" cap="none">
                        <a:solidFill>
                          <a:schemeClr val="tx1"/>
                        </a:solidFill>
                        <a:latin typeface="Calibri" panose="020F0502020204030204" pitchFamily="34" charset="0"/>
                        <a:ea typeface="Calibri"/>
                        <a:cs typeface="Calibri" panose="020F0502020204030204" pitchFamily="34" charset="0"/>
                        <a:sym typeface="Calibri"/>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l" rtl="0">
                        <a:spcBef>
                          <a:spcPts val="0"/>
                        </a:spcBef>
                        <a:spcAft>
                          <a:spcPts val="0"/>
                        </a:spcAft>
                        <a:buNone/>
                      </a:pPr>
                      <a:r>
                        <a:rPr lang="en-US" sz="1400" b="0" i="0" u="none" strike="noStrike">
                          <a:solidFill>
                            <a:schemeClr val="tx1"/>
                          </a:solidFill>
                          <a:latin typeface="Calibri" panose="020F0502020204030204" pitchFamily="34" charset="0"/>
                          <a:ea typeface="Calibri"/>
                          <a:cs typeface="Calibri" panose="020F0502020204030204" pitchFamily="34" charset="0"/>
                          <a:sym typeface="Calibri"/>
                        </a:rPr>
                        <a:t>Discussion on project progress</a:t>
                      </a:r>
                      <a:endParaRPr sz="140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l" rtl="0">
                        <a:spcBef>
                          <a:spcPts val="0"/>
                        </a:spcBef>
                        <a:spcAft>
                          <a:spcPts val="0"/>
                        </a:spcAft>
                        <a:buNone/>
                      </a:pPr>
                      <a:r>
                        <a:rPr lang="en-US" sz="1400" b="0" i="0" u="none" strike="noStrike" dirty="0">
                          <a:solidFill>
                            <a:schemeClr val="tx1"/>
                          </a:solidFill>
                          <a:latin typeface="Calibri" panose="020F0502020204030204" pitchFamily="34" charset="0"/>
                          <a:cs typeface="Calibri" panose="020F0502020204030204" pitchFamily="34" charset="0"/>
                          <a:sym typeface="Calibri"/>
                        </a:rPr>
                        <a:t>Sureshkumar Nemidoss</a:t>
                      </a:r>
                      <a:endParaRPr sz="1400" dirty="0">
                        <a:solidFill>
                          <a:schemeClr val="tx1"/>
                        </a:solidFill>
                        <a:latin typeface="Calibri" panose="020F0502020204030204" pitchFamily="34" charset="0"/>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
                          <a:srgbClr val="000000"/>
                        </a:buClr>
                        <a:buSzPts val="1400"/>
                        <a:buFont typeface="Calibri"/>
                        <a:buNone/>
                        <a:tabLst/>
                        <a:defRPr/>
                      </a:pPr>
                      <a:r>
                        <a:rPr lang="en-US" sz="1400" dirty="0">
                          <a:solidFill>
                            <a:schemeClr val="tx1"/>
                          </a:solidFill>
                          <a:latin typeface="Calibri" panose="020F0502020204030204" pitchFamily="34" charset="0"/>
                          <a:ea typeface="Calibri"/>
                          <a:cs typeface="Calibri" panose="020F0502020204030204" pitchFamily="34" charset="0"/>
                          <a:sym typeface="Calibri"/>
                        </a:rPr>
                        <a:t>Savita Shekhawat</a:t>
                      </a:r>
                      <a:endParaRPr lang="en-US" sz="1400" dirty="0">
                        <a:solidFill>
                          <a:schemeClr val="tx1"/>
                        </a:solidFill>
                        <a:latin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rgbClr val="000000"/>
                        </a:buClr>
                        <a:buSzPts val="1400"/>
                        <a:buFont typeface="Calibri"/>
                        <a:buNone/>
                      </a:pPr>
                      <a:endParaRPr sz="140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ctr" rtl="0">
                        <a:spcBef>
                          <a:spcPts val="0"/>
                        </a:spcBef>
                        <a:spcAft>
                          <a:spcPts val="0"/>
                        </a:spcAft>
                        <a:buNone/>
                      </a:pPr>
                      <a:r>
                        <a:rPr lang="en-US" sz="1400" b="0" i="0" u="none" strike="noStrike">
                          <a:solidFill>
                            <a:schemeClr val="tx1"/>
                          </a:solidFill>
                          <a:latin typeface="Calibri" panose="020F0502020204030204" pitchFamily="34" charset="0"/>
                          <a:ea typeface="Calibri"/>
                          <a:cs typeface="Calibri" panose="020F0502020204030204" pitchFamily="34" charset="0"/>
                          <a:sym typeface="Calibri"/>
                        </a:rPr>
                        <a:t>Weekly</a:t>
                      </a:r>
                      <a:endParaRPr sz="1400" b="0" i="0" u="none" strike="noStrike">
                        <a:solidFill>
                          <a:schemeClr val="tx1"/>
                        </a:solidFill>
                        <a:latin typeface="Calibri" panose="020F0502020204030204" pitchFamily="34" charset="0"/>
                        <a:ea typeface="Calibri"/>
                        <a:cs typeface="Calibri" panose="020F0502020204030204" pitchFamily="34" charset="0"/>
                        <a:sym typeface="Calibri"/>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ctr" rtl="0">
                        <a:spcBef>
                          <a:spcPts val="0"/>
                        </a:spcBef>
                        <a:spcAft>
                          <a:spcPts val="0"/>
                        </a:spcAft>
                        <a:buNone/>
                      </a:pPr>
                      <a:r>
                        <a:rPr lang="en-US" sz="1400" b="0" i="0" u="none" strike="noStrike" dirty="0">
                          <a:solidFill>
                            <a:schemeClr val="tx1"/>
                          </a:solidFill>
                          <a:latin typeface="Calibri" panose="020F0502020204030204" pitchFamily="34" charset="0"/>
                          <a:ea typeface="Calibri"/>
                          <a:cs typeface="Calibri" panose="020F0502020204030204" pitchFamily="34" charset="0"/>
                          <a:sym typeface="Calibri"/>
                        </a:rPr>
                        <a:t>Ongoing</a:t>
                      </a:r>
                      <a:endParaRPr sz="140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extLst>
                  <a:ext uri="{0D108BD9-81ED-4DB2-BD59-A6C34878D82A}">
                    <a16:rowId xmlns:a16="http://schemas.microsoft.com/office/drawing/2014/main" val="10003"/>
                  </a:ext>
                </a:extLst>
              </a:tr>
              <a:tr h="1000000">
                <a:tc>
                  <a:txBody>
                    <a:bodyPr/>
                    <a:lstStyle/>
                    <a:p>
                      <a:pPr marL="0" marR="0" lvl="0" indent="0" algn="l" rtl="0">
                        <a:spcBef>
                          <a:spcPts val="0"/>
                        </a:spcBef>
                        <a:spcAft>
                          <a:spcPts val="0"/>
                        </a:spcAft>
                        <a:buNone/>
                      </a:pPr>
                      <a:r>
                        <a:rPr lang="en-US" sz="1400" b="0" i="0" u="none" strike="noStrike">
                          <a:solidFill>
                            <a:schemeClr val="tx1"/>
                          </a:solidFill>
                          <a:latin typeface="Calibri" panose="020F0502020204030204" pitchFamily="34" charset="0"/>
                          <a:ea typeface="Calibri"/>
                          <a:cs typeface="Calibri" panose="020F0502020204030204" pitchFamily="34" charset="0"/>
                          <a:sym typeface="Calibri"/>
                        </a:rPr>
                        <a:t>Phase Completion Review</a:t>
                      </a:r>
                      <a:endParaRPr sz="1400" b="0" i="0" u="none" strike="noStrike">
                        <a:solidFill>
                          <a:schemeClr val="tx1"/>
                        </a:solidFill>
                        <a:latin typeface="Calibri" panose="020F0502020204030204" pitchFamily="34" charset="0"/>
                        <a:ea typeface="Calibri"/>
                        <a:cs typeface="Calibri" panose="020F0502020204030204" pitchFamily="34" charset="0"/>
                        <a:sym typeface="Calibri"/>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lvl="0" indent="0" algn="l" rtl="0">
                        <a:spcBef>
                          <a:spcPts val="0"/>
                        </a:spcBef>
                        <a:spcAft>
                          <a:spcPts val="0"/>
                        </a:spcAft>
                        <a:buClr>
                          <a:srgbClr val="000000"/>
                        </a:buClr>
                        <a:buFont typeface="Arial"/>
                        <a:buNone/>
                      </a:pPr>
                      <a:r>
                        <a:rPr lang="en-US" sz="1400">
                          <a:solidFill>
                            <a:schemeClr val="tx1"/>
                          </a:solidFill>
                          <a:latin typeface="Calibri" panose="020F0502020204030204" pitchFamily="34" charset="0"/>
                          <a:ea typeface="Calibri"/>
                          <a:cs typeface="Calibri" panose="020F0502020204030204" pitchFamily="34" charset="0"/>
                          <a:sym typeface="Calibri"/>
                        </a:rPr>
                        <a:t>Savita Shekhawat</a:t>
                      </a:r>
                      <a:endParaRPr sz="1400" b="0" i="0" u="none" strike="noStrike" cap="none">
                        <a:solidFill>
                          <a:schemeClr val="tx1"/>
                        </a:solidFill>
                        <a:latin typeface="Calibri" panose="020F0502020204030204" pitchFamily="34" charset="0"/>
                        <a:ea typeface="Calibri"/>
                        <a:cs typeface="Calibri" panose="020F0502020204030204" pitchFamily="34" charset="0"/>
                        <a:sym typeface="Calibri"/>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l" rtl="0">
                        <a:lnSpc>
                          <a:spcPct val="100000"/>
                        </a:lnSpc>
                        <a:spcBef>
                          <a:spcPts val="0"/>
                        </a:spcBef>
                        <a:spcAft>
                          <a:spcPts val="0"/>
                        </a:spcAft>
                        <a:buClr>
                          <a:srgbClr val="000000"/>
                        </a:buClr>
                        <a:buSzPts val="1400"/>
                        <a:buFont typeface="Calibri"/>
                        <a:buNone/>
                      </a:pPr>
                      <a:r>
                        <a:rPr lang="en-US" sz="1400" b="0" i="0" u="none" strike="noStrike">
                          <a:solidFill>
                            <a:schemeClr val="tx1"/>
                          </a:solidFill>
                          <a:latin typeface="Calibri" panose="020F0502020204030204" pitchFamily="34" charset="0"/>
                          <a:ea typeface="Calibri"/>
                          <a:cs typeface="Calibri" panose="020F0502020204030204" pitchFamily="34" charset="0"/>
                          <a:sym typeface="Calibri"/>
                        </a:rPr>
                        <a:t>Discussion on project Phase completion</a:t>
                      </a:r>
                      <a:endParaRPr sz="140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l" rtl="0">
                        <a:spcBef>
                          <a:spcPts val="0"/>
                        </a:spcBef>
                        <a:spcAft>
                          <a:spcPts val="0"/>
                        </a:spcAft>
                        <a:buNone/>
                      </a:pPr>
                      <a:r>
                        <a:rPr lang="en-US" sz="1400" b="0" i="0" u="none" strike="noStrike" dirty="0">
                          <a:solidFill>
                            <a:schemeClr val="tx1"/>
                          </a:solidFill>
                          <a:latin typeface="Calibri" panose="020F0502020204030204" pitchFamily="34" charset="0"/>
                          <a:cs typeface="Calibri" panose="020F0502020204030204" pitchFamily="34" charset="0"/>
                          <a:sym typeface="Calibri"/>
                        </a:rPr>
                        <a:t>Sureshkumar Nemidoss</a:t>
                      </a:r>
                      <a:endParaRPr lang="en-US" sz="1400" dirty="0">
                        <a:solidFill>
                          <a:schemeClr val="tx1"/>
                        </a:solidFill>
                        <a:latin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rgbClr val="000000"/>
                        </a:buClr>
                        <a:buSzPts val="1400"/>
                        <a:buFont typeface="Calibri"/>
                        <a:buNone/>
                      </a:pPr>
                      <a:r>
                        <a:rPr lang="en-US" sz="1400" b="0" i="0" u="none" strike="noStrike" dirty="0">
                          <a:solidFill>
                            <a:schemeClr val="tx1"/>
                          </a:solidFill>
                          <a:latin typeface="Calibri" panose="020F0502020204030204" pitchFamily="34" charset="0"/>
                          <a:cs typeface="Calibri" panose="020F0502020204030204" pitchFamily="34" charset="0"/>
                          <a:sym typeface="Calibri"/>
                        </a:rPr>
                        <a:t>Somanathan Venkatesan</a:t>
                      </a:r>
                      <a:endParaRPr sz="140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ctr" rtl="0">
                        <a:spcBef>
                          <a:spcPts val="0"/>
                        </a:spcBef>
                        <a:spcAft>
                          <a:spcPts val="0"/>
                        </a:spcAft>
                        <a:buNone/>
                      </a:pPr>
                      <a:r>
                        <a:rPr lang="en-US" sz="1400" b="0" i="0" u="none" strike="noStrike" dirty="0">
                          <a:solidFill>
                            <a:schemeClr val="tx1"/>
                          </a:solidFill>
                          <a:latin typeface="Calibri" panose="020F0502020204030204" pitchFamily="34" charset="0"/>
                          <a:ea typeface="Calibri"/>
                          <a:cs typeface="Calibri" panose="020F0502020204030204" pitchFamily="34" charset="0"/>
                          <a:sym typeface="Calibri"/>
                        </a:rPr>
                        <a:t>Phase Completion</a:t>
                      </a:r>
                      <a:endParaRPr sz="140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ctr" rtl="0">
                        <a:spcBef>
                          <a:spcPts val="0"/>
                        </a:spcBef>
                        <a:spcAft>
                          <a:spcPts val="0"/>
                        </a:spcAft>
                        <a:buNone/>
                      </a:pPr>
                      <a:r>
                        <a:rPr lang="en-US" sz="1400" b="0" i="0" u="none" strike="noStrike" dirty="0">
                          <a:solidFill>
                            <a:schemeClr val="tx1"/>
                          </a:solidFill>
                          <a:latin typeface="Calibri" panose="020F0502020204030204" pitchFamily="34" charset="0"/>
                          <a:ea typeface="Calibri"/>
                          <a:cs typeface="Calibri" panose="020F0502020204030204" pitchFamily="34" charset="0"/>
                          <a:sym typeface="Calibri"/>
                        </a:rPr>
                        <a:t>Jun’20</a:t>
                      </a:r>
                      <a:endParaRPr sz="1400" dirty="0">
                        <a:solidFill>
                          <a:schemeClr val="tx1"/>
                        </a:solidFill>
                        <a:latin typeface="Calibri" panose="020F0502020204030204" pitchFamily="34" charset="0"/>
                        <a:cs typeface="Calibri" panose="020F0502020204030204" pitchFamily="34" charset="0"/>
                      </a:endParaRPr>
                    </a:p>
                    <a:p>
                      <a:pPr marL="0" marR="0" lvl="0" indent="0" algn="ctr" rtl="0">
                        <a:spcBef>
                          <a:spcPts val="0"/>
                        </a:spcBef>
                        <a:spcAft>
                          <a:spcPts val="0"/>
                        </a:spcAft>
                        <a:buNone/>
                      </a:pPr>
                      <a:r>
                        <a:rPr lang="en-US" sz="1400" b="0" i="0" u="none" strike="noStrike" dirty="0">
                          <a:solidFill>
                            <a:schemeClr val="tx1"/>
                          </a:solidFill>
                          <a:latin typeface="Calibri" panose="020F0502020204030204" pitchFamily="34" charset="0"/>
                          <a:ea typeface="Calibri"/>
                          <a:cs typeface="Calibri" panose="020F0502020204030204" pitchFamily="34" charset="0"/>
                          <a:sym typeface="Calibri"/>
                        </a:rPr>
                        <a:t>Jul’20</a:t>
                      </a:r>
                      <a:endParaRPr sz="1400" dirty="0">
                        <a:solidFill>
                          <a:schemeClr val="tx1"/>
                        </a:solidFill>
                        <a:latin typeface="Calibri" panose="020F0502020204030204" pitchFamily="34" charset="0"/>
                        <a:cs typeface="Calibri" panose="020F0502020204030204" pitchFamily="34" charset="0"/>
                      </a:endParaRPr>
                    </a:p>
                    <a:p>
                      <a:pPr marL="0" marR="0" lvl="0" indent="0" algn="ctr" rtl="0">
                        <a:spcBef>
                          <a:spcPts val="0"/>
                        </a:spcBef>
                        <a:spcAft>
                          <a:spcPts val="0"/>
                        </a:spcAft>
                        <a:buNone/>
                      </a:pPr>
                      <a:r>
                        <a:rPr lang="en-US" sz="1400" b="0" i="0" u="none" strike="noStrike" dirty="0">
                          <a:solidFill>
                            <a:schemeClr val="tx1"/>
                          </a:solidFill>
                          <a:latin typeface="Calibri" panose="020F0502020204030204" pitchFamily="34" charset="0"/>
                          <a:ea typeface="Calibri"/>
                          <a:cs typeface="Calibri" panose="020F0502020204030204" pitchFamily="34" charset="0"/>
                          <a:sym typeface="Calibri"/>
                        </a:rPr>
                        <a:t>Aug’20</a:t>
                      </a:r>
                      <a:endParaRPr sz="1400" dirty="0">
                        <a:solidFill>
                          <a:schemeClr val="tx1"/>
                        </a:solidFill>
                        <a:latin typeface="Calibri" panose="020F0502020204030204" pitchFamily="34" charset="0"/>
                        <a:cs typeface="Calibri" panose="020F0502020204030204" pitchFamily="34" charset="0"/>
                      </a:endParaRPr>
                    </a:p>
                    <a:p>
                      <a:pPr marL="0" marR="0" lvl="0" indent="0" algn="ctr" rtl="0">
                        <a:spcBef>
                          <a:spcPts val="0"/>
                        </a:spcBef>
                        <a:spcAft>
                          <a:spcPts val="0"/>
                        </a:spcAft>
                        <a:buNone/>
                      </a:pPr>
                      <a:r>
                        <a:rPr lang="en-US" sz="1400" b="0" i="0" u="none" strike="noStrike" dirty="0">
                          <a:solidFill>
                            <a:schemeClr val="tx1"/>
                          </a:solidFill>
                          <a:latin typeface="Calibri" panose="020F0502020204030204" pitchFamily="34" charset="0"/>
                          <a:ea typeface="Calibri"/>
                          <a:cs typeface="Calibri" panose="020F0502020204030204" pitchFamily="34" charset="0"/>
                          <a:sym typeface="Calibri"/>
                        </a:rPr>
                        <a:t>Sep’20</a:t>
                      </a:r>
                    </a:p>
                    <a:p>
                      <a:pPr marL="0" marR="0" lvl="0" indent="0" algn="ctr" rtl="0">
                        <a:spcBef>
                          <a:spcPts val="0"/>
                        </a:spcBef>
                        <a:spcAft>
                          <a:spcPts val="0"/>
                        </a:spcAft>
                        <a:buNone/>
                      </a:pPr>
                      <a:r>
                        <a:rPr lang="en-US" sz="1400" b="0" i="0" u="none" strike="noStrike" dirty="0">
                          <a:solidFill>
                            <a:schemeClr val="tx1"/>
                          </a:solidFill>
                          <a:latin typeface="Calibri" panose="020F0502020204030204" pitchFamily="34" charset="0"/>
                          <a:cs typeface="Calibri" panose="020F0502020204030204" pitchFamily="34" charset="0"/>
                          <a:sym typeface="Calibri"/>
                        </a:rPr>
                        <a:t>Oct’20</a:t>
                      </a:r>
                      <a:endParaRPr sz="140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extLst>
                  <a:ext uri="{0D108BD9-81ED-4DB2-BD59-A6C34878D82A}">
                    <a16:rowId xmlns:a16="http://schemas.microsoft.com/office/drawing/2014/main" val="10004"/>
                  </a:ext>
                </a:extLst>
              </a:tr>
              <a:tr h="915300">
                <a:tc>
                  <a:txBody>
                    <a:bodyPr/>
                    <a:lstStyle/>
                    <a:p>
                      <a:pPr marL="0" marR="0" lvl="0" indent="0" algn="l" rtl="0">
                        <a:spcBef>
                          <a:spcPts val="0"/>
                        </a:spcBef>
                        <a:spcAft>
                          <a:spcPts val="0"/>
                        </a:spcAft>
                        <a:buNone/>
                      </a:pPr>
                      <a:r>
                        <a:rPr lang="en-US" sz="1400" b="0" i="0" u="none" strike="noStrike">
                          <a:solidFill>
                            <a:schemeClr val="tx1"/>
                          </a:solidFill>
                          <a:latin typeface="Calibri" panose="020F0502020204030204" pitchFamily="34" charset="0"/>
                          <a:ea typeface="Calibri"/>
                          <a:cs typeface="Calibri" panose="020F0502020204030204" pitchFamily="34" charset="0"/>
                          <a:sym typeface="Calibri"/>
                        </a:rPr>
                        <a:t>Panel Review</a:t>
                      </a:r>
                      <a:endParaRPr sz="140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lvl="0" indent="0" algn="l" rtl="0">
                        <a:spcBef>
                          <a:spcPts val="0"/>
                        </a:spcBef>
                        <a:spcAft>
                          <a:spcPts val="0"/>
                        </a:spcAft>
                        <a:buClr>
                          <a:srgbClr val="000000"/>
                        </a:buClr>
                        <a:buFont typeface="Arial"/>
                        <a:buNone/>
                      </a:pPr>
                      <a:r>
                        <a:rPr lang="en-US" sz="1400">
                          <a:solidFill>
                            <a:schemeClr val="tx1"/>
                          </a:solidFill>
                          <a:latin typeface="Calibri" panose="020F0502020204030204" pitchFamily="34" charset="0"/>
                          <a:ea typeface="Calibri"/>
                          <a:cs typeface="Calibri" panose="020F0502020204030204" pitchFamily="34" charset="0"/>
                          <a:sym typeface="Calibri"/>
                        </a:rPr>
                        <a:t>Savita Shekhawat</a:t>
                      </a:r>
                      <a:endParaRPr sz="140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l" rtl="0">
                        <a:spcBef>
                          <a:spcPts val="0"/>
                        </a:spcBef>
                        <a:spcAft>
                          <a:spcPts val="0"/>
                        </a:spcAft>
                        <a:buNone/>
                      </a:pPr>
                      <a:r>
                        <a:rPr lang="en-US" sz="1400" b="0" i="0" u="none" strike="noStrike">
                          <a:solidFill>
                            <a:schemeClr val="tx1"/>
                          </a:solidFill>
                          <a:latin typeface="Calibri" panose="020F0502020204030204" pitchFamily="34" charset="0"/>
                          <a:ea typeface="Calibri"/>
                          <a:cs typeface="Calibri" panose="020F0502020204030204" pitchFamily="34" charset="0"/>
                          <a:sym typeface="Calibri"/>
                        </a:rPr>
                        <a:t>Project review</a:t>
                      </a:r>
                      <a:endParaRPr sz="140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l" rtl="0">
                        <a:spcBef>
                          <a:spcPts val="0"/>
                        </a:spcBef>
                        <a:spcAft>
                          <a:spcPts val="0"/>
                        </a:spcAft>
                        <a:buNone/>
                      </a:pPr>
                      <a:r>
                        <a:rPr lang="en-US" sz="1400" b="0" i="0" u="none" strike="noStrike" dirty="0">
                          <a:solidFill>
                            <a:schemeClr val="tx1"/>
                          </a:solidFill>
                          <a:latin typeface="Calibri" panose="020F0502020204030204" pitchFamily="34" charset="0"/>
                          <a:cs typeface="Calibri" panose="020F0502020204030204" pitchFamily="34" charset="0"/>
                          <a:sym typeface="Calibri"/>
                        </a:rPr>
                        <a:t>Sureshkumar Nemidoss</a:t>
                      </a:r>
                      <a:endParaRPr lang="en-US" sz="1400" dirty="0">
                        <a:solidFill>
                          <a:schemeClr val="tx1"/>
                        </a:solidFill>
                        <a:latin typeface="Calibri" panose="020F0502020204030204" pitchFamily="34" charset="0"/>
                        <a:cs typeface="Calibri" panose="020F0502020204030204" pitchFamily="34" charset="0"/>
                      </a:endParaRPr>
                    </a:p>
                    <a:p>
                      <a:pPr marL="0" marR="0" lvl="0" indent="0" algn="l" rtl="0">
                        <a:lnSpc>
                          <a:spcPct val="100000"/>
                        </a:lnSpc>
                        <a:spcBef>
                          <a:spcPts val="0"/>
                        </a:spcBef>
                        <a:spcAft>
                          <a:spcPts val="0"/>
                        </a:spcAft>
                        <a:buClr>
                          <a:srgbClr val="000000"/>
                        </a:buClr>
                        <a:buSzPts val="1400"/>
                        <a:buFont typeface="Calibri"/>
                        <a:buNone/>
                      </a:pPr>
                      <a:r>
                        <a:rPr lang="en-US" sz="1400" b="0" i="0" u="none" strike="noStrike" dirty="0">
                          <a:solidFill>
                            <a:schemeClr val="tx1"/>
                          </a:solidFill>
                          <a:latin typeface="Calibri" panose="020F0502020204030204" pitchFamily="34" charset="0"/>
                          <a:cs typeface="Calibri" panose="020F0502020204030204" pitchFamily="34" charset="0"/>
                          <a:sym typeface="Calibri"/>
                        </a:rPr>
                        <a:t>Somanathan Venkatesan</a:t>
                      </a:r>
                      <a:endParaRPr lang="en-US" sz="140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ctr" rtl="0">
                        <a:spcBef>
                          <a:spcPts val="0"/>
                        </a:spcBef>
                        <a:spcAft>
                          <a:spcPts val="0"/>
                        </a:spcAft>
                        <a:buNone/>
                      </a:pPr>
                      <a:r>
                        <a:rPr lang="en-US" sz="1400" b="0" i="0" u="none" strike="noStrike">
                          <a:solidFill>
                            <a:schemeClr val="tx1"/>
                          </a:solidFill>
                          <a:latin typeface="Calibri" panose="020F0502020204030204" pitchFamily="34" charset="0"/>
                          <a:ea typeface="Calibri"/>
                          <a:cs typeface="Calibri" panose="020F0502020204030204" pitchFamily="34" charset="0"/>
                          <a:sym typeface="Calibri"/>
                        </a:rPr>
                        <a:t>One time</a:t>
                      </a:r>
                      <a:endParaRPr sz="140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tc>
                  <a:txBody>
                    <a:bodyPr/>
                    <a:lstStyle/>
                    <a:p>
                      <a:pPr marL="0" marR="0" lvl="0" indent="0" algn="ctr" rtl="0">
                        <a:spcBef>
                          <a:spcPts val="0"/>
                        </a:spcBef>
                        <a:spcAft>
                          <a:spcPts val="0"/>
                        </a:spcAft>
                        <a:buNone/>
                      </a:pPr>
                      <a:r>
                        <a:rPr lang="en-US" sz="1400" b="0" i="0" u="none" strike="noStrike" dirty="0">
                          <a:solidFill>
                            <a:schemeClr val="tx1"/>
                          </a:solidFill>
                          <a:latin typeface="Calibri" panose="020F0502020204030204" pitchFamily="34" charset="0"/>
                          <a:cs typeface="Calibri" panose="020F0502020204030204" pitchFamily="34" charset="0"/>
                          <a:sym typeface="Calibri"/>
                        </a:rPr>
                        <a:t>Nov’20</a:t>
                      </a:r>
                      <a:endParaRPr sz="1400" dirty="0">
                        <a:solidFill>
                          <a:schemeClr val="tx1"/>
                        </a:solidFill>
                        <a:latin typeface="Calibri" panose="020F0502020204030204" pitchFamily="34" charset="0"/>
                        <a:cs typeface="Calibri" panose="020F0502020204030204" pitchFamily="34" charset="0"/>
                      </a:endParaRPr>
                    </a:p>
                  </a:txBody>
                  <a:tcPr marL="0" marR="0" marT="0" marB="0"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E7EAED"/>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txBox="1">
            <a:spLocks/>
          </p:cNvSpPr>
          <p:nvPr/>
        </p:nvSpPr>
        <p:spPr bwMode="auto">
          <a:xfrm>
            <a:off x="411533" y="454224"/>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Benefits from Project</a:t>
            </a:r>
            <a:endParaRPr lang="en-IN" sz="2000" dirty="0">
              <a:solidFill>
                <a:srgbClr val="FF0000"/>
              </a:solidFill>
              <a:latin typeface="Trebuchet MS" pitchFamily="34" charset="0"/>
            </a:endParaRPr>
          </a:p>
        </p:txBody>
      </p:sp>
      <p:sp>
        <p:nvSpPr>
          <p:cNvPr id="2" name="TextBox 1"/>
          <p:cNvSpPr txBox="1"/>
          <p:nvPr/>
        </p:nvSpPr>
        <p:spPr>
          <a:xfrm>
            <a:off x="325770" y="1066562"/>
            <a:ext cx="11755397" cy="2422971"/>
          </a:xfrm>
          <a:prstGeom prst="rect">
            <a:avLst/>
          </a:prstGeom>
          <a:noFill/>
        </p:spPr>
        <p:txBody>
          <a:bodyPr wrap="square" rtlCol="0">
            <a:spAutoFit/>
          </a:bodyPr>
          <a:lstStyle/>
          <a:p>
            <a:r>
              <a:rPr lang="en-US" sz="1400" dirty="0"/>
              <a:t>The Potential benefits from the project delivered with the implementation of BPMS Live would be focused on:</a:t>
            </a:r>
          </a:p>
          <a:p>
            <a:endParaRPr lang="en-US" sz="1400" dirty="0"/>
          </a:p>
          <a:p>
            <a:pPr marL="285750" indent="-285750">
              <a:lnSpc>
                <a:spcPct val="150000"/>
              </a:lnSpc>
              <a:buFont typeface="Arial" panose="020B0604020202020204" pitchFamily="34" charset="0"/>
              <a:buChar char="•"/>
            </a:pPr>
            <a:r>
              <a:rPr lang="en-US" sz="1400" dirty="0"/>
              <a:t>Migration process helped to put the client in a supportive version of vendor product – Informatica </a:t>
            </a:r>
          </a:p>
          <a:p>
            <a:pPr marL="285750" indent="-285750">
              <a:lnSpc>
                <a:spcPct val="150000"/>
              </a:lnSpc>
              <a:buFont typeface="Arial" panose="020B0604020202020204" pitchFamily="34" charset="0"/>
              <a:buChar char="•"/>
            </a:pPr>
            <a:endParaRPr lang="en-US" sz="1400" dirty="0"/>
          </a:p>
          <a:p>
            <a:pPr marL="285750" indent="-285750">
              <a:lnSpc>
                <a:spcPct val="150000"/>
              </a:lnSpc>
              <a:buFont typeface="Arial" panose="020B0604020202020204" pitchFamily="34" charset="0"/>
              <a:buChar char="•"/>
            </a:pPr>
            <a:r>
              <a:rPr lang="en-US" sz="1400" dirty="0"/>
              <a:t>Included value added items such as ETLs with proper logging, ability to view past 4 days archived logs for triaging and parallel environments are added in QA for faster testing in the future</a:t>
            </a:r>
          </a:p>
          <a:p>
            <a:pPr marL="285750" indent="-285750">
              <a:lnSpc>
                <a:spcPct val="150000"/>
              </a:lnSpc>
              <a:buFont typeface="Arial" panose="020B0604020202020204" pitchFamily="34" charset="0"/>
              <a:buChar char="•"/>
            </a:pPr>
            <a:endParaRPr lang="en-US" sz="1400" dirty="0"/>
          </a:p>
          <a:p>
            <a:pPr>
              <a:lnSpc>
                <a:spcPct val="150000"/>
              </a:lnSpc>
            </a:pPr>
            <a:endParaRPr lang="en-US" sz="1400" dirty="0"/>
          </a:p>
        </p:txBody>
      </p:sp>
    </p:spTree>
    <p:extLst>
      <p:ext uri="{BB962C8B-B14F-4D97-AF65-F5344CB8AC3E}">
        <p14:creationId xmlns:p14="http://schemas.microsoft.com/office/powerpoint/2010/main" val="15229303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bwMode="auto">
          <a:xfrm>
            <a:off x="386736" y="448518"/>
            <a:ext cx="11430125" cy="382587"/>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gn="l" rtl="0" eaLnBrk="0" fontAlgn="base" hangingPunct="0">
              <a:spcBef>
                <a:spcPct val="0"/>
              </a:spcBef>
              <a:spcAft>
                <a:spcPct val="0"/>
              </a:spcAft>
              <a:defRPr sz="2600" b="1">
                <a:solidFill>
                  <a:srgbClr val="3478B6"/>
                </a:solidFill>
                <a:latin typeface="+mj-lt"/>
                <a:ea typeface="+mj-ea"/>
                <a:cs typeface="+mj-cs"/>
              </a:defRPr>
            </a:lvl1pPr>
            <a:lvl2pPr algn="l" rtl="0" eaLnBrk="0" fontAlgn="base" hangingPunct="0">
              <a:spcBef>
                <a:spcPct val="0"/>
              </a:spcBef>
              <a:spcAft>
                <a:spcPct val="0"/>
              </a:spcAft>
              <a:defRPr sz="2600" b="1">
                <a:solidFill>
                  <a:srgbClr val="3478B6"/>
                </a:solidFill>
                <a:latin typeface="Trebuchet MS" pitchFamily="34" charset="0"/>
                <a:ea typeface="ＭＳ Ｐゴシック" pitchFamily="34" charset="-128"/>
                <a:cs typeface="ＭＳ Ｐゴシック"/>
              </a:defRPr>
            </a:lvl2pPr>
            <a:lvl3pPr algn="l" rtl="0" eaLnBrk="0" fontAlgn="base" hangingPunct="0">
              <a:spcBef>
                <a:spcPct val="0"/>
              </a:spcBef>
              <a:spcAft>
                <a:spcPct val="0"/>
              </a:spcAft>
              <a:defRPr sz="2600" b="1">
                <a:solidFill>
                  <a:srgbClr val="3478B6"/>
                </a:solidFill>
                <a:latin typeface="Trebuchet MS" pitchFamily="34" charset="0"/>
                <a:ea typeface="ＭＳ Ｐゴシック" pitchFamily="34" charset="-128"/>
                <a:cs typeface="ＭＳ Ｐゴシック"/>
              </a:defRPr>
            </a:lvl3pPr>
            <a:lvl4pPr algn="l" rtl="0" eaLnBrk="0" fontAlgn="base" hangingPunct="0">
              <a:spcBef>
                <a:spcPct val="0"/>
              </a:spcBef>
              <a:spcAft>
                <a:spcPct val="0"/>
              </a:spcAft>
              <a:defRPr sz="2600" b="1">
                <a:solidFill>
                  <a:srgbClr val="3478B6"/>
                </a:solidFill>
                <a:latin typeface="Trebuchet MS" pitchFamily="34" charset="0"/>
                <a:ea typeface="ＭＳ Ｐゴシック" pitchFamily="34" charset="-128"/>
                <a:cs typeface="ＭＳ Ｐゴシック"/>
              </a:defRPr>
            </a:lvl4pPr>
            <a:lvl5pPr algn="l" rtl="0" eaLnBrk="0" fontAlgn="base" hangingPunct="0">
              <a:spcBef>
                <a:spcPct val="0"/>
              </a:spcBef>
              <a:spcAft>
                <a:spcPct val="0"/>
              </a:spcAft>
              <a:defRPr sz="2600" b="1">
                <a:solidFill>
                  <a:srgbClr val="3478B6"/>
                </a:solidFill>
                <a:latin typeface="Trebuchet MS" pitchFamily="34" charset="0"/>
                <a:ea typeface="ＭＳ Ｐゴシック" pitchFamily="34" charset="-128"/>
                <a:cs typeface="ＭＳ Ｐゴシック"/>
              </a:defRPr>
            </a:lvl5pPr>
            <a:lvl6pPr marL="457200" algn="l" rtl="0" fontAlgn="base">
              <a:spcBef>
                <a:spcPct val="0"/>
              </a:spcBef>
              <a:spcAft>
                <a:spcPct val="0"/>
              </a:spcAft>
              <a:defRPr sz="2200" b="1">
                <a:solidFill>
                  <a:srgbClr val="3478B6"/>
                </a:solidFill>
                <a:latin typeface="Arial" charset="0"/>
                <a:ea typeface="ＭＳ Ｐゴシック" charset="-128"/>
              </a:defRPr>
            </a:lvl6pPr>
            <a:lvl7pPr marL="914400" algn="l" rtl="0" fontAlgn="base">
              <a:spcBef>
                <a:spcPct val="0"/>
              </a:spcBef>
              <a:spcAft>
                <a:spcPct val="0"/>
              </a:spcAft>
              <a:defRPr sz="2200" b="1">
                <a:solidFill>
                  <a:srgbClr val="3478B6"/>
                </a:solidFill>
                <a:latin typeface="Arial" charset="0"/>
                <a:ea typeface="ＭＳ Ｐゴシック" charset="-128"/>
              </a:defRPr>
            </a:lvl7pPr>
            <a:lvl8pPr marL="1371600" algn="l" rtl="0" fontAlgn="base">
              <a:spcBef>
                <a:spcPct val="0"/>
              </a:spcBef>
              <a:spcAft>
                <a:spcPct val="0"/>
              </a:spcAft>
              <a:defRPr sz="2200" b="1">
                <a:solidFill>
                  <a:srgbClr val="3478B6"/>
                </a:solidFill>
                <a:latin typeface="Arial" charset="0"/>
                <a:ea typeface="ＭＳ Ｐゴシック" charset="-128"/>
              </a:defRPr>
            </a:lvl8pPr>
            <a:lvl9pPr marL="1828800" algn="l" rtl="0" fontAlgn="base">
              <a:spcBef>
                <a:spcPct val="0"/>
              </a:spcBef>
              <a:spcAft>
                <a:spcPct val="0"/>
              </a:spcAft>
              <a:defRPr sz="2200" b="1">
                <a:solidFill>
                  <a:srgbClr val="3478B6"/>
                </a:solidFill>
                <a:latin typeface="Arial" charset="0"/>
                <a:ea typeface="ＭＳ Ｐゴシック" charset="-128"/>
              </a:defRPr>
            </a:lvl9pPr>
          </a:lstStyle>
          <a:p>
            <a:r>
              <a:rPr lang="en-US" sz="2000" dirty="0">
                <a:solidFill>
                  <a:srgbClr val="0070C0"/>
                </a:solidFill>
                <a:latin typeface="Trebuchet MS" pitchFamily="34" charset="0"/>
                <a:ea typeface="ＭＳ Ｐゴシック" pitchFamily="34" charset="-128"/>
                <a:cs typeface="+mn-cs"/>
              </a:rPr>
              <a:t>Document Process COPIS</a:t>
            </a:r>
          </a:p>
        </p:txBody>
      </p:sp>
      <p:sp>
        <p:nvSpPr>
          <p:cNvPr id="4" name="Rectangle 3"/>
          <p:cNvSpPr>
            <a:spLocks noChangeArrowheads="1"/>
          </p:cNvSpPr>
          <p:nvPr/>
        </p:nvSpPr>
        <p:spPr bwMode="auto">
          <a:xfrm>
            <a:off x="10067121" y="1390106"/>
            <a:ext cx="1767840" cy="929998"/>
          </a:xfrm>
          <a:prstGeom prst="rect">
            <a:avLst/>
          </a:prstGeom>
          <a:solidFill>
            <a:srgbClr val="FFFFFF"/>
          </a:solidFill>
          <a:ln w="12700" cap="flat" cmpd="sng" algn="ctr">
            <a:solidFill>
              <a:srgbClr val="414141"/>
            </a:solidFill>
            <a:prstDash val="sysDash"/>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
              <a:ea typeface="ＭＳ Ｐゴシック"/>
            </a:endParaRPr>
          </a:p>
        </p:txBody>
      </p:sp>
      <p:sp>
        <p:nvSpPr>
          <p:cNvPr id="5" name="Rectangle 4"/>
          <p:cNvSpPr>
            <a:spLocks noChangeArrowheads="1"/>
          </p:cNvSpPr>
          <p:nvPr/>
        </p:nvSpPr>
        <p:spPr bwMode="auto">
          <a:xfrm>
            <a:off x="345440" y="1427716"/>
            <a:ext cx="1767840" cy="892387"/>
          </a:xfrm>
          <a:prstGeom prst="rect">
            <a:avLst/>
          </a:prstGeom>
          <a:solidFill>
            <a:srgbClr val="FFFFFF"/>
          </a:solidFill>
          <a:ln w="12700" cap="flat" cmpd="sng" algn="ctr">
            <a:solidFill>
              <a:srgbClr val="414141"/>
            </a:solidFill>
            <a:prstDash val="sysDash"/>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
              <a:ea typeface="ＭＳ Ｐゴシック"/>
            </a:endParaRPr>
          </a:p>
        </p:txBody>
      </p:sp>
      <p:sp>
        <p:nvSpPr>
          <p:cNvPr id="6" name="Rectangle 5"/>
          <p:cNvSpPr>
            <a:spLocks noChangeArrowheads="1"/>
          </p:cNvSpPr>
          <p:nvPr/>
        </p:nvSpPr>
        <p:spPr bwMode="auto">
          <a:xfrm>
            <a:off x="2754016" y="1427716"/>
            <a:ext cx="1767840" cy="892387"/>
          </a:xfrm>
          <a:prstGeom prst="rect">
            <a:avLst/>
          </a:prstGeom>
          <a:solidFill>
            <a:srgbClr val="FFFFFF"/>
          </a:solidFill>
          <a:ln w="12700" cap="flat" cmpd="sng" algn="ctr">
            <a:solidFill>
              <a:srgbClr val="414141"/>
            </a:solidFill>
            <a:prstDash val="sysDash"/>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
              <a:ea typeface="ＭＳ Ｐゴシック"/>
            </a:endParaRPr>
          </a:p>
        </p:txBody>
      </p:sp>
      <p:sp>
        <p:nvSpPr>
          <p:cNvPr id="8" name="Rectangle 7"/>
          <p:cNvSpPr>
            <a:spLocks noChangeArrowheads="1"/>
          </p:cNvSpPr>
          <p:nvPr/>
        </p:nvSpPr>
        <p:spPr bwMode="auto">
          <a:xfrm>
            <a:off x="416560" y="1528683"/>
            <a:ext cx="1625600" cy="341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lnSpc>
                <a:spcPct val="130000"/>
              </a:lnSpc>
              <a:defRPr/>
            </a:pPr>
            <a:r>
              <a:rPr lang="en-US" sz="1400" i="1" kern="0" dirty="0">
                <a:solidFill>
                  <a:sysClr val="windowText" lastClr="000000"/>
                </a:solidFill>
                <a:ea typeface="ＭＳ Ｐゴシック"/>
              </a:rPr>
              <a:t>Morgan Stanley </a:t>
            </a:r>
          </a:p>
        </p:txBody>
      </p:sp>
      <p:graphicFrame>
        <p:nvGraphicFramePr>
          <p:cNvPr id="9" name="Diagram 8"/>
          <p:cNvGraphicFramePr/>
          <p:nvPr>
            <p:extLst>
              <p:ext uri="{D42A27DB-BD31-4B8C-83A1-F6EECF244321}">
                <p14:modId xmlns:p14="http://schemas.microsoft.com/office/powerpoint/2010/main" val="2688431904"/>
              </p:ext>
            </p:extLst>
          </p:nvPr>
        </p:nvGraphicFramePr>
        <p:xfrm>
          <a:off x="345440" y="1006079"/>
          <a:ext cx="11442699" cy="27292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Rectangle 9"/>
          <p:cNvSpPr>
            <a:spLocks noChangeArrowheads="1"/>
          </p:cNvSpPr>
          <p:nvPr/>
        </p:nvSpPr>
        <p:spPr bwMode="auto">
          <a:xfrm>
            <a:off x="9992662" y="1418537"/>
            <a:ext cx="1842299" cy="341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lnSpc>
                <a:spcPct val="130000"/>
              </a:lnSpc>
              <a:defRPr/>
            </a:pPr>
            <a:r>
              <a:rPr lang="en-US" sz="1400" i="1" kern="0" dirty="0">
                <a:solidFill>
                  <a:sysClr val="windowText" lastClr="000000"/>
                </a:solidFill>
                <a:ea typeface="ＭＳ Ｐゴシック"/>
              </a:rPr>
              <a:t>Informatica </a:t>
            </a:r>
          </a:p>
        </p:txBody>
      </p:sp>
      <p:sp>
        <p:nvSpPr>
          <p:cNvPr id="11" name="Rectangle 10"/>
          <p:cNvSpPr>
            <a:spLocks noChangeArrowheads="1"/>
          </p:cNvSpPr>
          <p:nvPr/>
        </p:nvSpPr>
        <p:spPr bwMode="auto">
          <a:xfrm>
            <a:off x="2833925" y="1390105"/>
            <a:ext cx="1625600" cy="90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algn="ctr" defTabSz="762000">
              <a:lnSpc>
                <a:spcPct val="130000"/>
              </a:lnSpc>
              <a:defRPr/>
            </a:pPr>
            <a:r>
              <a:rPr lang="en-US" sz="1400" i="1" kern="0" dirty="0">
                <a:solidFill>
                  <a:sysClr val="windowText" lastClr="000000"/>
                </a:solidFill>
                <a:ea typeface="ＭＳ Ｐゴシック"/>
              </a:rPr>
              <a:t>V10 version of Informatica ETL workflows</a:t>
            </a:r>
          </a:p>
        </p:txBody>
      </p:sp>
      <p:sp>
        <p:nvSpPr>
          <p:cNvPr id="12" name="Rectangle 11"/>
          <p:cNvSpPr>
            <a:spLocks noChangeArrowheads="1"/>
          </p:cNvSpPr>
          <p:nvPr/>
        </p:nvSpPr>
        <p:spPr bwMode="auto">
          <a:xfrm>
            <a:off x="7620000" y="1373878"/>
            <a:ext cx="1930653" cy="946226"/>
          </a:xfrm>
          <a:prstGeom prst="rect">
            <a:avLst/>
          </a:prstGeom>
          <a:solidFill>
            <a:srgbClr val="FFFFFF"/>
          </a:solidFill>
          <a:ln w="12700" cap="flat" cmpd="sng" algn="ctr">
            <a:solidFill>
              <a:srgbClr val="414141"/>
            </a:solidFill>
            <a:prstDash val="sysDash"/>
            <a:headEnd/>
            <a:tailEnd/>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
              <a:ea typeface="ＭＳ Ｐゴシック"/>
            </a:endParaRPr>
          </a:p>
        </p:txBody>
      </p:sp>
      <p:sp>
        <p:nvSpPr>
          <p:cNvPr id="13" name="Rectangle 12"/>
          <p:cNvSpPr>
            <a:spLocks noChangeArrowheads="1"/>
          </p:cNvSpPr>
          <p:nvPr/>
        </p:nvSpPr>
        <p:spPr bwMode="auto">
          <a:xfrm>
            <a:off x="7636412" y="1441186"/>
            <a:ext cx="1848435" cy="11816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a:lnSpc>
                <a:spcPct val="130000"/>
              </a:lnSpc>
              <a:defRPr/>
            </a:pPr>
            <a:r>
              <a:rPr lang="en-US" sz="1400" i="1" kern="0" dirty="0">
                <a:solidFill>
                  <a:sysClr val="windowText" lastClr="000000"/>
                </a:solidFill>
                <a:ea typeface="ＭＳ Ｐゴシック"/>
              </a:rPr>
              <a:t>V9 version of Informatica farm and ETL workflows</a:t>
            </a:r>
          </a:p>
          <a:p>
            <a:pPr marL="285750" indent="-285750" defTabSz="762000">
              <a:lnSpc>
                <a:spcPct val="130000"/>
              </a:lnSpc>
              <a:buFont typeface="Arial" panose="020B0604020202020204" pitchFamily="34" charset="0"/>
              <a:buChar char="•"/>
              <a:defRPr/>
            </a:pPr>
            <a:endParaRPr lang="en-US" sz="1400" i="1" kern="0" dirty="0">
              <a:solidFill>
                <a:sysClr val="windowText" lastClr="000000"/>
              </a:solidFill>
              <a:ea typeface="ＭＳ Ｐゴシック"/>
            </a:endParaRPr>
          </a:p>
        </p:txBody>
      </p:sp>
      <p:sp>
        <p:nvSpPr>
          <p:cNvPr id="14" name="Down Arrow 13"/>
          <p:cNvSpPr>
            <a:spLocks noChangeArrowheads="1"/>
          </p:cNvSpPr>
          <p:nvPr/>
        </p:nvSpPr>
        <p:spPr bwMode="auto">
          <a:xfrm>
            <a:off x="5765476" y="1347579"/>
            <a:ext cx="672644" cy="1112055"/>
          </a:xfrm>
          <a:prstGeom prst="downArrow">
            <a:avLst/>
          </a:prstGeom>
          <a:gradFill>
            <a:gsLst>
              <a:gs pos="62000">
                <a:schemeClr val="tx1">
                  <a:lumMod val="60000"/>
                  <a:lumOff val="40000"/>
                </a:schemeClr>
              </a:gs>
              <a:gs pos="100000">
                <a:srgbClr val="91AD2A">
                  <a:lumMod val="60000"/>
                  <a:lumOff val="40000"/>
                </a:srgbClr>
              </a:gs>
            </a:gsLst>
            <a:lin ang="5400000" scaled="0"/>
          </a:gradFill>
          <a:ln w="12700" cap="flat" cmpd="sng" algn="ctr">
            <a:solidFill>
              <a:srgbClr val="414141"/>
            </a:solidFill>
            <a:prstDash val="sysDash"/>
            <a:headEnd/>
            <a:tailEnd/>
          </a:ln>
          <a:effectLst>
            <a:outerShdw blurRad="50800" dist="38100" dir="2700000" algn="tl" rotWithShape="0">
              <a:prstClr val="black">
                <a:alpha val="40000"/>
              </a:prst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Text" lastClr="000000"/>
              </a:solidFill>
              <a:effectLst/>
              <a:uLnTx/>
              <a:uFillTx/>
              <a:latin typeface=""/>
              <a:ea typeface="ＭＳ Ｐゴシック"/>
            </a:endParaRPr>
          </a:p>
        </p:txBody>
      </p:sp>
      <p:pic>
        <p:nvPicPr>
          <p:cNvPr id="15" name="Google Shape;982;p75">
            <a:extLst>
              <a:ext uri="{FF2B5EF4-FFF2-40B4-BE49-F238E27FC236}">
                <a16:creationId xmlns:a16="http://schemas.microsoft.com/office/drawing/2014/main" id="{27B95576-5838-4BFC-892F-3D5D162926B6}"/>
              </a:ext>
            </a:extLst>
          </p:cNvPr>
          <p:cNvPicPr preferRelativeResize="0"/>
          <p:nvPr/>
        </p:nvPicPr>
        <p:blipFill rotWithShape="1">
          <a:blip r:embed="rId7">
            <a:alphaModFix/>
          </a:blip>
          <a:srcRect l="29762" t="40144" r="10877" b="22249"/>
          <a:stretch/>
        </p:blipFill>
        <p:spPr>
          <a:xfrm>
            <a:off x="416561" y="2431166"/>
            <a:ext cx="11442698" cy="3817234"/>
          </a:xfrm>
          <a:prstGeom prst="rect">
            <a:avLst/>
          </a:prstGeom>
          <a:noFill/>
          <a:ln>
            <a:noFill/>
          </a:ln>
        </p:spPr>
      </p:pic>
    </p:spTree>
    <p:extLst>
      <p:ext uri="{BB962C8B-B14F-4D97-AF65-F5344CB8AC3E}">
        <p14:creationId xmlns:p14="http://schemas.microsoft.com/office/powerpoint/2010/main" val="15349779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pPr lvl="0"/>
            <a:r>
              <a:rPr lang="en-US" dirty="0"/>
              <a:t>Step 2</a:t>
            </a:r>
            <a:br>
              <a:rPr lang="en-US" dirty="0"/>
            </a:br>
            <a:r>
              <a:rPr lang="en-US" dirty="0"/>
              <a:t>Operational Excellence Risk Assessment</a:t>
            </a:r>
          </a:p>
        </p:txBody>
      </p:sp>
    </p:spTree>
    <p:extLst>
      <p:ext uri="{BB962C8B-B14F-4D97-AF65-F5344CB8AC3E}">
        <p14:creationId xmlns:p14="http://schemas.microsoft.com/office/powerpoint/2010/main" val="202550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txBox="1">
            <a:spLocks/>
          </p:cNvSpPr>
          <p:nvPr/>
        </p:nvSpPr>
        <p:spPr bwMode="auto">
          <a:xfrm>
            <a:off x="375137" y="454224"/>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Risk Assessment – Failure Mode and Effect Analysis</a:t>
            </a:r>
            <a:endParaRPr lang="en-IN" sz="2000" dirty="0">
              <a:solidFill>
                <a:srgbClr val="0070C0"/>
              </a:solidFill>
              <a:latin typeface="Trebuchet MS" pitchFamily="34" charset="0"/>
            </a:endParaRPr>
          </a:p>
        </p:txBody>
      </p:sp>
      <p:pic>
        <p:nvPicPr>
          <p:cNvPr id="5" name="Google Shape;1012;p79">
            <a:extLst>
              <a:ext uri="{FF2B5EF4-FFF2-40B4-BE49-F238E27FC236}">
                <a16:creationId xmlns:a16="http://schemas.microsoft.com/office/drawing/2014/main" id="{C6298C01-3B67-428D-AF87-F91F69AB45D8}"/>
              </a:ext>
            </a:extLst>
          </p:cNvPr>
          <p:cNvPicPr preferRelativeResize="0"/>
          <p:nvPr/>
        </p:nvPicPr>
        <p:blipFill rotWithShape="1">
          <a:blip r:embed="rId2">
            <a:alphaModFix/>
          </a:blip>
          <a:srcRect/>
          <a:stretch/>
        </p:blipFill>
        <p:spPr>
          <a:xfrm>
            <a:off x="838200" y="894958"/>
            <a:ext cx="10820400" cy="5429641"/>
          </a:xfrm>
          <a:prstGeom prst="rect">
            <a:avLst/>
          </a:prstGeom>
          <a:noFill/>
          <a:ln>
            <a:noFill/>
          </a:ln>
        </p:spPr>
      </p:pic>
    </p:spTree>
    <p:extLst>
      <p:ext uri="{BB962C8B-B14F-4D97-AF65-F5344CB8AC3E}">
        <p14:creationId xmlns:p14="http://schemas.microsoft.com/office/powerpoint/2010/main" val="23482428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pPr lvl="0"/>
            <a:r>
              <a:rPr lang="en-US" dirty="0"/>
              <a:t>Step 3</a:t>
            </a:r>
            <a:br>
              <a:rPr lang="en-US" dirty="0"/>
            </a:br>
            <a:r>
              <a:rPr lang="en-US" dirty="0"/>
              <a:t>Finalizing (Input, Process, Output) Metrics</a:t>
            </a:r>
          </a:p>
        </p:txBody>
      </p:sp>
    </p:spTree>
    <p:extLst>
      <p:ext uri="{BB962C8B-B14F-4D97-AF65-F5344CB8AC3E}">
        <p14:creationId xmlns:p14="http://schemas.microsoft.com/office/powerpoint/2010/main" val="38556614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txBox="1">
            <a:spLocks/>
          </p:cNvSpPr>
          <p:nvPr/>
        </p:nvSpPr>
        <p:spPr bwMode="auto">
          <a:xfrm>
            <a:off x="411533" y="440376"/>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Finalizing (Input, Process, Output) Metrics</a:t>
            </a:r>
            <a:endParaRPr lang="en-IN" sz="2000" dirty="0">
              <a:solidFill>
                <a:srgbClr val="0070C0"/>
              </a:solidFill>
              <a:latin typeface="Trebuchet MS" pitchFamily="34" charset="0"/>
            </a:endParaRPr>
          </a:p>
        </p:txBody>
      </p:sp>
      <p:sp>
        <p:nvSpPr>
          <p:cNvPr id="5" name="TextBox 4"/>
          <p:cNvSpPr txBox="1"/>
          <p:nvPr/>
        </p:nvSpPr>
        <p:spPr>
          <a:xfrm>
            <a:off x="406401" y="1219200"/>
            <a:ext cx="2053767" cy="369332"/>
          </a:xfrm>
          <a:prstGeom prst="rect">
            <a:avLst/>
          </a:prstGeom>
          <a:ln/>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b="1" dirty="0">
                <a:solidFill>
                  <a:srgbClr val="000000"/>
                </a:solidFill>
                <a:latin typeface="+mj-lt"/>
              </a:rPr>
              <a:t>Input Measures</a:t>
            </a:r>
          </a:p>
        </p:txBody>
      </p:sp>
      <p:sp>
        <p:nvSpPr>
          <p:cNvPr id="6" name="TextBox 5"/>
          <p:cNvSpPr txBox="1"/>
          <p:nvPr/>
        </p:nvSpPr>
        <p:spPr>
          <a:xfrm>
            <a:off x="4368800" y="1219200"/>
            <a:ext cx="2315057" cy="369332"/>
          </a:xfrm>
          <a:prstGeom prst="rect">
            <a:avLst/>
          </a:prstGeom>
          <a:ln/>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b="1" dirty="0">
                <a:solidFill>
                  <a:srgbClr val="000000"/>
                </a:solidFill>
                <a:latin typeface="+mj-lt"/>
              </a:rPr>
              <a:t>Process Measures</a:t>
            </a:r>
          </a:p>
        </p:txBody>
      </p:sp>
      <p:sp>
        <p:nvSpPr>
          <p:cNvPr id="7" name="TextBox 6"/>
          <p:cNvSpPr txBox="1"/>
          <p:nvPr/>
        </p:nvSpPr>
        <p:spPr>
          <a:xfrm>
            <a:off x="9198744" y="1213021"/>
            <a:ext cx="2228495" cy="369332"/>
          </a:xfrm>
          <a:prstGeom prst="rect">
            <a:avLst/>
          </a:prstGeom>
          <a:ln/>
        </p:spPr>
        <p:style>
          <a:lnRef idx="1">
            <a:schemeClr val="accent3"/>
          </a:lnRef>
          <a:fillRef idx="2">
            <a:schemeClr val="accent3"/>
          </a:fillRef>
          <a:effectRef idx="1">
            <a:schemeClr val="accent3"/>
          </a:effectRef>
          <a:fontRef idx="minor">
            <a:schemeClr val="dk1"/>
          </a:fontRef>
        </p:style>
        <p:txBody>
          <a:bodyPr wrap="none" rtlCol="0">
            <a:spAutoFit/>
          </a:bodyPr>
          <a:lstStyle/>
          <a:p>
            <a:r>
              <a:rPr lang="en-US" b="1" dirty="0">
                <a:solidFill>
                  <a:srgbClr val="000000"/>
                </a:solidFill>
                <a:latin typeface="+mj-lt"/>
              </a:rPr>
              <a:t>Output Measures</a:t>
            </a:r>
          </a:p>
        </p:txBody>
      </p:sp>
      <p:graphicFrame>
        <p:nvGraphicFramePr>
          <p:cNvPr id="2" name="Object 1"/>
          <p:cNvGraphicFramePr>
            <a:graphicFrameLocks noGrp="1"/>
          </p:cNvGraphicFramePr>
          <p:nvPr>
            <p:extLst>
              <p:ext uri="{D42A27DB-BD31-4B8C-83A1-F6EECF244321}">
                <p14:modId xmlns:p14="http://schemas.microsoft.com/office/powerpoint/2010/main" val="1201329460"/>
              </p:ext>
            </p:extLst>
          </p:nvPr>
        </p:nvGraphicFramePr>
        <p:xfrm>
          <a:off x="2540000" y="1750901"/>
          <a:ext cx="2032000" cy="3825875"/>
        </p:xfrm>
        <a:graphic>
          <a:graphicData uri="http://schemas.openxmlformats.org/presentationml/2006/ole">
            <mc:AlternateContent xmlns:mc="http://schemas.openxmlformats.org/markup-compatibility/2006">
              <mc:Choice xmlns:v="urn:schemas-microsoft-com:vml" Requires="v">
                <p:oleObj spid="_x0000_s1380" name="Clip" r:id="rId3" imgW="2446084" imgH="3657600" progId="">
                  <p:embed/>
                </p:oleObj>
              </mc:Choice>
              <mc:Fallback>
                <p:oleObj name="Clip" r:id="rId3" imgW="2446084" imgH="3657600" progId="">
                  <p:embed/>
                  <p:pic>
                    <p:nvPicPr>
                      <p:cNvPr id="2" name="Object 1"/>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40000" y="1750901"/>
                        <a:ext cx="2032000" cy="3825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Grp="1"/>
          </p:cNvGraphicFramePr>
          <p:nvPr>
            <p:extLst>
              <p:ext uri="{D42A27DB-BD31-4B8C-83A1-F6EECF244321}">
                <p14:modId xmlns:p14="http://schemas.microsoft.com/office/powerpoint/2010/main" val="3614926464"/>
              </p:ext>
            </p:extLst>
          </p:nvPr>
        </p:nvGraphicFramePr>
        <p:xfrm>
          <a:off x="7315200" y="1750901"/>
          <a:ext cx="2032000" cy="3825875"/>
        </p:xfrm>
        <a:graphic>
          <a:graphicData uri="http://schemas.openxmlformats.org/presentationml/2006/ole">
            <mc:AlternateContent xmlns:mc="http://schemas.openxmlformats.org/markup-compatibility/2006">
              <mc:Choice xmlns:v="urn:schemas-microsoft-com:vml" Requires="v">
                <p:oleObj spid="_x0000_s1381" name="Clip" r:id="rId5" imgW="2446084" imgH="3657600" progId="">
                  <p:embed/>
                </p:oleObj>
              </mc:Choice>
              <mc:Fallback>
                <p:oleObj name="Clip" r:id="rId5" imgW="2446084" imgH="3657600" progId="">
                  <p:embed/>
                  <p:pic>
                    <p:nvPicPr>
                      <p:cNvPr id="3" name="Object 2"/>
                      <p:cNvPicPr>
                        <a:picLocks noGrp="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15200" y="1750901"/>
                        <a:ext cx="2032000" cy="3825875"/>
                      </a:xfrm>
                      <a:prstGeom prst="rect">
                        <a:avLst/>
                      </a:prstGeom>
                      <a:noFill/>
                      <a:ln>
                        <a:noFill/>
                      </a:ln>
                    </p:spPr>
                  </p:pic>
                </p:oleObj>
              </mc:Fallback>
            </mc:AlternateContent>
          </a:graphicData>
        </a:graphic>
      </p:graphicFrame>
      <p:sp>
        <p:nvSpPr>
          <p:cNvPr id="9" name="Rectangle 8"/>
          <p:cNvSpPr>
            <a:spLocks noChangeArrowheads="1"/>
          </p:cNvSpPr>
          <p:nvPr/>
        </p:nvSpPr>
        <p:spPr bwMode="auto">
          <a:xfrm>
            <a:off x="374555" y="2620423"/>
            <a:ext cx="2387147" cy="9015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defTabSz="762000">
              <a:lnSpc>
                <a:spcPct val="130000"/>
              </a:lnSpc>
              <a:defRPr/>
            </a:pPr>
            <a:r>
              <a:rPr lang="en-US" sz="1400" i="1" kern="0" dirty="0">
                <a:solidFill>
                  <a:sysClr val="windowText" lastClr="000000"/>
                </a:solidFill>
                <a:ea typeface="ＭＳ Ｐゴシック"/>
              </a:rPr>
              <a:t>All Informatica servers with v9 along with its ETL workflows</a:t>
            </a:r>
          </a:p>
        </p:txBody>
      </p:sp>
      <p:sp>
        <p:nvSpPr>
          <p:cNvPr id="11" name="Rectangle 10"/>
          <p:cNvSpPr>
            <a:spLocks noChangeArrowheads="1"/>
          </p:cNvSpPr>
          <p:nvPr/>
        </p:nvSpPr>
        <p:spPr bwMode="auto">
          <a:xfrm>
            <a:off x="4775200" y="2599926"/>
            <a:ext cx="2540000" cy="14616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342900" indent="-342900" defTabSz="762000">
              <a:lnSpc>
                <a:spcPct val="130000"/>
              </a:lnSpc>
              <a:buAutoNum type="arabicPeriod"/>
              <a:defRPr/>
            </a:pPr>
            <a:r>
              <a:rPr lang="en-US" sz="1400" i="1" kern="0" dirty="0">
                <a:solidFill>
                  <a:sysClr val="windowText" lastClr="000000"/>
                </a:solidFill>
                <a:ea typeface="ＭＳ Ｐゴシック"/>
              </a:rPr>
              <a:t>Identify the servers that are in migration scope</a:t>
            </a:r>
          </a:p>
          <a:p>
            <a:pPr marL="342900" indent="-342900" defTabSz="762000">
              <a:lnSpc>
                <a:spcPct val="130000"/>
              </a:lnSpc>
              <a:buAutoNum type="arabicPeriod"/>
              <a:defRPr/>
            </a:pPr>
            <a:r>
              <a:rPr lang="en-US" sz="1400" i="1" kern="0" dirty="0">
                <a:solidFill>
                  <a:sysClr val="windowText" lastClr="000000"/>
                </a:solidFill>
                <a:ea typeface="ＭＳ Ｐゴシック"/>
              </a:rPr>
              <a:t>Identify ETLs that are obsoleted which is excluded </a:t>
            </a:r>
          </a:p>
        </p:txBody>
      </p:sp>
      <p:sp>
        <p:nvSpPr>
          <p:cNvPr id="12" name="Rectangle 11"/>
          <p:cNvSpPr>
            <a:spLocks noChangeArrowheads="1"/>
          </p:cNvSpPr>
          <p:nvPr/>
        </p:nvSpPr>
        <p:spPr bwMode="auto">
          <a:xfrm>
            <a:off x="9418472" y="2599925"/>
            <a:ext cx="2540000" cy="28620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488" tIns="44450" rIns="90488" bIns="44450">
            <a:spAutoFit/>
          </a:bodyPr>
          <a:lstStyle/>
          <a:p>
            <a:pPr marL="342900" indent="-342900" defTabSz="762000">
              <a:lnSpc>
                <a:spcPct val="130000"/>
              </a:lnSpc>
              <a:buAutoNum type="arabicPeriod"/>
              <a:defRPr/>
            </a:pPr>
            <a:r>
              <a:rPr lang="en-US" sz="1400" i="1" kern="0" dirty="0">
                <a:solidFill>
                  <a:sysClr val="windowText" lastClr="000000"/>
                </a:solidFill>
                <a:ea typeface="ＭＳ Ｐゴシック"/>
              </a:rPr>
              <a:t>Informatica server migration to v10</a:t>
            </a:r>
          </a:p>
          <a:p>
            <a:pPr marL="342900" indent="-342900" defTabSz="762000">
              <a:lnSpc>
                <a:spcPct val="130000"/>
              </a:lnSpc>
              <a:buAutoNum type="arabicPeriod"/>
              <a:defRPr/>
            </a:pPr>
            <a:r>
              <a:rPr lang="en-US" sz="1400" i="1" kern="0" dirty="0">
                <a:solidFill>
                  <a:sysClr val="windowText" lastClr="000000"/>
                </a:solidFill>
                <a:ea typeface="ＭＳ Ｐゴシック"/>
              </a:rPr>
              <a:t>Repository changes that includes scripting modification, testing and migration </a:t>
            </a:r>
          </a:p>
          <a:p>
            <a:pPr marL="342900" indent="-342900" defTabSz="762000">
              <a:lnSpc>
                <a:spcPct val="130000"/>
              </a:lnSpc>
              <a:buAutoNum type="arabicPeriod"/>
              <a:defRPr/>
            </a:pPr>
            <a:r>
              <a:rPr lang="en-US" sz="1400" i="1" kern="0" dirty="0">
                <a:solidFill>
                  <a:sysClr val="windowText" lastClr="000000"/>
                </a:solidFill>
                <a:ea typeface="ＭＳ Ｐゴシック"/>
              </a:rPr>
              <a:t>Value added items are included such as effective logging</a:t>
            </a:r>
          </a:p>
          <a:p>
            <a:pPr marL="342900" indent="-342900" defTabSz="762000">
              <a:lnSpc>
                <a:spcPct val="130000"/>
              </a:lnSpc>
              <a:buAutoNum type="arabicPeriod"/>
              <a:defRPr/>
            </a:pPr>
            <a:endParaRPr lang="en-US" sz="1400" i="1" kern="0" dirty="0">
              <a:solidFill>
                <a:sysClr val="windowText" lastClr="000000"/>
              </a:solidFill>
              <a:ea typeface="ＭＳ Ｐゴシック"/>
            </a:endParaRPr>
          </a:p>
        </p:txBody>
      </p:sp>
      <p:sp>
        <p:nvSpPr>
          <p:cNvPr id="8" name="Right Arrow 7"/>
          <p:cNvSpPr/>
          <p:nvPr/>
        </p:nvSpPr>
        <p:spPr>
          <a:xfrm>
            <a:off x="2133600" y="3581399"/>
            <a:ext cx="508000" cy="5334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3"/>
          <p:cNvSpPr/>
          <p:nvPr/>
        </p:nvSpPr>
        <p:spPr>
          <a:xfrm>
            <a:off x="6908800" y="3581399"/>
            <a:ext cx="508000" cy="53340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045528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
          <p:cNvSpPr txBox="1">
            <a:spLocks/>
          </p:cNvSpPr>
          <p:nvPr/>
        </p:nvSpPr>
        <p:spPr bwMode="auto">
          <a:xfrm>
            <a:off x="411533" y="393625"/>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Operational Definition for Metrics</a:t>
            </a:r>
            <a:endParaRPr lang="en-IN" sz="2000" dirty="0">
              <a:solidFill>
                <a:srgbClr val="0070C0"/>
              </a:solidFill>
              <a:latin typeface="Trebuchet MS" pitchFamily="34" charset="0"/>
            </a:endParaRPr>
          </a:p>
        </p:txBody>
      </p:sp>
      <p:graphicFrame>
        <p:nvGraphicFramePr>
          <p:cNvPr id="14" name="Table 13"/>
          <p:cNvGraphicFramePr>
            <a:graphicFrameLocks noGrp="1"/>
          </p:cNvGraphicFramePr>
          <p:nvPr>
            <p:extLst>
              <p:ext uri="{D42A27DB-BD31-4B8C-83A1-F6EECF244321}">
                <p14:modId xmlns:p14="http://schemas.microsoft.com/office/powerpoint/2010/main" val="1571782301"/>
              </p:ext>
            </p:extLst>
          </p:nvPr>
        </p:nvGraphicFramePr>
        <p:xfrm>
          <a:off x="411534" y="901559"/>
          <a:ext cx="11577268" cy="2146441"/>
        </p:xfrm>
        <a:graphic>
          <a:graphicData uri="http://schemas.openxmlformats.org/drawingml/2006/table">
            <a:tbl>
              <a:tblPr/>
              <a:tblGrid>
                <a:gridCol w="896312">
                  <a:extLst>
                    <a:ext uri="{9D8B030D-6E8A-4147-A177-3AD203B41FA5}">
                      <a16:colId xmlns:a16="http://schemas.microsoft.com/office/drawing/2014/main" val="1046606075"/>
                    </a:ext>
                  </a:extLst>
                </a:gridCol>
                <a:gridCol w="3568955">
                  <a:extLst>
                    <a:ext uri="{9D8B030D-6E8A-4147-A177-3AD203B41FA5}">
                      <a16:colId xmlns:a16="http://schemas.microsoft.com/office/drawing/2014/main" val="3106008922"/>
                    </a:ext>
                  </a:extLst>
                </a:gridCol>
                <a:gridCol w="7112001">
                  <a:extLst>
                    <a:ext uri="{9D8B030D-6E8A-4147-A177-3AD203B41FA5}">
                      <a16:colId xmlns:a16="http://schemas.microsoft.com/office/drawing/2014/main" val="2700085283"/>
                    </a:ext>
                  </a:extLst>
                </a:gridCol>
              </a:tblGrid>
              <a:tr h="345595">
                <a:tc>
                  <a:txBody>
                    <a:bodyPr/>
                    <a:lstStyle/>
                    <a:p>
                      <a:pPr algn="ctr" rtl="0" fontAlgn="ctr"/>
                      <a:r>
                        <a:rPr lang="en-US" sz="1200" b="1" i="0" u="none" strike="noStrike" dirty="0">
                          <a:solidFill>
                            <a:srgbClr val="FFFFFF"/>
                          </a:solidFill>
                          <a:effectLst/>
                          <a:latin typeface="+mn-lt"/>
                        </a:rPr>
                        <a:t>S. No</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08A"/>
                    </a:solidFill>
                  </a:tcPr>
                </a:tc>
                <a:tc>
                  <a:txBody>
                    <a:bodyPr/>
                    <a:lstStyle/>
                    <a:p>
                      <a:pPr lvl="1" algn="ctr" rtl="0" fontAlgn="ctr"/>
                      <a:r>
                        <a:rPr lang="en-US" sz="1200" b="1" i="0" u="none" strike="noStrike" dirty="0">
                          <a:solidFill>
                            <a:srgbClr val="FFFFFF"/>
                          </a:solidFill>
                          <a:effectLst/>
                          <a:latin typeface="+mn-lt"/>
                        </a:rPr>
                        <a:t>Metric Name</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08A"/>
                    </a:solidFill>
                  </a:tcPr>
                </a:tc>
                <a:tc>
                  <a:txBody>
                    <a:bodyPr/>
                    <a:lstStyle/>
                    <a:p>
                      <a:pPr lvl="1" algn="ctr" rtl="0" fontAlgn="ctr"/>
                      <a:r>
                        <a:rPr lang="en-US" sz="1200" b="1" i="0" u="none" strike="noStrike" dirty="0">
                          <a:solidFill>
                            <a:srgbClr val="FFFFFF"/>
                          </a:solidFill>
                          <a:effectLst/>
                          <a:latin typeface="+mn-lt"/>
                        </a:rPr>
                        <a:t>Operational Definition</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608A"/>
                    </a:solidFill>
                  </a:tcPr>
                </a:tc>
                <a:extLst>
                  <a:ext uri="{0D108BD9-81ED-4DB2-BD59-A6C34878D82A}">
                    <a16:rowId xmlns:a16="http://schemas.microsoft.com/office/drawing/2014/main" val="1574398520"/>
                  </a:ext>
                </a:extLst>
              </a:tr>
              <a:tr h="395081">
                <a:tc>
                  <a:txBody>
                    <a:bodyPr/>
                    <a:lstStyle/>
                    <a:p>
                      <a:pPr algn="ctr" rtl="0" fontAlgn="ctr"/>
                      <a:r>
                        <a:rPr lang="en-US" sz="1200" b="0" i="0" u="none" strike="noStrike" dirty="0">
                          <a:solidFill>
                            <a:srgbClr val="000000"/>
                          </a:solidFill>
                          <a:effectLst/>
                          <a:latin typeface="+mn-lt"/>
                        </a:rPr>
                        <a:t>1</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defTabSz="762000">
                        <a:lnSpc>
                          <a:spcPct val="130000"/>
                        </a:lnSpc>
                        <a:defRPr/>
                      </a:pPr>
                      <a:r>
                        <a:rPr lang="en-US" sz="1200" i="1" kern="0" dirty="0">
                          <a:solidFill>
                            <a:sysClr val="windowText" lastClr="000000"/>
                          </a:solidFill>
                          <a:ea typeface="ＭＳ Ｐゴシック"/>
                        </a:rPr>
                        <a:t>   Number of existing ETLs running in v9</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19063" lvl="1" indent="0" algn="l" rtl="0" fontAlgn="ctr"/>
                      <a:r>
                        <a:rPr lang="en-US" sz="1200" b="0" i="0" u="none" strike="noStrike" baseline="0" dirty="0">
                          <a:solidFill>
                            <a:srgbClr val="000000"/>
                          </a:solidFill>
                          <a:effectLst/>
                          <a:latin typeface="+mn-lt"/>
                        </a:rPr>
                        <a:t>These ETLs are active running in 5 different regions at daily and monthly basis</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6098883"/>
                  </a:ext>
                </a:extLst>
              </a:tr>
              <a:tr h="345595">
                <a:tc>
                  <a:txBody>
                    <a:bodyPr/>
                    <a:lstStyle/>
                    <a:p>
                      <a:pPr algn="ctr" rtl="0" fontAlgn="ctr"/>
                      <a:r>
                        <a:rPr lang="en-US" sz="1200" b="0" i="0" u="none" strike="noStrike" dirty="0">
                          <a:solidFill>
                            <a:srgbClr val="000000"/>
                          </a:solidFill>
                          <a:effectLst/>
                          <a:latin typeface="+mn-lt"/>
                        </a:rPr>
                        <a:t>2</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19063" marR="0" lvl="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mn-lt"/>
                        </a:rPr>
                        <a:t>Number of obsolete ETLs </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19063" marR="0" lvl="1" indent="0" algn="l" defTabSz="914400" rtl="0" eaLnBrk="1" fontAlgn="ctr" latinLnBrk="0" hangingPunct="1">
                        <a:lnSpc>
                          <a:spcPct val="100000"/>
                        </a:lnSpc>
                        <a:spcBef>
                          <a:spcPts val="0"/>
                        </a:spcBef>
                        <a:spcAft>
                          <a:spcPts val="0"/>
                        </a:spcAft>
                        <a:buClrTx/>
                        <a:buSzTx/>
                        <a:buFontTx/>
                        <a:buNone/>
                        <a:tabLst/>
                        <a:defRPr/>
                      </a:pPr>
                      <a:r>
                        <a:rPr lang="en-US" sz="1200" b="0" i="0" u="none" strike="noStrike" baseline="0" dirty="0">
                          <a:solidFill>
                            <a:srgbClr val="000000"/>
                          </a:solidFill>
                          <a:effectLst/>
                          <a:latin typeface="+mn-lt"/>
                        </a:rPr>
                        <a:t>Many unused ETLs are still defined in v9 which needs to be excluded in the migration process</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30085">
                <a:tc>
                  <a:txBody>
                    <a:bodyPr/>
                    <a:lstStyle/>
                    <a:p>
                      <a:pPr algn="ctr" rtl="0" fontAlgn="ctr"/>
                      <a:r>
                        <a:rPr lang="en-US" sz="1200" b="0" i="0" u="none" strike="noStrike" dirty="0">
                          <a:solidFill>
                            <a:srgbClr val="000000"/>
                          </a:solidFill>
                          <a:effectLst/>
                          <a:latin typeface="+mn-lt"/>
                        </a:rPr>
                        <a:t>3</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19063" marR="0" lvl="0" indent="0" algn="l" defTabSz="914400" rtl="0" eaLnBrk="1" fontAlgn="ctr" latinLnBrk="0" hangingPunct="1">
                        <a:lnSpc>
                          <a:spcPct val="100000"/>
                        </a:lnSpc>
                        <a:spcBef>
                          <a:spcPts val="0"/>
                        </a:spcBef>
                        <a:spcAft>
                          <a:spcPts val="0"/>
                        </a:spcAft>
                        <a:buClrTx/>
                        <a:buSzTx/>
                        <a:buFontTx/>
                        <a:buNone/>
                        <a:tabLst/>
                        <a:defRPr/>
                      </a:pPr>
                      <a:r>
                        <a:rPr lang="en-US" sz="1200" i="1" kern="0" dirty="0">
                          <a:solidFill>
                            <a:sysClr val="windowText" lastClr="000000"/>
                          </a:solidFill>
                          <a:ea typeface="ＭＳ Ｐゴシック"/>
                        </a:rPr>
                        <a:t>Other projects workflow stored in our repository</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19063" marR="0" lvl="1" indent="0" algn="l" defTabSz="914400" rtl="0" eaLnBrk="1" fontAlgn="ctr" latinLnBrk="0" hangingPunct="1">
                        <a:lnSpc>
                          <a:spcPct val="100000"/>
                        </a:lnSpc>
                        <a:spcBef>
                          <a:spcPts val="0"/>
                        </a:spcBef>
                        <a:spcAft>
                          <a:spcPts val="0"/>
                        </a:spcAft>
                        <a:buClrTx/>
                        <a:buSzTx/>
                        <a:buFontTx/>
                        <a:buNone/>
                        <a:tabLst/>
                        <a:defRPr/>
                      </a:pPr>
                      <a:r>
                        <a:rPr lang="en-US" sz="1200" b="0" i="0" u="none" strike="noStrike" baseline="0" dirty="0">
                          <a:solidFill>
                            <a:srgbClr val="000000"/>
                          </a:solidFill>
                          <a:effectLst/>
                          <a:latin typeface="+mn-lt"/>
                        </a:rPr>
                        <a:t>There are several ETLs stored in our repo which requires script changes, testing during our migration</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796783952"/>
                  </a:ext>
                </a:extLst>
              </a:tr>
              <a:tr h="530085">
                <a:tc>
                  <a:txBody>
                    <a:bodyPr/>
                    <a:lstStyle/>
                    <a:p>
                      <a:pPr algn="ctr" rtl="0" fontAlgn="ctr"/>
                      <a:r>
                        <a:rPr lang="en-US" sz="1200" b="0" i="0" u="none" strike="noStrike" dirty="0">
                          <a:solidFill>
                            <a:srgbClr val="000000"/>
                          </a:solidFill>
                          <a:effectLst/>
                          <a:latin typeface="+mn-lt"/>
                        </a:rPr>
                        <a:t>4</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19063" marR="0" lvl="0" indent="0" algn="l" defTabSz="914400" rtl="0" eaLnBrk="1" fontAlgn="ctr" latinLnBrk="0" hangingPunct="1">
                        <a:lnSpc>
                          <a:spcPct val="100000"/>
                        </a:lnSpc>
                        <a:spcBef>
                          <a:spcPts val="0"/>
                        </a:spcBef>
                        <a:spcAft>
                          <a:spcPts val="0"/>
                        </a:spcAft>
                        <a:buClrTx/>
                        <a:buSzTx/>
                        <a:buFontTx/>
                        <a:buNone/>
                        <a:tabLst/>
                        <a:defRPr/>
                      </a:pPr>
                      <a:r>
                        <a:rPr lang="en-US" sz="1200" b="0" i="0" u="none" strike="noStrike" dirty="0">
                          <a:solidFill>
                            <a:srgbClr val="000000"/>
                          </a:solidFill>
                          <a:effectLst/>
                          <a:latin typeface="+mn-lt"/>
                        </a:rPr>
                        <a:t>Migration Defects</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119063" marR="0" lvl="1" indent="0" algn="l" defTabSz="914400" rtl="0" eaLnBrk="1" fontAlgn="ctr" latinLnBrk="0" hangingPunct="1">
                        <a:lnSpc>
                          <a:spcPct val="100000"/>
                        </a:lnSpc>
                        <a:spcBef>
                          <a:spcPts val="0"/>
                        </a:spcBef>
                        <a:spcAft>
                          <a:spcPts val="0"/>
                        </a:spcAft>
                        <a:buClrTx/>
                        <a:buSzTx/>
                        <a:buFontTx/>
                        <a:buNone/>
                        <a:tabLst/>
                        <a:defRPr/>
                      </a:pPr>
                      <a:r>
                        <a:rPr lang="en-US" sz="1200" b="0" i="0" u="none" strike="noStrike" baseline="0" dirty="0">
                          <a:solidFill>
                            <a:srgbClr val="000000"/>
                          </a:solidFill>
                          <a:effectLst/>
                          <a:latin typeface="+mn-lt"/>
                        </a:rPr>
                        <a:t>During the migration, several defects are raised in the lower level test environments </a:t>
                      </a:r>
                    </a:p>
                  </a:txBody>
                  <a:tcPr marL="7861" marR="7861" marT="5896"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7955570"/>
                  </a:ext>
                </a:extLst>
              </a:tr>
            </a:tbl>
          </a:graphicData>
        </a:graphic>
      </p:graphicFrame>
    </p:spTree>
    <p:extLst>
      <p:ext uri="{BB962C8B-B14F-4D97-AF65-F5344CB8AC3E}">
        <p14:creationId xmlns:p14="http://schemas.microsoft.com/office/powerpoint/2010/main" val="19828799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a:t>Step 4</a:t>
            </a:r>
            <a:br>
              <a:rPr lang="en-US" dirty="0"/>
            </a:br>
            <a:r>
              <a:rPr lang="en-US" sz="4800" dirty="0"/>
              <a:t>Set Up Measurement System</a:t>
            </a:r>
            <a:endParaRPr lang="en-US" dirty="0"/>
          </a:p>
        </p:txBody>
      </p:sp>
    </p:spTree>
    <p:extLst>
      <p:ext uri="{BB962C8B-B14F-4D97-AF65-F5344CB8AC3E}">
        <p14:creationId xmlns:p14="http://schemas.microsoft.com/office/powerpoint/2010/main" val="22215303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txBox="1">
            <a:spLocks/>
          </p:cNvSpPr>
          <p:nvPr/>
        </p:nvSpPr>
        <p:spPr bwMode="auto">
          <a:xfrm>
            <a:off x="508001" y="393625"/>
            <a:ext cx="1127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Data Collection Plan</a:t>
            </a:r>
            <a:endParaRPr lang="en-IN" sz="2000" dirty="0">
              <a:solidFill>
                <a:srgbClr val="0070C0"/>
              </a:solidFill>
              <a:latin typeface="Trebuchet MS" pitchFamily="34"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567895725"/>
              </p:ext>
            </p:extLst>
          </p:nvPr>
        </p:nvGraphicFramePr>
        <p:xfrm>
          <a:off x="1549034" y="1371600"/>
          <a:ext cx="9195534" cy="2971801"/>
        </p:xfrm>
        <a:graphic>
          <a:graphicData uri="http://schemas.openxmlformats.org/drawingml/2006/table">
            <a:tbl>
              <a:tblPr firstRow="1" firstCol="1" bandRow="1">
                <a:tableStyleId>{93296810-A885-4BE3-A3E7-6D5BEEA58F35}</a:tableStyleId>
              </a:tblPr>
              <a:tblGrid>
                <a:gridCol w="2111521">
                  <a:extLst>
                    <a:ext uri="{9D8B030D-6E8A-4147-A177-3AD203B41FA5}">
                      <a16:colId xmlns:a16="http://schemas.microsoft.com/office/drawing/2014/main" val="20000"/>
                    </a:ext>
                  </a:extLst>
                </a:gridCol>
                <a:gridCol w="7084013">
                  <a:extLst>
                    <a:ext uri="{9D8B030D-6E8A-4147-A177-3AD203B41FA5}">
                      <a16:colId xmlns:a16="http://schemas.microsoft.com/office/drawing/2014/main" val="20001"/>
                    </a:ext>
                  </a:extLst>
                </a:gridCol>
              </a:tblGrid>
              <a:tr h="429377">
                <a:tc>
                  <a:txBody>
                    <a:bodyPr/>
                    <a:lstStyle>
                      <a:lvl1pPr>
                        <a:spcBef>
                          <a:spcPts val="400"/>
                        </a:spcBef>
                        <a:buFont typeface="Arial" pitchFamily="34" charset="0"/>
                        <a:defRPr sz="2100">
                          <a:solidFill>
                            <a:srgbClr val="595959"/>
                          </a:solidFill>
                          <a:latin typeface="Arial" pitchFamily="34" charset="0"/>
                        </a:defRPr>
                      </a:lvl1pPr>
                      <a:lvl2pPr marL="742950" indent="-285750">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a:spcBef>
                          <a:spcPts val="400"/>
                        </a:spcBef>
                        <a:buClr>
                          <a:schemeClr val="bg2"/>
                        </a:buClr>
                        <a:buSzPct val="50000"/>
                        <a:buFont typeface="Arial" pitchFamily="34" charset="0"/>
                        <a:defRPr sz="2100">
                          <a:solidFill>
                            <a:srgbClr val="595959"/>
                          </a:solidFill>
                          <a:latin typeface="Arial" pitchFamily="34" charset="0"/>
                        </a:defRPr>
                      </a:lvl3pPr>
                      <a:lvl4pPr marL="1600200" indent="-228600">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a:spcBef>
                          <a:spcPts val="400"/>
                        </a:spcBef>
                        <a:buClr>
                          <a:schemeClr val="bg2"/>
                        </a:buClr>
                        <a:buSzPct val="65000"/>
                        <a:buFont typeface="Arial" pitchFamily="34" charset="0"/>
                        <a:defRPr sz="2100">
                          <a:solidFill>
                            <a:srgbClr val="595959"/>
                          </a:solidFill>
                          <a:latin typeface="Arial" pitchFamily="34" charset="0"/>
                        </a:defRPr>
                      </a:lvl5pPr>
                      <a:lvl6pPr marL="25146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en-US" sz="1800" u="none" strike="noStrike" cap="none" normalizeH="0" baseline="0" dirty="0">
                          <a:ln>
                            <a:noFill/>
                          </a:ln>
                          <a:solidFill>
                            <a:schemeClr val="bg1"/>
                          </a:solidFill>
                          <a:effectLst/>
                          <a:latin typeface="+mj-lt"/>
                        </a:rPr>
                        <a:t>Measure Name</a:t>
                      </a:r>
                      <a:endParaRPr kumimoji="0" lang="en-US" altLang="en-US" sz="1800" b="1" i="0" u="none" strike="noStrike" cap="none" normalizeH="0" baseline="0" dirty="0">
                        <a:ln>
                          <a:noFill/>
                        </a:ln>
                        <a:solidFill>
                          <a:schemeClr val="bg1"/>
                        </a:solidFill>
                        <a:effectLst/>
                        <a:latin typeface="+mj-lt"/>
                        <a:ea typeface="ＭＳ Ｐゴシック" pitchFamily="34" charset="-128"/>
                      </a:endParaRPr>
                    </a:p>
                  </a:txBody>
                  <a:tcPr marL="128016" marR="128016" marT="64000" marB="64000" anchor="ctr" horzOverflow="overflow"/>
                </a:tc>
                <a:tc>
                  <a:txBody>
                    <a:bodyPr/>
                    <a:lstStyle>
                      <a:lvl1pPr>
                        <a:spcBef>
                          <a:spcPts val="400"/>
                        </a:spcBef>
                        <a:buFont typeface="Arial" pitchFamily="34" charset="0"/>
                        <a:defRPr sz="2100">
                          <a:solidFill>
                            <a:srgbClr val="595959"/>
                          </a:solidFill>
                          <a:latin typeface="Arial" pitchFamily="34" charset="0"/>
                        </a:defRPr>
                      </a:lvl1pPr>
                      <a:lvl2pPr marL="742950" indent="-285750">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a:spcBef>
                          <a:spcPts val="400"/>
                        </a:spcBef>
                        <a:buClr>
                          <a:schemeClr val="bg2"/>
                        </a:buClr>
                        <a:buSzPct val="50000"/>
                        <a:buFont typeface="Arial" pitchFamily="34" charset="0"/>
                        <a:defRPr sz="2100">
                          <a:solidFill>
                            <a:srgbClr val="595959"/>
                          </a:solidFill>
                          <a:latin typeface="Arial" pitchFamily="34" charset="0"/>
                        </a:defRPr>
                      </a:lvl3pPr>
                      <a:lvl4pPr marL="1600200" indent="-228600">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a:spcBef>
                          <a:spcPts val="400"/>
                        </a:spcBef>
                        <a:buClr>
                          <a:schemeClr val="bg2"/>
                        </a:buClr>
                        <a:buSzPct val="65000"/>
                        <a:buFont typeface="Arial" pitchFamily="34" charset="0"/>
                        <a:defRPr sz="2100">
                          <a:solidFill>
                            <a:srgbClr val="595959"/>
                          </a:solidFill>
                          <a:latin typeface="Arial" pitchFamily="34" charset="0"/>
                        </a:defRPr>
                      </a:lvl5pPr>
                      <a:lvl6pPr marL="25146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1800" u="none" strike="noStrike" cap="none" normalizeH="0" baseline="0" dirty="0">
                          <a:ln>
                            <a:noFill/>
                          </a:ln>
                          <a:solidFill>
                            <a:schemeClr val="bg1"/>
                          </a:solidFill>
                          <a:effectLst/>
                          <a:latin typeface="+mj-lt"/>
                        </a:rPr>
                        <a:t>Description</a:t>
                      </a:r>
                      <a:endParaRPr kumimoji="0" lang="en-US" altLang="en-US" sz="1800" b="0" i="0" u="none" strike="noStrike" cap="none" normalizeH="0" baseline="0" dirty="0">
                        <a:ln>
                          <a:noFill/>
                        </a:ln>
                        <a:solidFill>
                          <a:schemeClr val="bg1"/>
                        </a:solidFill>
                        <a:effectLst/>
                        <a:latin typeface="+mj-lt"/>
                        <a:ea typeface="ＭＳ Ｐゴシック" pitchFamily="34" charset="-128"/>
                      </a:endParaRPr>
                    </a:p>
                  </a:txBody>
                  <a:tcPr marL="128016" marR="128016" marT="64000" marB="64000" anchor="ctr" horzOverflow="overflow"/>
                </a:tc>
                <a:extLst>
                  <a:ext uri="{0D108BD9-81ED-4DB2-BD59-A6C34878D82A}">
                    <a16:rowId xmlns:a16="http://schemas.microsoft.com/office/drawing/2014/main" val="10000"/>
                  </a:ext>
                </a:extLst>
              </a:tr>
              <a:tr h="400921">
                <a:tc>
                  <a:txBody>
                    <a:bodyPr/>
                    <a:lstStyle>
                      <a:lvl1pPr defTabSz="954088">
                        <a:spcBef>
                          <a:spcPts val="400"/>
                        </a:spcBef>
                        <a:buFont typeface="Arial" pitchFamily="34" charset="0"/>
                        <a:defRPr sz="2100">
                          <a:solidFill>
                            <a:srgbClr val="595959"/>
                          </a:solidFill>
                          <a:latin typeface="Arial" pitchFamily="34" charset="0"/>
                        </a:defRPr>
                      </a:lvl1pPr>
                      <a:lvl2pPr marL="742950" indent="-285750" defTabSz="954088">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defTabSz="954088">
                        <a:spcBef>
                          <a:spcPts val="400"/>
                        </a:spcBef>
                        <a:buClr>
                          <a:schemeClr val="bg2"/>
                        </a:buClr>
                        <a:buSzPct val="50000"/>
                        <a:buFont typeface="Arial" pitchFamily="34" charset="0"/>
                        <a:defRPr sz="2100">
                          <a:solidFill>
                            <a:srgbClr val="595959"/>
                          </a:solidFill>
                          <a:latin typeface="Arial" pitchFamily="34" charset="0"/>
                        </a:defRPr>
                      </a:lvl3pPr>
                      <a:lvl4pPr marL="1600200" indent="-228600" defTabSz="954088">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defTabSz="954088">
                        <a:spcBef>
                          <a:spcPts val="400"/>
                        </a:spcBef>
                        <a:buClr>
                          <a:schemeClr val="bg2"/>
                        </a:buClr>
                        <a:buSzPct val="65000"/>
                        <a:buFont typeface="Arial" pitchFamily="34" charset="0"/>
                        <a:defRPr sz="2100">
                          <a:solidFill>
                            <a:srgbClr val="595959"/>
                          </a:solidFill>
                          <a:latin typeface="Arial" pitchFamily="34" charset="0"/>
                        </a:defRPr>
                      </a:lvl5pPr>
                      <a:lvl6pPr marL="25146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54088"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solidFill>
                          <a:effectLst/>
                          <a:latin typeface="+mj-lt"/>
                          <a:ea typeface="ＭＳ Ｐゴシック" pitchFamily="34" charset="-128"/>
                        </a:rPr>
                        <a:t>What</a:t>
                      </a:r>
                    </a:p>
                  </a:txBody>
                  <a:tcPr marL="128016" marR="128016" marT="64000" marB="64000" anchor="ctr" horzOverflow="overflow"/>
                </a:tc>
                <a:tc>
                  <a:txBody>
                    <a:bodyPr/>
                    <a:lstStyle>
                      <a:lvl1pPr>
                        <a:spcBef>
                          <a:spcPts val="400"/>
                        </a:spcBef>
                        <a:buFont typeface="Arial" pitchFamily="34" charset="0"/>
                        <a:defRPr sz="2100">
                          <a:solidFill>
                            <a:srgbClr val="595959"/>
                          </a:solidFill>
                          <a:latin typeface="Arial" pitchFamily="34" charset="0"/>
                        </a:defRPr>
                      </a:lvl1pPr>
                      <a:lvl2pPr marL="742950" indent="-285750">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a:spcBef>
                          <a:spcPts val="400"/>
                        </a:spcBef>
                        <a:buClr>
                          <a:schemeClr val="bg2"/>
                        </a:buClr>
                        <a:buSzPct val="50000"/>
                        <a:buFont typeface="Arial" pitchFamily="34" charset="0"/>
                        <a:defRPr sz="2100">
                          <a:solidFill>
                            <a:srgbClr val="595959"/>
                          </a:solidFill>
                          <a:latin typeface="Arial" pitchFamily="34" charset="0"/>
                        </a:defRPr>
                      </a:lvl3pPr>
                      <a:lvl4pPr marL="1600200" indent="-228600">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a:spcBef>
                          <a:spcPts val="400"/>
                        </a:spcBef>
                        <a:buClr>
                          <a:schemeClr val="bg2"/>
                        </a:buClr>
                        <a:buSzPct val="65000"/>
                        <a:buFont typeface="Arial" pitchFamily="34" charset="0"/>
                        <a:defRPr sz="2100">
                          <a:solidFill>
                            <a:srgbClr val="595959"/>
                          </a:solidFill>
                          <a:latin typeface="Arial" pitchFamily="34" charset="0"/>
                        </a:defRPr>
                      </a:lvl5pPr>
                      <a:lvl6pPr marL="25146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mn-lt"/>
                          <a:ea typeface="ＭＳ Ｐゴシック" pitchFamily="34" charset="-128"/>
                        </a:rPr>
                        <a:t>Total no of defects recorded during the migration</a:t>
                      </a:r>
                    </a:p>
                  </a:txBody>
                  <a:tcPr marL="128016" marR="128016" marT="64000" marB="64000" anchor="ctr" horzOverflow="overflow"/>
                </a:tc>
                <a:extLst>
                  <a:ext uri="{0D108BD9-81ED-4DB2-BD59-A6C34878D82A}">
                    <a16:rowId xmlns:a16="http://schemas.microsoft.com/office/drawing/2014/main" val="10001"/>
                  </a:ext>
                </a:extLst>
              </a:tr>
              <a:tr h="425784">
                <a:tc>
                  <a:txBody>
                    <a:bodyPr/>
                    <a:lstStyle>
                      <a:lvl1pPr defTabSz="954088">
                        <a:spcBef>
                          <a:spcPts val="400"/>
                        </a:spcBef>
                        <a:buFont typeface="Arial" pitchFamily="34" charset="0"/>
                        <a:defRPr sz="2100">
                          <a:solidFill>
                            <a:srgbClr val="595959"/>
                          </a:solidFill>
                          <a:latin typeface="Arial" pitchFamily="34" charset="0"/>
                        </a:defRPr>
                      </a:lvl1pPr>
                      <a:lvl2pPr marL="742950" indent="-285750" defTabSz="954088">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defTabSz="954088">
                        <a:spcBef>
                          <a:spcPts val="400"/>
                        </a:spcBef>
                        <a:buClr>
                          <a:schemeClr val="bg2"/>
                        </a:buClr>
                        <a:buSzPct val="50000"/>
                        <a:buFont typeface="Arial" pitchFamily="34" charset="0"/>
                        <a:defRPr sz="2100">
                          <a:solidFill>
                            <a:srgbClr val="595959"/>
                          </a:solidFill>
                          <a:latin typeface="Arial" pitchFamily="34" charset="0"/>
                        </a:defRPr>
                      </a:lvl3pPr>
                      <a:lvl4pPr marL="1600200" indent="-228600" defTabSz="954088">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defTabSz="954088">
                        <a:spcBef>
                          <a:spcPts val="400"/>
                        </a:spcBef>
                        <a:buClr>
                          <a:schemeClr val="bg2"/>
                        </a:buClr>
                        <a:buSzPct val="65000"/>
                        <a:buFont typeface="Arial" pitchFamily="34" charset="0"/>
                        <a:defRPr sz="2100">
                          <a:solidFill>
                            <a:srgbClr val="595959"/>
                          </a:solidFill>
                          <a:latin typeface="Arial" pitchFamily="34" charset="0"/>
                        </a:defRPr>
                      </a:lvl5pPr>
                      <a:lvl6pPr marL="25146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54088"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solidFill>
                          <a:effectLst/>
                          <a:latin typeface="+mj-lt"/>
                          <a:ea typeface="ＭＳ Ｐゴシック" pitchFamily="34" charset="-128"/>
                        </a:rPr>
                        <a:t>When</a:t>
                      </a:r>
                    </a:p>
                  </a:txBody>
                  <a:tcPr marL="128016" marR="128016" marT="64000" marB="64000" anchor="ctr" horzOverflow="overflow"/>
                </a:tc>
                <a:tc>
                  <a:txBody>
                    <a:bodyPr/>
                    <a:lstStyle>
                      <a:lvl1pPr>
                        <a:spcBef>
                          <a:spcPts val="400"/>
                        </a:spcBef>
                        <a:buFont typeface="Arial" pitchFamily="34" charset="0"/>
                        <a:defRPr sz="2100">
                          <a:solidFill>
                            <a:srgbClr val="595959"/>
                          </a:solidFill>
                          <a:latin typeface="Arial" pitchFamily="34" charset="0"/>
                        </a:defRPr>
                      </a:lvl1pPr>
                      <a:lvl2pPr marL="742950" indent="-285750">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a:spcBef>
                          <a:spcPts val="400"/>
                        </a:spcBef>
                        <a:buClr>
                          <a:schemeClr val="bg2"/>
                        </a:buClr>
                        <a:buSzPct val="50000"/>
                        <a:buFont typeface="Arial" pitchFamily="34" charset="0"/>
                        <a:defRPr sz="2100">
                          <a:solidFill>
                            <a:srgbClr val="595959"/>
                          </a:solidFill>
                          <a:latin typeface="Arial" pitchFamily="34" charset="0"/>
                        </a:defRPr>
                      </a:lvl3pPr>
                      <a:lvl4pPr marL="1600200" indent="-228600">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a:spcBef>
                          <a:spcPts val="400"/>
                        </a:spcBef>
                        <a:buClr>
                          <a:schemeClr val="bg2"/>
                        </a:buClr>
                        <a:buSzPct val="65000"/>
                        <a:buFont typeface="Arial" pitchFamily="34" charset="0"/>
                        <a:defRPr sz="2100">
                          <a:solidFill>
                            <a:srgbClr val="595959"/>
                          </a:solidFill>
                          <a:latin typeface="Arial" pitchFamily="34" charset="0"/>
                        </a:defRPr>
                      </a:lvl5pPr>
                      <a:lvl6pPr marL="25146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u="none" strike="noStrike" cap="none" normalizeH="0" baseline="0" dirty="0">
                          <a:ln>
                            <a:noFill/>
                          </a:ln>
                          <a:solidFill>
                            <a:srgbClr val="000000"/>
                          </a:solidFill>
                          <a:effectLst/>
                          <a:latin typeface="+mn-lt"/>
                          <a:ea typeface="+mn-ea"/>
                          <a:cs typeface="+mn-cs"/>
                        </a:rPr>
                        <a:t>June 2020 – Oct 2020</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mn-cs"/>
                      </a:endParaRPr>
                    </a:p>
                  </a:txBody>
                  <a:tcPr marL="128016" marR="128016" marT="64000" marB="64000" anchor="ctr" horzOverflow="overflow"/>
                </a:tc>
                <a:extLst>
                  <a:ext uri="{0D108BD9-81ED-4DB2-BD59-A6C34878D82A}">
                    <a16:rowId xmlns:a16="http://schemas.microsoft.com/office/drawing/2014/main" val="10002"/>
                  </a:ext>
                </a:extLst>
              </a:tr>
              <a:tr h="425785">
                <a:tc>
                  <a:txBody>
                    <a:bodyPr/>
                    <a:lstStyle>
                      <a:lvl1pPr>
                        <a:spcBef>
                          <a:spcPts val="400"/>
                        </a:spcBef>
                        <a:buFont typeface="Arial" pitchFamily="34" charset="0"/>
                        <a:defRPr sz="2100">
                          <a:solidFill>
                            <a:srgbClr val="595959"/>
                          </a:solidFill>
                          <a:latin typeface="Arial" pitchFamily="34" charset="0"/>
                        </a:defRPr>
                      </a:lvl1pPr>
                      <a:lvl2pPr marL="742950" indent="-285750">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a:spcBef>
                          <a:spcPts val="400"/>
                        </a:spcBef>
                        <a:buClr>
                          <a:schemeClr val="bg2"/>
                        </a:buClr>
                        <a:buSzPct val="50000"/>
                        <a:buFont typeface="Arial" pitchFamily="34" charset="0"/>
                        <a:defRPr sz="2100">
                          <a:solidFill>
                            <a:srgbClr val="595959"/>
                          </a:solidFill>
                          <a:latin typeface="Arial" pitchFamily="34" charset="0"/>
                        </a:defRPr>
                      </a:lvl3pPr>
                      <a:lvl4pPr marL="1600200" indent="-228600">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a:spcBef>
                          <a:spcPts val="400"/>
                        </a:spcBef>
                        <a:buClr>
                          <a:schemeClr val="bg2"/>
                        </a:buClr>
                        <a:buSzPct val="65000"/>
                        <a:buFont typeface="Arial" pitchFamily="34" charset="0"/>
                        <a:defRPr sz="2100">
                          <a:solidFill>
                            <a:srgbClr val="595959"/>
                          </a:solidFill>
                          <a:latin typeface="Arial" pitchFamily="34" charset="0"/>
                        </a:defRPr>
                      </a:lvl5pPr>
                      <a:lvl6pPr marL="25146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solidFill>
                          <a:effectLst/>
                          <a:latin typeface="+mj-lt"/>
                          <a:ea typeface="ＭＳ Ｐゴシック" pitchFamily="34" charset="-128"/>
                        </a:rPr>
                        <a:t>Where</a:t>
                      </a:r>
                    </a:p>
                  </a:txBody>
                  <a:tcPr marL="128016" marR="128016" marT="64000" marB="64000" anchor="ctr" horzOverflow="overflow"/>
                </a:tc>
                <a:tc>
                  <a:txBody>
                    <a:bodyPr/>
                    <a:lstStyle>
                      <a:lvl1pPr defTabSz="954088">
                        <a:spcBef>
                          <a:spcPts val="400"/>
                        </a:spcBef>
                        <a:buFont typeface="Arial" pitchFamily="34" charset="0"/>
                        <a:defRPr sz="2100">
                          <a:solidFill>
                            <a:srgbClr val="595959"/>
                          </a:solidFill>
                          <a:latin typeface="Arial" pitchFamily="34" charset="0"/>
                        </a:defRPr>
                      </a:lvl1pPr>
                      <a:lvl2pPr marL="742950" indent="-285750" defTabSz="954088">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defTabSz="954088">
                        <a:spcBef>
                          <a:spcPts val="400"/>
                        </a:spcBef>
                        <a:buClr>
                          <a:schemeClr val="bg2"/>
                        </a:buClr>
                        <a:buSzPct val="50000"/>
                        <a:buFont typeface="Arial" pitchFamily="34" charset="0"/>
                        <a:defRPr sz="2100">
                          <a:solidFill>
                            <a:srgbClr val="595959"/>
                          </a:solidFill>
                          <a:latin typeface="Arial" pitchFamily="34" charset="0"/>
                        </a:defRPr>
                      </a:lvl3pPr>
                      <a:lvl4pPr marL="1600200" indent="-228600" defTabSz="954088">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defTabSz="954088">
                        <a:spcBef>
                          <a:spcPts val="400"/>
                        </a:spcBef>
                        <a:buClr>
                          <a:schemeClr val="bg2"/>
                        </a:buClr>
                        <a:buSzPct val="65000"/>
                        <a:buFont typeface="Arial" pitchFamily="34" charset="0"/>
                        <a:defRPr sz="2100">
                          <a:solidFill>
                            <a:srgbClr val="595959"/>
                          </a:solidFill>
                          <a:latin typeface="Arial" pitchFamily="34" charset="0"/>
                        </a:defRPr>
                      </a:lvl5pPr>
                      <a:lvl6pPr marL="25146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defTabSz="954088"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54088"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mn-lt"/>
                          <a:ea typeface="ＭＳ Ｐゴシック" pitchFamily="34" charset="-128"/>
                        </a:rPr>
                        <a:t>Excel .CSV file</a:t>
                      </a:r>
                    </a:p>
                  </a:txBody>
                  <a:tcPr marL="128016" marR="128016" marT="64000" marB="64000" anchor="ctr" horzOverflow="overflow"/>
                </a:tc>
                <a:extLst>
                  <a:ext uri="{0D108BD9-81ED-4DB2-BD59-A6C34878D82A}">
                    <a16:rowId xmlns:a16="http://schemas.microsoft.com/office/drawing/2014/main" val="10003"/>
                  </a:ext>
                </a:extLst>
              </a:tr>
              <a:tr h="429978">
                <a:tc>
                  <a:txBody>
                    <a:bodyPr/>
                    <a:lstStyle>
                      <a:lvl1pPr>
                        <a:spcBef>
                          <a:spcPts val="400"/>
                        </a:spcBef>
                        <a:buFont typeface="Arial" pitchFamily="34" charset="0"/>
                        <a:defRPr sz="2100">
                          <a:solidFill>
                            <a:srgbClr val="595959"/>
                          </a:solidFill>
                          <a:latin typeface="Arial" pitchFamily="34" charset="0"/>
                        </a:defRPr>
                      </a:lvl1pPr>
                      <a:lvl2pPr marL="742950" indent="-285750">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a:spcBef>
                          <a:spcPts val="400"/>
                        </a:spcBef>
                        <a:buClr>
                          <a:schemeClr val="bg2"/>
                        </a:buClr>
                        <a:buSzPct val="50000"/>
                        <a:buFont typeface="Arial" pitchFamily="34" charset="0"/>
                        <a:defRPr sz="2100">
                          <a:solidFill>
                            <a:srgbClr val="595959"/>
                          </a:solidFill>
                          <a:latin typeface="Arial" pitchFamily="34" charset="0"/>
                        </a:defRPr>
                      </a:lvl3pPr>
                      <a:lvl4pPr marL="1600200" indent="-228600">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a:spcBef>
                          <a:spcPts val="400"/>
                        </a:spcBef>
                        <a:buClr>
                          <a:schemeClr val="bg2"/>
                        </a:buClr>
                        <a:buSzPct val="65000"/>
                        <a:buFont typeface="Arial" pitchFamily="34" charset="0"/>
                        <a:defRPr sz="2100">
                          <a:solidFill>
                            <a:srgbClr val="595959"/>
                          </a:solidFill>
                          <a:latin typeface="Arial" pitchFamily="34" charset="0"/>
                        </a:defRPr>
                      </a:lvl5pPr>
                      <a:lvl6pPr marL="25146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solidFill>
                          <a:effectLst/>
                          <a:latin typeface="+mj-lt"/>
                          <a:ea typeface="ＭＳ Ｐゴシック" pitchFamily="34" charset="-128"/>
                        </a:rPr>
                        <a:t>How</a:t>
                      </a:r>
                    </a:p>
                  </a:txBody>
                  <a:tcPr marL="128016" marR="128016" marT="64000" marB="64000" anchor="ctr" horzOverflow="overflow"/>
                </a:tc>
                <a:tc>
                  <a:txBody>
                    <a:bodyPr/>
                    <a:lstStyle>
                      <a:lvl1pPr>
                        <a:spcBef>
                          <a:spcPts val="400"/>
                        </a:spcBef>
                        <a:buFont typeface="Arial" pitchFamily="34" charset="0"/>
                        <a:defRPr sz="2100">
                          <a:solidFill>
                            <a:srgbClr val="595959"/>
                          </a:solidFill>
                          <a:latin typeface="Arial" pitchFamily="34" charset="0"/>
                        </a:defRPr>
                      </a:lvl1pPr>
                      <a:lvl2pPr marL="742950" indent="-285750">
                        <a:spcBef>
                          <a:spcPts val="400"/>
                        </a:spcBef>
                        <a:buClr>
                          <a:schemeClr val="bg2"/>
                        </a:buClr>
                        <a:buSzPct val="85000"/>
                        <a:buFont typeface="Wingdings" pitchFamily="2" charset="2"/>
                        <a:defRPr sz="2100">
                          <a:solidFill>
                            <a:srgbClr val="595959"/>
                          </a:solidFill>
                          <a:latin typeface="Arial" pitchFamily="34" charset="0"/>
                        </a:defRPr>
                      </a:lvl2pPr>
                      <a:lvl3pPr marL="1143000" indent="-228600">
                        <a:spcBef>
                          <a:spcPts val="400"/>
                        </a:spcBef>
                        <a:buClr>
                          <a:schemeClr val="bg2"/>
                        </a:buClr>
                        <a:buSzPct val="50000"/>
                        <a:buFont typeface="Arial" pitchFamily="34" charset="0"/>
                        <a:defRPr sz="2100">
                          <a:solidFill>
                            <a:srgbClr val="595959"/>
                          </a:solidFill>
                          <a:latin typeface="Arial" pitchFamily="34" charset="0"/>
                        </a:defRPr>
                      </a:lvl3pPr>
                      <a:lvl4pPr marL="1600200" indent="-228600">
                        <a:spcBef>
                          <a:spcPts val="400"/>
                        </a:spcBef>
                        <a:buClr>
                          <a:schemeClr val="bg2"/>
                        </a:buClr>
                        <a:buSzPct val="65000"/>
                        <a:buFont typeface="Wingdings" pitchFamily="2" charset="2"/>
                        <a:defRPr sz="2100">
                          <a:solidFill>
                            <a:srgbClr val="595959"/>
                          </a:solidFill>
                          <a:latin typeface="Arial" pitchFamily="34" charset="0"/>
                        </a:defRPr>
                      </a:lvl4pPr>
                      <a:lvl5pPr marL="2057400" indent="-228600">
                        <a:spcBef>
                          <a:spcPts val="400"/>
                        </a:spcBef>
                        <a:buClr>
                          <a:schemeClr val="bg2"/>
                        </a:buClr>
                        <a:buSzPct val="65000"/>
                        <a:buFont typeface="Arial" pitchFamily="34" charset="0"/>
                        <a:defRPr sz="2100">
                          <a:solidFill>
                            <a:srgbClr val="595959"/>
                          </a:solidFill>
                          <a:latin typeface="Arial" pitchFamily="34" charset="0"/>
                        </a:defRPr>
                      </a:lvl5pPr>
                      <a:lvl6pPr marL="25146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6pPr>
                      <a:lvl7pPr marL="29718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7pPr>
                      <a:lvl8pPr marL="34290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8pPr>
                      <a:lvl9pPr marL="3886200" indent="-228600" fontAlgn="base">
                        <a:spcBef>
                          <a:spcPts val="400"/>
                        </a:spcBef>
                        <a:spcAft>
                          <a:spcPct val="0"/>
                        </a:spcAft>
                        <a:buClr>
                          <a:schemeClr val="bg2"/>
                        </a:buClr>
                        <a:buSzPct val="65000"/>
                        <a:buFont typeface="Arial" pitchFamily="34" charset="0"/>
                        <a:defRPr sz="2100">
                          <a:solidFill>
                            <a:srgbClr val="595959"/>
                          </a:solidFill>
                          <a:latin typeface="Arial"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mn-lt"/>
                          <a:ea typeface="ＭＳ Ｐゴシック" pitchFamily="34" charset="-128"/>
                        </a:rPr>
                        <a:t>Downloaded the tickets created data from Service-Now ticketing tool</a:t>
                      </a:r>
                    </a:p>
                  </a:txBody>
                  <a:tcPr marL="128016" marR="128016" marT="64000" marB="64000" anchor="ctr" horzOverflow="overflow"/>
                </a:tc>
                <a:extLst>
                  <a:ext uri="{0D108BD9-81ED-4DB2-BD59-A6C34878D82A}">
                    <a16:rowId xmlns:a16="http://schemas.microsoft.com/office/drawing/2014/main" val="10004"/>
                  </a:ext>
                </a:extLst>
              </a:tr>
              <a:tr h="4299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solidFill>
                          <a:effectLst/>
                          <a:latin typeface="+mj-lt"/>
                          <a:ea typeface="ＭＳ Ｐゴシック" pitchFamily="34" charset="-128"/>
                        </a:rPr>
                        <a:t>Who</a:t>
                      </a:r>
                    </a:p>
                  </a:txBody>
                  <a:tcPr marL="128016" marR="128016" marT="64000" marB="64000"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0" i="0" u="none" strike="noStrike" cap="none" normalizeH="0" baseline="0" dirty="0">
                          <a:ln>
                            <a:noFill/>
                          </a:ln>
                          <a:solidFill>
                            <a:srgbClr val="000000"/>
                          </a:solidFill>
                          <a:effectLst/>
                          <a:latin typeface="+mn-lt"/>
                          <a:ea typeface="ＭＳ Ｐゴシック" pitchFamily="34" charset="-128"/>
                        </a:rPr>
                        <a:t>Savita Shekhawat</a:t>
                      </a:r>
                    </a:p>
                  </a:txBody>
                  <a:tcPr marL="128016" marR="128016" marT="64000" marB="64000" anchor="ctr" horzOverflow="overflow"/>
                </a:tc>
                <a:extLst>
                  <a:ext uri="{0D108BD9-81ED-4DB2-BD59-A6C34878D82A}">
                    <a16:rowId xmlns:a16="http://schemas.microsoft.com/office/drawing/2014/main" val="2256464768"/>
                  </a:ext>
                </a:extLst>
              </a:tr>
              <a:tr h="42997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400" b="1" i="0" u="none" strike="noStrike" cap="none" normalizeH="0" baseline="0" dirty="0">
                          <a:ln>
                            <a:noFill/>
                          </a:ln>
                          <a:solidFill>
                            <a:schemeClr val="bg1"/>
                          </a:solidFill>
                          <a:effectLst/>
                          <a:latin typeface="+mj-lt"/>
                          <a:ea typeface="ＭＳ Ｐゴシック" pitchFamily="34" charset="-128"/>
                        </a:rPr>
                        <a:t>Sample Size</a:t>
                      </a:r>
                    </a:p>
                  </a:txBody>
                  <a:tcPr marL="128016" marR="128016" marT="64000" marB="64000" anchor="ctr" horzOverflow="overflow"/>
                </a:tc>
                <a:tc>
                  <a: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400" b="0" i="0" u="none" strike="noStrike" cap="none" normalizeH="0" baseline="0" dirty="0">
                          <a:ln>
                            <a:noFill/>
                          </a:ln>
                          <a:solidFill>
                            <a:srgbClr val="000000"/>
                          </a:solidFill>
                          <a:effectLst/>
                          <a:latin typeface="+mn-lt"/>
                          <a:ea typeface="ＭＳ Ｐゴシック" pitchFamily="34" charset="-128"/>
                        </a:rPr>
                        <a:t>100% of tickets</a:t>
                      </a:r>
                      <a:endParaRPr kumimoji="0" lang="en-US" altLang="en-US" sz="1400" b="0" i="0" u="none" strike="noStrike" cap="none" normalizeH="0" baseline="0" dirty="0">
                        <a:ln>
                          <a:noFill/>
                        </a:ln>
                        <a:solidFill>
                          <a:srgbClr val="000000"/>
                        </a:solidFill>
                        <a:effectLst/>
                        <a:latin typeface="+mn-lt"/>
                        <a:ea typeface="ＭＳ Ｐゴシック" pitchFamily="34" charset="-128"/>
                        <a:cs typeface="+mn-cs"/>
                      </a:endParaRPr>
                    </a:p>
                  </a:txBody>
                  <a:tcPr marL="128016" marR="128016" marT="64000" marB="64000" anchor="ctr" horzOverflow="overflow"/>
                </a:tc>
                <a:extLst>
                  <a:ext uri="{0D108BD9-81ED-4DB2-BD59-A6C34878D82A}">
                    <a16:rowId xmlns:a16="http://schemas.microsoft.com/office/drawing/2014/main" val="677137715"/>
                  </a:ext>
                </a:extLst>
              </a:tr>
            </a:tbl>
          </a:graphicData>
        </a:graphic>
      </p:graphicFrame>
    </p:spTree>
    <p:extLst>
      <p:ext uri="{BB962C8B-B14F-4D97-AF65-F5344CB8AC3E}">
        <p14:creationId xmlns:p14="http://schemas.microsoft.com/office/powerpoint/2010/main" val="28743417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le 1"/>
          <p:cNvSpPr txBox="1">
            <a:spLocks/>
          </p:cNvSpPr>
          <p:nvPr/>
        </p:nvSpPr>
        <p:spPr bwMode="auto">
          <a:xfrm>
            <a:off x="508001" y="393625"/>
            <a:ext cx="112776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Root Cause Analysis Calibration – Suggestions for Improvements</a:t>
            </a:r>
          </a:p>
        </p:txBody>
      </p:sp>
      <p:sp>
        <p:nvSpPr>
          <p:cNvPr id="3" name="TextBox 2"/>
          <p:cNvSpPr txBox="1"/>
          <p:nvPr/>
        </p:nvSpPr>
        <p:spPr>
          <a:xfrm>
            <a:off x="508002" y="990600"/>
            <a:ext cx="11480799" cy="2514600"/>
          </a:xfrm>
          <a:prstGeom prst="rect">
            <a:avLst/>
          </a:prstGeom>
          <a:solidFill>
            <a:schemeClr val="bg1">
              <a:lumMod val="95000"/>
            </a:schemeClr>
          </a:solidFill>
          <a:ln w="9525" algn="ctr">
            <a:solidFill>
              <a:srgbClr val="0A69AA"/>
            </a:solidFill>
            <a:miter lim="800000"/>
            <a:headEnd/>
            <a:tailEnd/>
          </a:ln>
        </p:spPr>
        <p:txBody>
          <a:bodyPr anchor="ctr"/>
          <a:lstStyle>
            <a:defPPr>
              <a:defRPr lang="en-US"/>
            </a:defPPr>
            <a:lvl2pPr marL="230188" lvl="1" indent="-230188" defTabSz="457200">
              <a:buClr>
                <a:srgbClr val="F8912C"/>
              </a:buClr>
              <a:buSzPct val="150000"/>
              <a:tabLst>
                <a:tab pos="1374775" algn="l"/>
              </a:tabLst>
              <a:defRPr sz="1600">
                <a:solidFill>
                  <a:srgbClr val="0A69AA"/>
                </a:solidFill>
                <a:latin typeface="Calibri" panose="020F0502020204030204" pitchFamily="34" charset="0"/>
                <a:cs typeface="Arial" pitchFamily="34" charset="0"/>
              </a:defRPr>
            </a:lvl2pPr>
          </a:lstStyle>
          <a:p>
            <a:pPr algn="just"/>
            <a:endParaRPr lang="en-US" sz="1400" b="1" dirty="0">
              <a:latin typeface="Calibri" panose="020F0502020204030204" pitchFamily="34" charset="0"/>
            </a:endParaRPr>
          </a:p>
          <a:p>
            <a:pPr algn="just"/>
            <a:r>
              <a:rPr lang="en-US" sz="1400" b="1" dirty="0">
                <a:latin typeface="Calibri" panose="020F0502020204030204" pitchFamily="34" charset="0"/>
              </a:rPr>
              <a:t>Suggested Enhancements:</a:t>
            </a:r>
          </a:p>
          <a:p>
            <a:pPr algn="just"/>
            <a:endParaRPr lang="en-US" sz="1350" b="1" dirty="0">
              <a:latin typeface="Calibri" panose="020F0502020204030204" pitchFamily="34" charset="0"/>
            </a:endParaRPr>
          </a:p>
          <a:p>
            <a:r>
              <a:rPr lang="en-IN" sz="1350" dirty="0"/>
              <a:t>While testing in DEV few suggestions came up for improvement and later all of below were accommodated in the migration scope</a:t>
            </a:r>
          </a:p>
          <a:p>
            <a:r>
              <a:rPr lang="en-IN" sz="1350" dirty="0"/>
              <a:t> </a:t>
            </a:r>
          </a:p>
          <a:p>
            <a:r>
              <a:rPr lang="en-IN" sz="1350" dirty="0"/>
              <a:t>1.  Most of the ETL workflows run for 5 different region daily and monthly. Changes are done to run with instance name to make triaging easier.</a:t>
            </a:r>
          </a:p>
          <a:p>
            <a:r>
              <a:rPr lang="en-IN" sz="1350" dirty="0"/>
              <a:t>2.  Different XML files are used as source thus we introduced pre-processing logic and it was included in main process.</a:t>
            </a:r>
          </a:p>
          <a:p>
            <a:r>
              <a:rPr lang="en-IN" sz="1350" dirty="0"/>
              <a:t>3.  In few workflows unnecessary logs were getting generated. Our migrated ETLs were modified to have proper logging mechanism.</a:t>
            </a:r>
          </a:p>
          <a:p>
            <a:r>
              <a:rPr lang="en-IN" sz="1350" dirty="0"/>
              <a:t>4. Due to standard setting, older logs couldn’t be seen in workflow monitor. Our Idea of running with instance name enabled us to see at least 4 days older logs now </a:t>
            </a:r>
            <a:endParaRPr lang="en-US" sz="1350" dirty="0"/>
          </a:p>
          <a:p>
            <a:pPr marL="401638" lvl="1" indent="-171450" algn="just">
              <a:buClrTx/>
              <a:buSzPct val="100000"/>
              <a:buFont typeface="Courier New" panose="02070309020205020404" pitchFamily="49" charset="0"/>
              <a:buChar char="o"/>
            </a:pPr>
            <a:endParaRPr lang="en-US" sz="1200" dirty="0">
              <a:solidFill>
                <a:schemeClr val="tx1"/>
              </a:solidFill>
              <a:cs typeface="+mn-cs"/>
            </a:endParaRPr>
          </a:p>
        </p:txBody>
      </p:sp>
      <p:sp>
        <p:nvSpPr>
          <p:cNvPr id="4" name="TextBox 3"/>
          <p:cNvSpPr txBox="1"/>
          <p:nvPr/>
        </p:nvSpPr>
        <p:spPr>
          <a:xfrm>
            <a:off x="3733800" y="3720181"/>
            <a:ext cx="3754426" cy="307777"/>
          </a:xfrm>
          <a:prstGeom prst="rect">
            <a:avLst/>
          </a:prstGeom>
        </p:spPr>
        <p:style>
          <a:lnRef idx="1">
            <a:schemeClr val="accent6"/>
          </a:lnRef>
          <a:fillRef idx="2">
            <a:schemeClr val="accent6"/>
          </a:fillRef>
          <a:effectRef idx="1">
            <a:schemeClr val="accent6"/>
          </a:effectRef>
          <a:fontRef idx="minor">
            <a:schemeClr val="dk1"/>
          </a:fontRef>
        </p:style>
        <p:txBody>
          <a:bodyPr wrap="none" rtlCol="0">
            <a:spAutoFit/>
          </a:bodyPr>
          <a:lstStyle/>
          <a:p>
            <a:r>
              <a:rPr lang="en-US" sz="1400" b="1" dirty="0">
                <a:latin typeface="Calibri" panose="020F0502020204030204" pitchFamily="34" charset="0"/>
              </a:rPr>
              <a:t>Suggested RCA Categories and RCA Components</a:t>
            </a:r>
          </a:p>
        </p:txBody>
      </p:sp>
      <p:graphicFrame>
        <p:nvGraphicFramePr>
          <p:cNvPr id="5" name="Table 4"/>
          <p:cNvGraphicFramePr>
            <a:graphicFrameLocks noGrp="1"/>
          </p:cNvGraphicFramePr>
          <p:nvPr>
            <p:extLst>
              <p:ext uri="{D42A27DB-BD31-4B8C-83A1-F6EECF244321}">
                <p14:modId xmlns:p14="http://schemas.microsoft.com/office/powerpoint/2010/main" val="2153274785"/>
              </p:ext>
            </p:extLst>
          </p:nvPr>
        </p:nvGraphicFramePr>
        <p:xfrm>
          <a:off x="406400" y="4266029"/>
          <a:ext cx="5454347" cy="2021723"/>
        </p:xfrm>
        <a:graphic>
          <a:graphicData uri="http://schemas.openxmlformats.org/drawingml/2006/table">
            <a:tbl>
              <a:tblPr firstRow="1" bandRow="1">
                <a:tableStyleId>{5FD0F851-EC5A-4D38-B0AD-8093EC10F338}</a:tableStyleId>
              </a:tblPr>
              <a:tblGrid>
                <a:gridCol w="2282555">
                  <a:extLst>
                    <a:ext uri="{9D8B030D-6E8A-4147-A177-3AD203B41FA5}">
                      <a16:colId xmlns:a16="http://schemas.microsoft.com/office/drawing/2014/main" val="20000"/>
                    </a:ext>
                  </a:extLst>
                </a:gridCol>
                <a:gridCol w="3171792">
                  <a:extLst>
                    <a:ext uri="{9D8B030D-6E8A-4147-A177-3AD203B41FA5}">
                      <a16:colId xmlns:a16="http://schemas.microsoft.com/office/drawing/2014/main" val="20001"/>
                    </a:ext>
                  </a:extLst>
                </a:gridCol>
              </a:tblGrid>
              <a:tr h="206665">
                <a:tc>
                  <a:txBody>
                    <a:bodyPr/>
                    <a:lstStyle/>
                    <a:p>
                      <a:r>
                        <a:rPr lang="en-US" sz="1100" dirty="0"/>
                        <a:t>RCA Category</a:t>
                      </a:r>
                      <a:endParaRPr lang="en-US" sz="1100" dirty="0">
                        <a:latin typeface="Calibri" panose="020F0502020204030204" pitchFamily="34" charset="0"/>
                      </a:endParaRPr>
                    </a:p>
                  </a:txBody>
                  <a:tcPr marL="162560" marR="162560"/>
                </a:tc>
                <a:tc>
                  <a:txBody>
                    <a:bodyPr/>
                    <a:lstStyle/>
                    <a:p>
                      <a:r>
                        <a:rPr lang="en-US" sz="1100" dirty="0"/>
                        <a:t>RCA Component</a:t>
                      </a:r>
                      <a:endParaRPr lang="en-US" sz="1100" dirty="0">
                        <a:latin typeface="Calibri" panose="020F0502020204030204" pitchFamily="34" charset="0"/>
                      </a:endParaRPr>
                    </a:p>
                  </a:txBody>
                  <a:tcPr marL="162560" marR="162560"/>
                </a:tc>
                <a:extLst>
                  <a:ext uri="{0D108BD9-81ED-4DB2-BD59-A6C34878D82A}">
                    <a16:rowId xmlns:a16="http://schemas.microsoft.com/office/drawing/2014/main" val="10000"/>
                  </a:ext>
                </a:extLst>
              </a:tr>
              <a:tr h="741563">
                <a:tc>
                  <a:txBody>
                    <a:bodyPr/>
                    <a:lstStyle/>
                    <a:p>
                      <a:r>
                        <a:rPr lang="en-US" sz="1100" dirty="0"/>
                        <a:t>Code Issue</a:t>
                      </a:r>
                      <a:endParaRPr lang="en-US" sz="1100" dirty="0">
                        <a:latin typeface="Calibri" panose="020F0502020204030204" pitchFamily="34" charset="0"/>
                      </a:endParaRPr>
                    </a:p>
                  </a:txBody>
                  <a:tcPr marL="162560" marR="162560"/>
                </a:tc>
                <a:tc>
                  <a:txBody>
                    <a:bodyPr/>
                    <a:lstStyle/>
                    <a:p>
                      <a:r>
                        <a:rPr lang="en-US" sz="1100" dirty="0"/>
                        <a:t>Project Configuration;</a:t>
                      </a:r>
                    </a:p>
                    <a:p>
                      <a:r>
                        <a:rPr lang="en-US" sz="1100" dirty="0"/>
                        <a:t>Roles</a:t>
                      </a:r>
                      <a:r>
                        <a:rPr lang="en-US" sz="1100" baseline="0" dirty="0"/>
                        <a:t> and Permission;</a:t>
                      </a:r>
                    </a:p>
                    <a:p>
                      <a:r>
                        <a:rPr lang="en-US" sz="1100" baseline="0" dirty="0"/>
                        <a:t>Integrations - Application;</a:t>
                      </a:r>
                    </a:p>
                  </a:txBody>
                  <a:tcPr marL="162560" marR="162560"/>
                </a:tc>
                <a:extLst>
                  <a:ext uri="{0D108BD9-81ED-4DB2-BD59-A6C34878D82A}">
                    <a16:rowId xmlns:a16="http://schemas.microsoft.com/office/drawing/2014/main" val="10001"/>
                  </a:ext>
                </a:extLst>
              </a:tr>
              <a:tr h="474114">
                <a:tc>
                  <a:txBody>
                    <a:bodyPr/>
                    <a:lstStyle/>
                    <a:p>
                      <a:r>
                        <a:rPr lang="en-US" sz="1100" dirty="0"/>
                        <a:t>Requirement Gap</a:t>
                      </a:r>
                      <a:endParaRPr lang="en-US" sz="1100" dirty="0">
                        <a:latin typeface="Calibri" panose="020F0502020204030204" pitchFamily="34" charset="0"/>
                      </a:endParaRPr>
                    </a:p>
                  </a:txBody>
                  <a:tcPr marL="162560" marR="162560"/>
                </a:tc>
                <a:tc>
                  <a:txBody>
                    <a:bodyPr/>
                    <a:lstStyle/>
                    <a:p>
                      <a:r>
                        <a:rPr lang="en-US" sz="1100" dirty="0"/>
                        <a:t>Artefacts</a:t>
                      </a:r>
                      <a:r>
                        <a:rPr lang="en-US" sz="1100" baseline="0" dirty="0"/>
                        <a:t> Mismatch;</a:t>
                      </a:r>
                    </a:p>
                    <a:p>
                      <a:r>
                        <a:rPr lang="en-US" sz="1100" dirty="0"/>
                        <a:t>Functional Understanding;</a:t>
                      </a:r>
                    </a:p>
                    <a:p>
                      <a:r>
                        <a:rPr lang="en-US" sz="1100" dirty="0"/>
                        <a:t>Document Mismatch</a:t>
                      </a:r>
                      <a:endParaRPr lang="en-US" sz="1100" dirty="0">
                        <a:latin typeface="Calibri" panose="020F0502020204030204" pitchFamily="34" charset="0"/>
                      </a:endParaRPr>
                    </a:p>
                  </a:txBody>
                  <a:tcPr marL="162560" marR="162560"/>
                </a:tc>
                <a:extLst>
                  <a:ext uri="{0D108BD9-81ED-4DB2-BD59-A6C34878D82A}">
                    <a16:rowId xmlns:a16="http://schemas.microsoft.com/office/drawing/2014/main" val="10002"/>
                  </a:ext>
                </a:extLst>
              </a:tr>
              <a:tr h="340389">
                <a:tc>
                  <a:txBody>
                    <a:bodyPr/>
                    <a:lstStyle/>
                    <a:p>
                      <a:r>
                        <a:rPr lang="en-US" sz="1100" dirty="0"/>
                        <a:t>Product Issue</a:t>
                      </a:r>
                      <a:endParaRPr lang="en-US" sz="1100" dirty="0">
                        <a:latin typeface="Calibri" panose="020F0502020204030204" pitchFamily="34" charset="0"/>
                      </a:endParaRPr>
                    </a:p>
                  </a:txBody>
                  <a:tcPr marL="162560" marR="162560"/>
                </a:tc>
                <a:tc>
                  <a:txBody>
                    <a:bodyPr/>
                    <a:lstStyle/>
                    <a:p>
                      <a:r>
                        <a:rPr lang="en-US" sz="1100" dirty="0"/>
                        <a:t>Product Documentation;</a:t>
                      </a:r>
                    </a:p>
                    <a:p>
                      <a:r>
                        <a:rPr lang="en-US" sz="1100" dirty="0"/>
                        <a:t>Product Configuration;</a:t>
                      </a:r>
                      <a:endParaRPr lang="en-US" sz="1100" dirty="0">
                        <a:latin typeface="Calibri" panose="020F0502020204030204" pitchFamily="34" charset="0"/>
                      </a:endParaRPr>
                    </a:p>
                  </a:txBody>
                  <a:tcPr marL="162560" marR="162560"/>
                </a:tc>
                <a:extLst>
                  <a:ext uri="{0D108BD9-81ED-4DB2-BD59-A6C34878D82A}">
                    <a16:rowId xmlns:a16="http://schemas.microsoft.com/office/drawing/2014/main" val="10003"/>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3332740266"/>
              </p:ext>
            </p:extLst>
          </p:nvPr>
        </p:nvGraphicFramePr>
        <p:xfrm>
          <a:off x="6089263" y="4267201"/>
          <a:ext cx="5817411" cy="2068171"/>
        </p:xfrm>
        <a:graphic>
          <a:graphicData uri="http://schemas.openxmlformats.org/drawingml/2006/table">
            <a:tbl>
              <a:tblPr firstRow="1" bandRow="1">
                <a:tableStyleId>{5FD0F851-EC5A-4D38-B0AD-8093EC10F338}</a:tableStyleId>
              </a:tblPr>
              <a:tblGrid>
                <a:gridCol w="2464087">
                  <a:extLst>
                    <a:ext uri="{9D8B030D-6E8A-4147-A177-3AD203B41FA5}">
                      <a16:colId xmlns:a16="http://schemas.microsoft.com/office/drawing/2014/main" val="20000"/>
                    </a:ext>
                  </a:extLst>
                </a:gridCol>
                <a:gridCol w="3353324">
                  <a:extLst>
                    <a:ext uri="{9D8B030D-6E8A-4147-A177-3AD203B41FA5}">
                      <a16:colId xmlns:a16="http://schemas.microsoft.com/office/drawing/2014/main" val="20001"/>
                    </a:ext>
                  </a:extLst>
                </a:gridCol>
              </a:tblGrid>
              <a:tr h="250085">
                <a:tc>
                  <a:txBody>
                    <a:bodyPr/>
                    <a:lstStyle/>
                    <a:p>
                      <a:r>
                        <a:rPr lang="en-US" sz="1100" dirty="0"/>
                        <a:t>RCA Category</a:t>
                      </a:r>
                      <a:endParaRPr lang="en-US" sz="1100" dirty="0">
                        <a:latin typeface="Calibri" panose="020F0502020204030204" pitchFamily="34" charset="0"/>
                      </a:endParaRPr>
                    </a:p>
                  </a:txBody>
                  <a:tcPr marL="162560" marR="162560"/>
                </a:tc>
                <a:tc>
                  <a:txBody>
                    <a:bodyPr/>
                    <a:lstStyle/>
                    <a:p>
                      <a:r>
                        <a:rPr lang="en-US" sz="1100" dirty="0"/>
                        <a:t>RCA Component</a:t>
                      </a:r>
                      <a:endParaRPr lang="en-US" sz="1100" dirty="0">
                        <a:latin typeface="Calibri" panose="020F0502020204030204" pitchFamily="34" charset="0"/>
                      </a:endParaRPr>
                    </a:p>
                  </a:txBody>
                  <a:tcPr marL="162560" marR="162560"/>
                </a:tc>
                <a:extLst>
                  <a:ext uri="{0D108BD9-81ED-4DB2-BD59-A6C34878D82A}">
                    <a16:rowId xmlns:a16="http://schemas.microsoft.com/office/drawing/2014/main" val="10000"/>
                  </a:ext>
                </a:extLst>
              </a:tr>
              <a:tr h="250085">
                <a:tc>
                  <a:txBody>
                    <a:bodyPr/>
                    <a:lstStyle/>
                    <a:p>
                      <a:r>
                        <a:rPr lang="en-US" sz="1100" dirty="0"/>
                        <a:t>Data</a:t>
                      </a:r>
                      <a:endParaRPr lang="en-US" sz="1100" dirty="0">
                        <a:latin typeface="Calibri" panose="020F0502020204030204" pitchFamily="34" charset="0"/>
                      </a:endParaRPr>
                    </a:p>
                  </a:txBody>
                  <a:tcPr marL="162560" marR="162560"/>
                </a:tc>
                <a:tc>
                  <a:txBody>
                    <a:bodyPr/>
                    <a:lstStyle/>
                    <a:p>
                      <a:r>
                        <a:rPr lang="en-US" sz="1100" dirty="0"/>
                        <a:t>Input Test Data</a:t>
                      </a:r>
                      <a:endParaRPr lang="en-US" sz="1100" dirty="0">
                        <a:latin typeface="Calibri" panose="020F0502020204030204" pitchFamily="34" charset="0"/>
                      </a:endParaRPr>
                    </a:p>
                  </a:txBody>
                  <a:tcPr marL="162560" marR="162560"/>
                </a:tc>
                <a:extLst>
                  <a:ext uri="{0D108BD9-81ED-4DB2-BD59-A6C34878D82A}">
                    <a16:rowId xmlns:a16="http://schemas.microsoft.com/office/drawing/2014/main" val="10001"/>
                  </a:ext>
                </a:extLst>
              </a:tr>
              <a:tr h="411905">
                <a:tc>
                  <a:txBody>
                    <a:bodyPr/>
                    <a:lstStyle/>
                    <a:p>
                      <a:r>
                        <a:rPr lang="en-US" sz="1100" dirty="0"/>
                        <a:t>Environment</a:t>
                      </a:r>
                      <a:endParaRPr lang="en-US" sz="1100" dirty="0">
                        <a:latin typeface="Calibri" panose="020F0502020204030204" pitchFamily="34" charset="0"/>
                      </a:endParaRPr>
                    </a:p>
                  </a:txBody>
                  <a:tcPr marL="162560" marR="162560"/>
                </a:tc>
                <a:tc>
                  <a:txBody>
                    <a:bodyPr/>
                    <a:lstStyle/>
                    <a:p>
                      <a:r>
                        <a:rPr lang="en-US" sz="1100" dirty="0"/>
                        <a:t>Upgrades</a:t>
                      </a:r>
                      <a:r>
                        <a:rPr lang="en-US" sz="1100" baseline="0" dirty="0"/>
                        <a:t>;</a:t>
                      </a:r>
                    </a:p>
                    <a:p>
                      <a:r>
                        <a:rPr lang="en-US" sz="1100" baseline="0" dirty="0"/>
                        <a:t>Connectivity</a:t>
                      </a:r>
                      <a:endParaRPr lang="en-US" sz="1100" dirty="0">
                        <a:latin typeface="Calibri" panose="020F0502020204030204" pitchFamily="34" charset="0"/>
                      </a:endParaRPr>
                    </a:p>
                  </a:txBody>
                  <a:tcPr marL="162560" marR="162560"/>
                </a:tc>
                <a:extLst>
                  <a:ext uri="{0D108BD9-81ED-4DB2-BD59-A6C34878D82A}">
                    <a16:rowId xmlns:a16="http://schemas.microsoft.com/office/drawing/2014/main" val="10002"/>
                  </a:ext>
                </a:extLst>
              </a:tr>
              <a:tr h="696571">
                <a:tc>
                  <a:txBody>
                    <a:bodyPr/>
                    <a:lstStyle/>
                    <a:p>
                      <a:r>
                        <a:rPr lang="en-US" sz="1100" dirty="0"/>
                        <a:t>Performance Issue</a:t>
                      </a:r>
                      <a:endParaRPr lang="en-US" sz="1100" dirty="0">
                        <a:latin typeface="Calibri" panose="020F0502020204030204" pitchFamily="34" charset="0"/>
                      </a:endParaRPr>
                    </a:p>
                  </a:txBody>
                  <a:tcPr marL="162560" marR="162560"/>
                </a:tc>
                <a:tc>
                  <a:txBody>
                    <a:bodyPr/>
                    <a:lstStyle/>
                    <a:p>
                      <a:r>
                        <a:rPr lang="en-US" sz="1100" dirty="0"/>
                        <a:t>Product Configuration;</a:t>
                      </a:r>
                    </a:p>
                    <a:p>
                      <a:r>
                        <a:rPr lang="en-US" sz="1100" dirty="0"/>
                        <a:t>Product</a:t>
                      </a:r>
                      <a:r>
                        <a:rPr lang="en-US" sz="1100" baseline="0" dirty="0"/>
                        <a:t> Customization;</a:t>
                      </a:r>
                    </a:p>
                  </a:txBody>
                  <a:tcPr marL="162560" marR="162560"/>
                </a:tc>
                <a:extLst>
                  <a:ext uri="{0D108BD9-81ED-4DB2-BD59-A6C34878D82A}">
                    <a16:rowId xmlns:a16="http://schemas.microsoft.com/office/drawing/2014/main" val="10003"/>
                  </a:ext>
                </a:extLst>
              </a:tr>
              <a:tr h="411905">
                <a:tc>
                  <a:txBody>
                    <a:bodyPr/>
                    <a:lstStyle/>
                    <a:p>
                      <a:r>
                        <a:rPr lang="en-US" sz="1100" dirty="0"/>
                        <a:t>Understanding</a:t>
                      </a:r>
                      <a:r>
                        <a:rPr lang="en-US" sz="1100" baseline="0" dirty="0"/>
                        <a:t> Gap</a:t>
                      </a:r>
                      <a:endParaRPr lang="en-US" sz="1100" dirty="0">
                        <a:latin typeface="Calibri" panose="020F0502020204030204" pitchFamily="34" charset="0"/>
                      </a:endParaRPr>
                    </a:p>
                  </a:txBody>
                  <a:tcPr marL="162560" marR="162560"/>
                </a:tc>
                <a:tc>
                  <a:txBody>
                    <a:bodyPr/>
                    <a:lstStyle/>
                    <a:p>
                      <a:r>
                        <a:rPr lang="en-US" sz="1100" dirty="0"/>
                        <a:t>Incorrect Execution;</a:t>
                      </a:r>
                    </a:p>
                    <a:p>
                      <a:r>
                        <a:rPr lang="en-US" sz="1100" dirty="0"/>
                        <a:t>Requirement</a:t>
                      </a:r>
                      <a:r>
                        <a:rPr lang="en-US" sz="1100" baseline="0" dirty="0"/>
                        <a:t> Understanding</a:t>
                      </a:r>
                      <a:endParaRPr lang="en-US" sz="1100" dirty="0">
                        <a:latin typeface="Calibri" panose="020F0502020204030204" pitchFamily="34" charset="0"/>
                      </a:endParaRPr>
                    </a:p>
                  </a:txBody>
                  <a:tcPr marL="162560" marR="162560"/>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256193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pPr lvl="0" defTabSz="711200">
              <a:spcAft>
                <a:spcPct val="35000"/>
              </a:spcAft>
            </a:pPr>
            <a:r>
              <a:rPr lang="en-US" dirty="0"/>
              <a:t>Step 5</a:t>
            </a:r>
            <a:br>
              <a:rPr lang="en-US" dirty="0"/>
            </a:br>
            <a:r>
              <a:rPr lang="en-US" sz="4800" dirty="0"/>
              <a:t>Setting Up Reporting Structure</a:t>
            </a:r>
          </a:p>
        </p:txBody>
      </p:sp>
    </p:spTree>
    <p:extLst>
      <p:ext uri="{BB962C8B-B14F-4D97-AF65-F5344CB8AC3E}">
        <p14:creationId xmlns:p14="http://schemas.microsoft.com/office/powerpoint/2010/main" val="28103534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a:spLocks/>
          </p:cNvSpPr>
          <p:nvPr/>
        </p:nvSpPr>
        <p:spPr bwMode="auto">
          <a:xfrm>
            <a:off x="346328" y="457201"/>
            <a:ext cx="12048873"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6AB2"/>
                </a:solidFill>
                <a:latin typeface="Trebuchet MS" pitchFamily="34" charset="0"/>
              </a:rPr>
              <a:t>Governance Structure – Genpact and Morgan Stanley</a:t>
            </a:r>
            <a:endParaRPr lang="en-IN" sz="2000" dirty="0">
              <a:solidFill>
                <a:srgbClr val="006AB2"/>
              </a:solidFill>
              <a:latin typeface="Trebuchet MS" pitchFamily="34" charset="0"/>
            </a:endParaRPr>
          </a:p>
        </p:txBody>
      </p:sp>
      <p:sp>
        <p:nvSpPr>
          <p:cNvPr id="4" name="Freeform 4"/>
          <p:cNvSpPr>
            <a:spLocks/>
          </p:cNvSpPr>
          <p:nvPr/>
        </p:nvSpPr>
        <p:spPr bwMode="auto">
          <a:xfrm>
            <a:off x="3657600" y="1571010"/>
            <a:ext cx="3204021" cy="4579171"/>
          </a:xfrm>
          <a:custGeom>
            <a:avLst/>
            <a:gdLst>
              <a:gd name="T0" fmla="*/ 0 w 2496"/>
              <a:gd name="T1" fmla="*/ 2147483647 h 3840"/>
              <a:gd name="T2" fmla="*/ 2147483647 w 2496"/>
              <a:gd name="T3" fmla="*/ 0 h 3840"/>
              <a:gd name="T4" fmla="*/ 2147483647 w 2496"/>
              <a:gd name="T5" fmla="*/ 2147483647 h 3840"/>
              <a:gd name="T6" fmla="*/ 0 w 2496"/>
              <a:gd name="T7" fmla="*/ 2147483647 h 3840"/>
              <a:gd name="T8" fmla="*/ 0 60000 65536"/>
              <a:gd name="T9" fmla="*/ 0 60000 65536"/>
              <a:gd name="T10" fmla="*/ 0 60000 65536"/>
              <a:gd name="T11" fmla="*/ 0 60000 65536"/>
              <a:gd name="T12" fmla="*/ 0 w 2496"/>
              <a:gd name="T13" fmla="*/ 0 h 3840"/>
              <a:gd name="T14" fmla="*/ 2496 w 2496"/>
              <a:gd name="T15" fmla="*/ 3840 h 3840"/>
            </a:gdLst>
            <a:ahLst/>
            <a:cxnLst>
              <a:cxn ang="T8">
                <a:pos x="T0" y="T1"/>
              </a:cxn>
              <a:cxn ang="T9">
                <a:pos x="T2" y="T3"/>
              </a:cxn>
              <a:cxn ang="T10">
                <a:pos x="T4" y="T5"/>
              </a:cxn>
              <a:cxn ang="T11">
                <a:pos x="T6" y="T7"/>
              </a:cxn>
            </a:cxnLst>
            <a:rect l="T12" t="T13" r="T14" b="T15"/>
            <a:pathLst>
              <a:path w="2496" h="3840">
                <a:moveTo>
                  <a:pt x="0" y="3840"/>
                </a:moveTo>
                <a:lnTo>
                  <a:pt x="1200" y="0"/>
                </a:lnTo>
                <a:lnTo>
                  <a:pt x="2496" y="3840"/>
                </a:lnTo>
                <a:lnTo>
                  <a:pt x="0" y="3840"/>
                </a:lnTo>
                <a:close/>
              </a:path>
            </a:pathLst>
          </a:custGeom>
          <a:solidFill>
            <a:schemeClr val="bg2">
              <a:lumMod val="75000"/>
            </a:schemeClr>
          </a:solidFill>
          <a:ln w="9525">
            <a:solidFill>
              <a:srgbClr val="0069AA"/>
            </a:solidFill>
            <a:round/>
            <a:headEnd/>
            <a:tailEnd/>
          </a:ln>
        </p:spPr>
        <p:txBody>
          <a:bodyPr lIns="27432" tIns="18000" rIns="28800" bIns="18288"/>
          <a:lstStyle/>
          <a:p>
            <a:endParaRPr lang="en-US" dirty="0">
              <a:solidFill>
                <a:srgbClr val="414141"/>
              </a:solidFill>
              <a:latin typeface="Calibri" panose="020F0502020204030204" pitchFamily="34" charset="0"/>
              <a:ea typeface="ＭＳ Ｐゴシック"/>
            </a:endParaRPr>
          </a:p>
        </p:txBody>
      </p:sp>
      <p:sp>
        <p:nvSpPr>
          <p:cNvPr id="5" name="Oval 5"/>
          <p:cNvSpPr>
            <a:spLocks noChangeArrowheads="1"/>
          </p:cNvSpPr>
          <p:nvPr/>
        </p:nvSpPr>
        <p:spPr bwMode="auto">
          <a:xfrm>
            <a:off x="3991851" y="3886386"/>
            <a:ext cx="2510549" cy="1752415"/>
          </a:xfrm>
          <a:prstGeom prst="ellipse">
            <a:avLst/>
          </a:prstGeom>
          <a:solidFill>
            <a:srgbClr val="FFFFFF"/>
          </a:solidFill>
          <a:ln w="9525" algn="ctr">
            <a:noFill/>
            <a:round/>
            <a:headEnd/>
            <a:tailEnd/>
          </a:ln>
        </p:spPr>
        <p:txBody>
          <a:bodyPr/>
          <a:lstStyle/>
          <a:p>
            <a:pPr defTabSz="457200" eaLnBrk="0" hangingPunct="0">
              <a:defRPr/>
            </a:pPr>
            <a:endParaRPr lang="en-GB" sz="2800" kern="0" dirty="0">
              <a:solidFill>
                <a:srgbClr val="FFFFFF"/>
              </a:solidFill>
              <a:latin typeface="Calibri" panose="020F0502020204030204" pitchFamily="34" charset="0"/>
              <a:ea typeface="ＭＳ Ｐゴシック"/>
            </a:endParaRPr>
          </a:p>
        </p:txBody>
      </p:sp>
      <p:sp>
        <p:nvSpPr>
          <p:cNvPr id="6" name="Oval 6"/>
          <p:cNvSpPr>
            <a:spLocks noChangeArrowheads="1"/>
          </p:cNvSpPr>
          <p:nvPr/>
        </p:nvSpPr>
        <p:spPr bwMode="auto">
          <a:xfrm>
            <a:off x="4092840" y="3997149"/>
            <a:ext cx="2306763" cy="1522730"/>
          </a:xfrm>
          <a:prstGeom prst="ellipse">
            <a:avLst/>
          </a:prstGeom>
          <a:solidFill>
            <a:schemeClr val="bg2">
              <a:lumMod val="60000"/>
              <a:lumOff val="40000"/>
            </a:schemeClr>
          </a:solidFill>
          <a:ln w="9525" algn="ctr">
            <a:noFill/>
            <a:round/>
            <a:headEnd/>
            <a:tailEnd/>
          </a:ln>
        </p:spPr>
        <p:txBody>
          <a:bodyPr wrap="none" anchor="ctr"/>
          <a:lstStyle/>
          <a:p>
            <a:pPr defTabSz="457200" eaLnBrk="0" hangingPunct="0">
              <a:defRPr/>
            </a:pPr>
            <a:endParaRPr lang="en-GB" sz="2800" kern="0" dirty="0">
              <a:solidFill>
                <a:srgbClr val="FFFFFF"/>
              </a:solidFill>
              <a:latin typeface="Calibri" panose="020F0502020204030204" pitchFamily="34" charset="0"/>
              <a:ea typeface="ＭＳ Ｐゴシック"/>
            </a:endParaRPr>
          </a:p>
        </p:txBody>
      </p:sp>
      <p:sp>
        <p:nvSpPr>
          <p:cNvPr id="7" name="Text Box 7"/>
          <p:cNvSpPr txBox="1">
            <a:spLocks noChangeArrowheads="1"/>
          </p:cNvSpPr>
          <p:nvPr/>
        </p:nvSpPr>
        <p:spPr bwMode="auto">
          <a:xfrm>
            <a:off x="4204314" y="4515224"/>
            <a:ext cx="2063348" cy="369326"/>
          </a:xfrm>
          <a:prstGeom prst="rect">
            <a:avLst/>
          </a:prstGeom>
          <a:noFill/>
          <a:ln w="12700">
            <a:noFill/>
            <a:miter lim="800000"/>
            <a:headEnd/>
            <a:tailEnd/>
          </a:ln>
        </p:spPr>
        <p:txBody>
          <a:bodyPr wrap="square" lIns="91434" tIns="45717" rIns="91434" bIns="45717">
            <a:spAutoFit/>
          </a:bodyPr>
          <a:lstStyle/>
          <a:p>
            <a:pPr algn="ctr" defTabSz="457200">
              <a:spcBef>
                <a:spcPct val="50000"/>
              </a:spcBef>
            </a:pPr>
            <a:r>
              <a:rPr lang="en-US" b="1" dirty="0">
                <a:solidFill>
                  <a:srgbClr val="1D1D1B"/>
                </a:solidFill>
                <a:latin typeface="Calibri" panose="020F0502020204030204" pitchFamily="34" charset="0"/>
                <a:ea typeface="ＭＳ Ｐゴシック"/>
              </a:rPr>
              <a:t>Level 1</a:t>
            </a:r>
          </a:p>
        </p:txBody>
      </p:sp>
      <p:sp>
        <p:nvSpPr>
          <p:cNvPr id="8" name="Oval 8"/>
          <p:cNvSpPr>
            <a:spLocks noChangeArrowheads="1"/>
          </p:cNvSpPr>
          <p:nvPr/>
        </p:nvSpPr>
        <p:spPr bwMode="auto">
          <a:xfrm>
            <a:off x="4585907" y="2483018"/>
            <a:ext cx="1242484" cy="915987"/>
          </a:xfrm>
          <a:prstGeom prst="ellipse">
            <a:avLst/>
          </a:prstGeom>
          <a:solidFill>
            <a:srgbClr val="FFFFFF"/>
          </a:solidFill>
          <a:ln w="9525" algn="ctr">
            <a:noFill/>
            <a:round/>
            <a:headEnd/>
            <a:tailEnd/>
          </a:ln>
        </p:spPr>
        <p:txBody>
          <a:bodyPr/>
          <a:lstStyle/>
          <a:p>
            <a:pPr defTabSz="457200" eaLnBrk="0" hangingPunct="0">
              <a:defRPr/>
            </a:pPr>
            <a:endParaRPr lang="en-GB" sz="2800" kern="0" dirty="0">
              <a:solidFill>
                <a:srgbClr val="FFFFFF"/>
              </a:solidFill>
              <a:latin typeface="Calibri" panose="020F0502020204030204" pitchFamily="34" charset="0"/>
              <a:ea typeface="ＭＳ Ｐゴシック"/>
            </a:endParaRPr>
          </a:p>
        </p:txBody>
      </p:sp>
      <p:sp>
        <p:nvSpPr>
          <p:cNvPr id="9" name="Oval 9"/>
          <p:cNvSpPr>
            <a:spLocks noChangeArrowheads="1"/>
          </p:cNvSpPr>
          <p:nvPr/>
        </p:nvSpPr>
        <p:spPr bwMode="auto">
          <a:xfrm>
            <a:off x="4662107" y="2570329"/>
            <a:ext cx="1090084" cy="736600"/>
          </a:xfrm>
          <a:prstGeom prst="ellipse">
            <a:avLst/>
          </a:prstGeom>
          <a:solidFill>
            <a:schemeClr val="bg2">
              <a:lumMod val="60000"/>
              <a:lumOff val="40000"/>
            </a:schemeClr>
          </a:solidFill>
          <a:ln w="9525" algn="ctr">
            <a:noFill/>
            <a:round/>
            <a:headEnd/>
            <a:tailEnd/>
          </a:ln>
        </p:spPr>
        <p:txBody>
          <a:bodyPr wrap="none" anchor="ctr"/>
          <a:lstStyle/>
          <a:p>
            <a:pPr defTabSz="457200" eaLnBrk="0" hangingPunct="0">
              <a:defRPr/>
            </a:pPr>
            <a:endParaRPr lang="en-GB" sz="2800" kern="0" dirty="0">
              <a:solidFill>
                <a:srgbClr val="D57E27"/>
              </a:solidFill>
              <a:latin typeface="Calibri" panose="020F0502020204030204" pitchFamily="34" charset="0"/>
              <a:ea typeface="ＭＳ Ｐゴシック"/>
            </a:endParaRPr>
          </a:p>
        </p:txBody>
      </p:sp>
      <p:sp>
        <p:nvSpPr>
          <p:cNvPr id="10" name="Text Box 10"/>
          <p:cNvSpPr txBox="1">
            <a:spLocks noChangeArrowheads="1"/>
          </p:cNvSpPr>
          <p:nvPr/>
        </p:nvSpPr>
        <p:spPr bwMode="auto">
          <a:xfrm>
            <a:off x="4647291" y="2765593"/>
            <a:ext cx="1119716" cy="307771"/>
          </a:xfrm>
          <a:prstGeom prst="rect">
            <a:avLst/>
          </a:prstGeom>
          <a:noFill/>
          <a:ln w="12700">
            <a:noFill/>
            <a:miter lim="800000"/>
            <a:headEnd/>
            <a:tailEnd/>
          </a:ln>
        </p:spPr>
        <p:txBody>
          <a:bodyPr lIns="91434" tIns="45717" rIns="91434" bIns="45717">
            <a:spAutoFit/>
          </a:bodyPr>
          <a:lstStyle/>
          <a:p>
            <a:pPr algn="ctr" defTabSz="457200">
              <a:spcBef>
                <a:spcPct val="50000"/>
              </a:spcBef>
            </a:pPr>
            <a:r>
              <a:rPr lang="en-US" sz="1400" b="1" dirty="0">
                <a:solidFill>
                  <a:srgbClr val="1D1D1B"/>
                </a:solidFill>
                <a:latin typeface="Calibri" panose="020F0502020204030204" pitchFamily="34" charset="0"/>
                <a:ea typeface="ＭＳ Ｐゴシック"/>
              </a:rPr>
              <a:t>Level 2</a:t>
            </a:r>
          </a:p>
        </p:txBody>
      </p:sp>
      <p:sp>
        <p:nvSpPr>
          <p:cNvPr id="15" name="Line 15"/>
          <p:cNvSpPr>
            <a:spLocks noChangeShapeType="1"/>
          </p:cNvSpPr>
          <p:nvPr/>
        </p:nvSpPr>
        <p:spPr bwMode="auto">
          <a:xfrm flipV="1">
            <a:off x="670984" y="3472216"/>
            <a:ext cx="11521016" cy="11112"/>
          </a:xfrm>
          <a:prstGeom prst="line">
            <a:avLst/>
          </a:prstGeom>
          <a:ln>
            <a:solidFill>
              <a:schemeClr val="accent3">
                <a:lumMod val="75000"/>
              </a:schemeClr>
            </a:solidFill>
            <a:prstDash val="sysDash"/>
            <a:headEnd/>
            <a:tailEnd/>
          </a:ln>
        </p:spPr>
        <p:style>
          <a:lnRef idx="3">
            <a:schemeClr val="accent1"/>
          </a:lnRef>
          <a:fillRef idx="0">
            <a:schemeClr val="accent1"/>
          </a:fillRef>
          <a:effectRef idx="2">
            <a:schemeClr val="accent1"/>
          </a:effectRef>
          <a:fontRef idx="minor">
            <a:schemeClr val="tx1"/>
          </a:fontRef>
        </p:style>
        <p:txBody>
          <a:bodyPr/>
          <a:lstStyle/>
          <a:p>
            <a:pPr>
              <a:defRPr/>
            </a:pPr>
            <a:endParaRPr lang="en-US" kern="0" dirty="0">
              <a:solidFill>
                <a:srgbClr val="414141"/>
              </a:solidFill>
              <a:latin typeface="Calibri" panose="020F0502020204030204" pitchFamily="34" charset="0"/>
              <a:ea typeface="ＭＳ Ｐゴシック"/>
            </a:endParaRPr>
          </a:p>
        </p:txBody>
      </p:sp>
      <p:sp>
        <p:nvSpPr>
          <p:cNvPr id="16" name="Rectangle 18"/>
          <p:cNvSpPr>
            <a:spLocks noChangeArrowheads="1"/>
          </p:cNvSpPr>
          <p:nvPr/>
        </p:nvSpPr>
        <p:spPr bwMode="auto">
          <a:xfrm>
            <a:off x="447967" y="3852926"/>
            <a:ext cx="3799419" cy="307760"/>
          </a:xfrm>
          <a:prstGeom prst="rect">
            <a:avLst/>
          </a:prstGeom>
          <a:noFill/>
          <a:ln w="3175" algn="ctr">
            <a:noFill/>
            <a:miter lim="800000"/>
            <a:headEnd/>
            <a:tailEnd/>
          </a:ln>
        </p:spPr>
        <p:txBody>
          <a:bodyPr wrap="square" lIns="91424" tIns="45712" rIns="91424" bIns="45712">
            <a:spAutoFit/>
          </a:bodyPr>
          <a:lstStyle/>
          <a:p>
            <a:pPr defTabSz="457200"/>
            <a:r>
              <a:rPr lang="en-US" sz="1400" b="1" dirty="0">
                <a:solidFill>
                  <a:srgbClr val="414141"/>
                </a:solidFill>
                <a:latin typeface="Calibri" panose="020F0502020204030204" pitchFamily="34" charset="0"/>
                <a:ea typeface="ＭＳ Ｐゴシック"/>
              </a:rPr>
              <a:t>Weekly Service Delivery</a:t>
            </a:r>
          </a:p>
        </p:txBody>
      </p:sp>
      <p:sp>
        <p:nvSpPr>
          <p:cNvPr id="18" name="Rectangle 28"/>
          <p:cNvSpPr>
            <a:spLocks noChangeArrowheads="1"/>
          </p:cNvSpPr>
          <p:nvPr/>
        </p:nvSpPr>
        <p:spPr bwMode="auto">
          <a:xfrm>
            <a:off x="346329" y="4151043"/>
            <a:ext cx="4288588" cy="1133098"/>
          </a:xfrm>
          <a:prstGeom prst="rect">
            <a:avLst/>
          </a:prstGeom>
          <a:noFill/>
          <a:ln w="9525" algn="ctr">
            <a:noFill/>
            <a:miter lim="800000"/>
            <a:headEnd/>
            <a:tailEnd/>
          </a:ln>
        </p:spPr>
        <p:txBody>
          <a:bodyPr/>
          <a:lstStyle/>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Data collection for recent releases</a:t>
            </a:r>
          </a:p>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Review operational performance and Dashboard</a:t>
            </a:r>
          </a:p>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Highlighting issues / concerns </a:t>
            </a:r>
          </a:p>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Project Progress Updates</a:t>
            </a:r>
          </a:p>
        </p:txBody>
      </p:sp>
      <p:sp>
        <p:nvSpPr>
          <p:cNvPr id="19" name="Text Box 29"/>
          <p:cNvSpPr txBox="1">
            <a:spLocks noChangeArrowheads="1"/>
          </p:cNvSpPr>
          <p:nvPr/>
        </p:nvSpPr>
        <p:spPr bwMode="auto">
          <a:xfrm>
            <a:off x="6079067" y="3578429"/>
            <a:ext cx="1617133" cy="307771"/>
          </a:xfrm>
          <a:prstGeom prst="rect">
            <a:avLst/>
          </a:prstGeom>
          <a:noFill/>
          <a:ln w="12700" algn="ctr">
            <a:noFill/>
            <a:miter lim="800000"/>
            <a:headEnd/>
            <a:tailEnd/>
          </a:ln>
        </p:spPr>
        <p:txBody>
          <a:bodyPr wrap="square" lIns="91434" tIns="45717" rIns="91434" bIns="45717">
            <a:spAutoFit/>
          </a:bodyPr>
          <a:lstStyle/>
          <a:p>
            <a:pPr defTabSz="457200">
              <a:spcBef>
                <a:spcPct val="50000"/>
              </a:spcBef>
            </a:pPr>
            <a:r>
              <a:rPr lang="en-US" sz="1400" dirty="0">
                <a:solidFill>
                  <a:srgbClr val="1AA2DC">
                    <a:lumMod val="50000"/>
                  </a:srgbClr>
                </a:solidFill>
                <a:latin typeface="Calibri" panose="020F0502020204030204" pitchFamily="34" charset="0"/>
                <a:ea typeface="ＭＳ Ｐゴシック"/>
              </a:rPr>
              <a:t>(BI-Monthly)</a:t>
            </a:r>
          </a:p>
        </p:txBody>
      </p:sp>
      <p:sp>
        <p:nvSpPr>
          <p:cNvPr id="21" name="Text Box 31"/>
          <p:cNvSpPr txBox="1">
            <a:spLocks noChangeArrowheads="1"/>
          </p:cNvSpPr>
          <p:nvPr/>
        </p:nvSpPr>
        <p:spPr bwMode="auto">
          <a:xfrm>
            <a:off x="5343121" y="1596743"/>
            <a:ext cx="2055284" cy="304800"/>
          </a:xfrm>
          <a:prstGeom prst="rect">
            <a:avLst/>
          </a:prstGeom>
          <a:noFill/>
          <a:ln w="12700" algn="ctr">
            <a:noFill/>
            <a:miter lim="800000"/>
            <a:headEnd/>
            <a:tailEnd/>
          </a:ln>
        </p:spPr>
        <p:txBody>
          <a:bodyPr lIns="91434" tIns="45717" rIns="91434" bIns="45717">
            <a:spAutoFit/>
          </a:bodyPr>
          <a:lstStyle/>
          <a:p>
            <a:pPr defTabSz="457200">
              <a:spcBef>
                <a:spcPct val="50000"/>
              </a:spcBef>
            </a:pPr>
            <a:r>
              <a:rPr lang="en-US" sz="1400" dirty="0">
                <a:solidFill>
                  <a:srgbClr val="1AA2DC">
                    <a:lumMod val="50000"/>
                  </a:srgbClr>
                </a:solidFill>
                <a:latin typeface="Calibri" panose="020F0502020204030204" pitchFamily="34" charset="0"/>
                <a:ea typeface="ＭＳ Ｐゴシック"/>
              </a:rPr>
              <a:t>(Monthly)</a:t>
            </a:r>
          </a:p>
        </p:txBody>
      </p:sp>
      <p:pic>
        <p:nvPicPr>
          <p:cNvPr id="24" name="Picture 23"/>
          <p:cNvPicPr>
            <a:picLocks noChangeAspect="1"/>
          </p:cNvPicPr>
          <p:nvPr/>
        </p:nvPicPr>
        <p:blipFill>
          <a:blip r:embed="rId2" cstate="email">
            <a:biLevel thresh="75000"/>
            <a:extLst>
              <a:ext uri="{28A0092B-C50C-407E-A947-70E740481C1C}">
                <a14:useLocalDpi xmlns:a14="http://schemas.microsoft.com/office/drawing/2010/main"/>
              </a:ext>
            </a:extLst>
          </a:blip>
          <a:stretch>
            <a:fillRect/>
          </a:stretch>
        </p:blipFill>
        <p:spPr>
          <a:xfrm>
            <a:off x="7213600" y="710796"/>
            <a:ext cx="2195539" cy="299174"/>
          </a:xfrm>
          <a:prstGeom prst="rect">
            <a:avLst/>
          </a:prstGeom>
        </p:spPr>
      </p:pic>
      <p:sp>
        <p:nvSpPr>
          <p:cNvPr id="28" name="Rectangle 17"/>
          <p:cNvSpPr>
            <a:spLocks noChangeArrowheads="1"/>
          </p:cNvSpPr>
          <p:nvPr/>
        </p:nvSpPr>
        <p:spPr bwMode="auto">
          <a:xfrm>
            <a:off x="419828" y="1568617"/>
            <a:ext cx="3510691" cy="307760"/>
          </a:xfrm>
          <a:prstGeom prst="rect">
            <a:avLst/>
          </a:prstGeom>
          <a:noFill/>
          <a:ln w="3175" algn="ctr">
            <a:noFill/>
            <a:miter lim="800000"/>
            <a:headEnd/>
            <a:tailEnd/>
          </a:ln>
        </p:spPr>
        <p:txBody>
          <a:bodyPr wrap="square" lIns="91424" tIns="45712" rIns="91424" bIns="45712">
            <a:spAutoFit/>
          </a:bodyPr>
          <a:lstStyle/>
          <a:p>
            <a:pPr defTabSz="457200"/>
            <a:r>
              <a:rPr lang="en-US" sz="1400" b="1" dirty="0">
                <a:solidFill>
                  <a:srgbClr val="414141"/>
                </a:solidFill>
                <a:latin typeface="Calibri" panose="020F0502020204030204" pitchFamily="34" charset="0"/>
                <a:ea typeface="ＭＳ Ｐゴシック"/>
              </a:rPr>
              <a:t>Monthly Management Review</a:t>
            </a:r>
          </a:p>
        </p:txBody>
      </p:sp>
      <p:sp>
        <p:nvSpPr>
          <p:cNvPr id="31" name="Rectangle 28"/>
          <p:cNvSpPr>
            <a:spLocks noChangeArrowheads="1"/>
          </p:cNvSpPr>
          <p:nvPr/>
        </p:nvSpPr>
        <p:spPr bwMode="auto">
          <a:xfrm>
            <a:off x="364801" y="1901543"/>
            <a:ext cx="4177564" cy="1061610"/>
          </a:xfrm>
          <a:prstGeom prst="rect">
            <a:avLst/>
          </a:prstGeom>
          <a:noFill/>
          <a:ln w="9525" algn="ctr">
            <a:noFill/>
            <a:miter lim="800000"/>
            <a:headEnd/>
            <a:tailEnd/>
          </a:ln>
        </p:spPr>
        <p:txBody>
          <a:bodyPr/>
          <a:lstStyle/>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Review progress against agreed priorities</a:t>
            </a:r>
          </a:p>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Data Analysis for current releases </a:t>
            </a:r>
          </a:p>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Review operational performance and Dashboard</a:t>
            </a:r>
          </a:p>
          <a:p>
            <a:pPr marL="282575" indent="-171450">
              <a:buClr>
                <a:srgbClr val="1AA2DC">
                  <a:lumMod val="75000"/>
                </a:srgbClr>
              </a:buClr>
              <a:buSzPct val="130000"/>
              <a:buFont typeface="Arial" pitchFamily="34" charset="0"/>
              <a:buChar char="•"/>
              <a:tabLst>
                <a:tab pos="3541713" algn="r"/>
                <a:tab pos="4746625" algn="r"/>
                <a:tab pos="6053138" algn="r"/>
              </a:tabLst>
              <a:defRPr/>
            </a:pPr>
            <a:r>
              <a:rPr lang="en-US" sz="1200" dirty="0">
                <a:solidFill>
                  <a:srgbClr val="414141"/>
                </a:solidFill>
                <a:latin typeface="Calibri" panose="020F0502020204030204" pitchFamily="34" charset="0"/>
                <a:ea typeface="ＭＳ Ｐゴシック"/>
              </a:rPr>
              <a:t>Genpact will work with MS team to drive best practices/benchmarking</a:t>
            </a:r>
          </a:p>
        </p:txBody>
      </p:sp>
      <p:sp>
        <p:nvSpPr>
          <p:cNvPr id="2" name="Rectangle 1"/>
          <p:cNvSpPr/>
          <p:nvPr/>
        </p:nvSpPr>
        <p:spPr>
          <a:xfrm>
            <a:off x="7064822" y="1068602"/>
            <a:ext cx="2470149" cy="2207791"/>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defTabSz="457200">
              <a:defRPr/>
            </a:pPr>
            <a:r>
              <a:rPr lang="en-US" sz="1200" b="1" kern="0" dirty="0">
                <a:solidFill>
                  <a:schemeClr val="tx1"/>
                </a:solidFill>
                <a:latin typeface="Calibri" panose="020F0502020204030204" pitchFamily="34" charset="0"/>
                <a:ea typeface="ＭＳ Ｐゴシック"/>
              </a:rPr>
              <a:t>Yogesh Gambhir</a:t>
            </a:r>
          </a:p>
          <a:p>
            <a:r>
              <a:rPr lang="en-US" sz="1200" b="1" kern="0" dirty="0">
                <a:solidFill>
                  <a:schemeClr val="tx1"/>
                </a:solidFill>
                <a:latin typeface="Calibri" panose="020F0502020204030204" pitchFamily="34" charset="0"/>
                <a:ea typeface="ＭＳ Ｐゴシック"/>
              </a:rPr>
              <a:t>Assistant Vice President, Operations </a:t>
            </a:r>
          </a:p>
          <a:p>
            <a:pPr defTabSz="457200">
              <a:defRPr/>
            </a:pPr>
            <a:endParaRPr lang="en-US" sz="1200" b="1" kern="0" dirty="0">
              <a:solidFill>
                <a:schemeClr val="tx1"/>
              </a:solidFill>
              <a:latin typeface="Calibri" panose="020F0502020204030204" pitchFamily="34" charset="0"/>
              <a:ea typeface="ＭＳ Ｐゴシック"/>
            </a:endParaRPr>
          </a:p>
          <a:p>
            <a:pPr defTabSz="457200">
              <a:defRPr/>
            </a:pPr>
            <a:endParaRPr lang="en-US" sz="1200" b="1" kern="0" dirty="0">
              <a:solidFill>
                <a:schemeClr val="tx1"/>
              </a:solidFill>
              <a:latin typeface="Calibri" panose="020F0502020204030204" pitchFamily="34" charset="0"/>
              <a:ea typeface="ＭＳ Ｐゴシック"/>
            </a:endParaRPr>
          </a:p>
          <a:p>
            <a:pPr defTabSz="457200">
              <a:defRPr/>
            </a:pPr>
            <a:r>
              <a:rPr lang="en-US" sz="1200" b="1" kern="0" dirty="0">
                <a:solidFill>
                  <a:schemeClr val="tx1"/>
                </a:solidFill>
                <a:latin typeface="Calibri" panose="020F0502020204030204" pitchFamily="34" charset="0"/>
                <a:ea typeface="ＭＳ Ｐゴシック"/>
              </a:rPr>
              <a:t>Savita Shekhawat</a:t>
            </a:r>
          </a:p>
          <a:p>
            <a:pPr defTabSz="457200">
              <a:defRPr/>
            </a:pPr>
            <a:r>
              <a:rPr lang="en-US" sz="1200" b="1" kern="0" dirty="0">
                <a:solidFill>
                  <a:schemeClr val="tx1"/>
                </a:solidFill>
                <a:latin typeface="Calibri" panose="020F0502020204030204" pitchFamily="34" charset="0"/>
                <a:ea typeface="ＭＳ Ｐゴシック"/>
              </a:rPr>
              <a:t>Project Leader</a:t>
            </a:r>
          </a:p>
        </p:txBody>
      </p:sp>
      <p:sp>
        <p:nvSpPr>
          <p:cNvPr id="37" name="Rectangle 36"/>
          <p:cNvSpPr/>
          <p:nvPr/>
        </p:nvSpPr>
        <p:spPr>
          <a:xfrm>
            <a:off x="6999616" y="4150776"/>
            <a:ext cx="2470149" cy="1999405"/>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defTabSz="457200">
              <a:defRPr/>
            </a:pPr>
            <a:r>
              <a:rPr lang="en-US" sz="1400" b="1" kern="0" dirty="0">
                <a:solidFill>
                  <a:schemeClr val="tx1"/>
                </a:solidFill>
                <a:latin typeface="Calibri" panose="020F0502020204030204" pitchFamily="34" charset="0"/>
                <a:ea typeface="ＭＳ Ｐゴシック"/>
              </a:rPr>
              <a:t>Venkatesan Somanathan</a:t>
            </a:r>
          </a:p>
          <a:p>
            <a:pPr defTabSz="457200">
              <a:defRPr/>
            </a:pPr>
            <a:r>
              <a:rPr lang="en-US" sz="1100" b="1" i="1" kern="0" dirty="0">
                <a:solidFill>
                  <a:schemeClr val="tx1"/>
                </a:solidFill>
                <a:latin typeface="Calibri" panose="020F0502020204030204" pitchFamily="34" charset="0"/>
                <a:ea typeface="ＭＳ Ｐゴシック"/>
              </a:rPr>
              <a:t>Project Leader</a:t>
            </a:r>
          </a:p>
          <a:p>
            <a:pPr defTabSz="457200">
              <a:defRPr/>
            </a:pPr>
            <a:endParaRPr lang="en-US" sz="1100" b="1" i="1" kern="0" dirty="0">
              <a:solidFill>
                <a:schemeClr val="tx1"/>
              </a:solidFill>
              <a:latin typeface="Calibri" panose="020F0502020204030204" pitchFamily="34" charset="0"/>
              <a:ea typeface="ＭＳ Ｐゴシック"/>
            </a:endParaRPr>
          </a:p>
          <a:p>
            <a:pPr defTabSz="457200">
              <a:defRPr/>
            </a:pPr>
            <a:r>
              <a:rPr lang="en-US" sz="1400" b="1" kern="0" dirty="0">
                <a:solidFill>
                  <a:schemeClr val="tx1"/>
                </a:solidFill>
                <a:latin typeface="Calibri" panose="020F0502020204030204" pitchFamily="34" charset="0"/>
                <a:ea typeface="ＭＳ Ｐゴシック"/>
              </a:rPr>
              <a:t>Sureshkumar Nemidoss</a:t>
            </a:r>
          </a:p>
          <a:p>
            <a:pPr defTabSz="457200">
              <a:defRPr/>
            </a:pPr>
            <a:r>
              <a:rPr lang="en-US" sz="1100" b="1" i="1" kern="0" dirty="0">
                <a:solidFill>
                  <a:schemeClr val="tx1"/>
                </a:solidFill>
                <a:latin typeface="Calibri" panose="020F0502020204030204" pitchFamily="34" charset="0"/>
                <a:ea typeface="ＭＳ Ｐゴシック"/>
              </a:rPr>
              <a:t>Project Team</a:t>
            </a:r>
          </a:p>
        </p:txBody>
      </p:sp>
      <p:sp>
        <p:nvSpPr>
          <p:cNvPr id="29" name="Rectangle 28"/>
          <p:cNvSpPr/>
          <p:nvPr/>
        </p:nvSpPr>
        <p:spPr>
          <a:xfrm>
            <a:off x="9644591" y="4151043"/>
            <a:ext cx="2470149" cy="1999138"/>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defRPr/>
            </a:pPr>
            <a:r>
              <a:rPr lang="en-US" sz="1400" dirty="0">
                <a:latin typeface="Calibri" panose="020F0502020204030204" pitchFamily="34" charset="0"/>
              </a:rPr>
              <a:t>Savita Shekhawat</a:t>
            </a:r>
          </a:p>
          <a:p>
            <a:pPr defTabSz="457200">
              <a:defRPr/>
            </a:pPr>
            <a:endParaRPr lang="en-US" sz="1000" dirty="0">
              <a:solidFill>
                <a:schemeClr val="tx1"/>
              </a:solidFill>
              <a:latin typeface="Calibri" panose="020F0502020204030204" pitchFamily="34" charset="0"/>
            </a:endParaRPr>
          </a:p>
        </p:txBody>
      </p:sp>
      <p:sp>
        <p:nvSpPr>
          <p:cNvPr id="11" name="TextBox 10"/>
          <p:cNvSpPr txBox="1"/>
          <p:nvPr/>
        </p:nvSpPr>
        <p:spPr>
          <a:xfrm>
            <a:off x="7484176" y="3650222"/>
            <a:ext cx="1415772"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en-US" b="1" dirty="0"/>
              <a:t>LDT Team</a:t>
            </a:r>
          </a:p>
        </p:txBody>
      </p:sp>
      <p:sp>
        <p:nvSpPr>
          <p:cNvPr id="25" name="TextBox 24"/>
          <p:cNvSpPr txBox="1"/>
          <p:nvPr/>
        </p:nvSpPr>
        <p:spPr>
          <a:xfrm>
            <a:off x="9935935" y="3669268"/>
            <a:ext cx="1366080" cy="369332"/>
          </a:xfrm>
          <a:prstGeom prst="rect">
            <a:avLst/>
          </a:prstGeom>
        </p:spPr>
        <p:style>
          <a:lnRef idx="2">
            <a:schemeClr val="dk1">
              <a:shade val="50000"/>
            </a:schemeClr>
          </a:lnRef>
          <a:fillRef idx="1">
            <a:schemeClr val="dk1"/>
          </a:fillRef>
          <a:effectRef idx="0">
            <a:schemeClr val="dk1"/>
          </a:effectRef>
          <a:fontRef idx="minor">
            <a:schemeClr val="lt1"/>
          </a:fontRef>
        </p:style>
        <p:txBody>
          <a:bodyPr wrap="none" rtlCol="0">
            <a:spAutoFit/>
          </a:bodyPr>
          <a:lstStyle/>
          <a:p>
            <a:r>
              <a:rPr lang="en-US" b="1" dirty="0"/>
              <a:t>Ops Team</a:t>
            </a:r>
          </a:p>
        </p:txBody>
      </p:sp>
    </p:spTree>
    <p:extLst>
      <p:ext uri="{BB962C8B-B14F-4D97-AF65-F5344CB8AC3E}">
        <p14:creationId xmlns:p14="http://schemas.microsoft.com/office/powerpoint/2010/main" val="40260537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pPr lvl="0"/>
            <a:r>
              <a:rPr lang="en-US" dirty="0"/>
              <a:t>Step 6</a:t>
            </a:r>
            <a:br>
              <a:rPr lang="en-US" dirty="0"/>
            </a:br>
            <a:r>
              <a:rPr lang="en-US" sz="4800" dirty="0"/>
              <a:t>Visual Management Standardization</a:t>
            </a:r>
          </a:p>
        </p:txBody>
      </p:sp>
    </p:spTree>
    <p:extLst>
      <p:ext uri="{BB962C8B-B14F-4D97-AF65-F5344CB8AC3E}">
        <p14:creationId xmlns:p14="http://schemas.microsoft.com/office/powerpoint/2010/main" val="7121751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1"/>
          </p:nvPr>
        </p:nvSpPr>
        <p:spPr>
          <a:xfrm>
            <a:off x="318505" y="236689"/>
            <a:ext cx="7235456" cy="533400"/>
          </a:xfrm>
        </p:spPr>
        <p:txBody>
          <a:bodyPr/>
          <a:lstStyle/>
          <a:p>
            <a:r>
              <a:rPr lang="en-US" sz="2800" dirty="0"/>
              <a:t>Structure of Defect Report</a:t>
            </a:r>
          </a:p>
        </p:txBody>
      </p:sp>
      <p:sp>
        <p:nvSpPr>
          <p:cNvPr id="13" name="Rectangle 12"/>
          <p:cNvSpPr/>
          <p:nvPr/>
        </p:nvSpPr>
        <p:spPr>
          <a:xfrm>
            <a:off x="4168969" y="699790"/>
            <a:ext cx="3570972" cy="500514"/>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solidFill>
                  <a:schemeClr val="tx1"/>
                </a:solidFill>
              </a:rPr>
              <a:t>Filters Used in the Report</a:t>
            </a:r>
          </a:p>
        </p:txBody>
      </p:sp>
      <p:pic>
        <p:nvPicPr>
          <p:cNvPr id="2" name="Picture 1">
            <a:extLst>
              <a:ext uri="{FF2B5EF4-FFF2-40B4-BE49-F238E27FC236}">
                <a16:creationId xmlns:a16="http://schemas.microsoft.com/office/drawing/2014/main" id="{68179BD6-4203-443B-BFE8-A742A9F779B6}"/>
              </a:ext>
            </a:extLst>
          </p:cNvPr>
          <p:cNvPicPr>
            <a:picLocks noChangeAspect="1"/>
          </p:cNvPicPr>
          <p:nvPr/>
        </p:nvPicPr>
        <p:blipFill>
          <a:blip r:embed="rId2"/>
          <a:stretch>
            <a:fillRect/>
          </a:stretch>
        </p:blipFill>
        <p:spPr>
          <a:xfrm>
            <a:off x="457200" y="1371600"/>
            <a:ext cx="11306175" cy="5029200"/>
          </a:xfrm>
          <a:prstGeom prst="rect">
            <a:avLst/>
          </a:prstGeom>
        </p:spPr>
      </p:pic>
    </p:spTree>
    <p:extLst>
      <p:ext uri="{BB962C8B-B14F-4D97-AF65-F5344CB8AC3E}">
        <p14:creationId xmlns:p14="http://schemas.microsoft.com/office/powerpoint/2010/main" val="39672325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pPr lvl="0" defTabSz="711200">
              <a:spcAft>
                <a:spcPct val="35000"/>
              </a:spcAft>
            </a:pPr>
            <a:r>
              <a:rPr lang="en-US" dirty="0"/>
              <a:t>Step 7</a:t>
            </a:r>
            <a:br>
              <a:rPr lang="en-US" dirty="0"/>
            </a:br>
            <a:r>
              <a:rPr lang="en-US" sz="4800" dirty="0"/>
              <a:t>Continuous Improvement Roadmap</a:t>
            </a:r>
          </a:p>
        </p:txBody>
      </p:sp>
    </p:spTree>
    <p:extLst>
      <p:ext uri="{BB962C8B-B14F-4D97-AF65-F5344CB8AC3E}">
        <p14:creationId xmlns:p14="http://schemas.microsoft.com/office/powerpoint/2010/main" val="17456703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609600" y="304800"/>
            <a:ext cx="9047573" cy="334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a:lstStyle/>
          <a:p>
            <a:pPr eaLnBrk="0" hangingPunct="0">
              <a:defRPr/>
            </a:pPr>
            <a:r>
              <a:rPr lang="en-US" sz="2000" dirty="0">
                <a:solidFill>
                  <a:srgbClr val="0070C0"/>
                </a:solidFill>
                <a:latin typeface="Trebuchet MS" pitchFamily="34" charset="0"/>
                <a:ea typeface="ＭＳ Ｐゴシック" pitchFamily="34" charset="-128"/>
              </a:rPr>
              <a:t>Control Plan</a:t>
            </a:r>
          </a:p>
        </p:txBody>
      </p:sp>
      <p:graphicFrame>
        <p:nvGraphicFramePr>
          <p:cNvPr id="5" name="Table 4"/>
          <p:cNvGraphicFramePr>
            <a:graphicFrameLocks noGrp="1"/>
          </p:cNvGraphicFramePr>
          <p:nvPr>
            <p:extLst>
              <p:ext uri="{D42A27DB-BD31-4B8C-83A1-F6EECF244321}">
                <p14:modId xmlns:p14="http://schemas.microsoft.com/office/powerpoint/2010/main" val="2466587976"/>
              </p:ext>
            </p:extLst>
          </p:nvPr>
        </p:nvGraphicFramePr>
        <p:xfrm>
          <a:off x="349948" y="933651"/>
          <a:ext cx="11420669" cy="3374189"/>
        </p:xfrm>
        <a:graphic>
          <a:graphicData uri="http://schemas.openxmlformats.org/drawingml/2006/table">
            <a:tbl>
              <a:tblPr firstRow="1" bandRow="1">
                <a:tableStyleId>{5C22544A-7EE6-4342-B048-85BDC9FD1C3A}</a:tableStyleId>
              </a:tblPr>
              <a:tblGrid>
                <a:gridCol w="732311">
                  <a:extLst>
                    <a:ext uri="{9D8B030D-6E8A-4147-A177-3AD203B41FA5}">
                      <a16:colId xmlns:a16="http://schemas.microsoft.com/office/drawing/2014/main" val="1139190253"/>
                    </a:ext>
                  </a:extLst>
                </a:gridCol>
                <a:gridCol w="2092036">
                  <a:extLst>
                    <a:ext uri="{9D8B030D-6E8A-4147-A177-3AD203B41FA5}">
                      <a16:colId xmlns:a16="http://schemas.microsoft.com/office/drawing/2014/main" val="3399192100"/>
                    </a:ext>
                  </a:extLst>
                </a:gridCol>
                <a:gridCol w="2604654">
                  <a:extLst>
                    <a:ext uri="{9D8B030D-6E8A-4147-A177-3AD203B41FA5}">
                      <a16:colId xmlns:a16="http://schemas.microsoft.com/office/drawing/2014/main" val="1090245521"/>
                    </a:ext>
                  </a:extLst>
                </a:gridCol>
                <a:gridCol w="1752177">
                  <a:extLst>
                    <a:ext uri="{9D8B030D-6E8A-4147-A177-3AD203B41FA5}">
                      <a16:colId xmlns:a16="http://schemas.microsoft.com/office/drawing/2014/main" val="1415910875"/>
                    </a:ext>
                  </a:extLst>
                </a:gridCol>
                <a:gridCol w="2595607">
                  <a:extLst>
                    <a:ext uri="{9D8B030D-6E8A-4147-A177-3AD203B41FA5}">
                      <a16:colId xmlns:a16="http://schemas.microsoft.com/office/drawing/2014/main" val="1360980486"/>
                    </a:ext>
                  </a:extLst>
                </a:gridCol>
                <a:gridCol w="1643884">
                  <a:extLst>
                    <a:ext uri="{9D8B030D-6E8A-4147-A177-3AD203B41FA5}">
                      <a16:colId xmlns:a16="http://schemas.microsoft.com/office/drawing/2014/main" val="1758738862"/>
                    </a:ext>
                  </a:extLst>
                </a:gridCol>
              </a:tblGrid>
              <a:tr h="575498">
                <a:tc>
                  <a:txBody>
                    <a:bodyPr/>
                    <a:lstStyle/>
                    <a:p>
                      <a:endParaRPr lang="en-US" sz="1400" b="1" dirty="0">
                        <a:solidFill>
                          <a:schemeClr val="bg1"/>
                        </a:solidFill>
                      </a:endParaRPr>
                    </a:p>
                  </a:txBody>
                  <a:tcPr>
                    <a:solidFill>
                      <a:schemeClr val="tx1"/>
                    </a:solidFill>
                  </a:tcPr>
                </a:tc>
                <a:tc>
                  <a:txBody>
                    <a:bodyPr/>
                    <a:lstStyle/>
                    <a:p>
                      <a:r>
                        <a:rPr lang="en-US" sz="1400" b="1" dirty="0">
                          <a:solidFill>
                            <a:schemeClr val="bg1"/>
                          </a:solidFill>
                        </a:rPr>
                        <a:t>Work Plan</a:t>
                      </a:r>
                    </a:p>
                  </a:txBody>
                  <a:tcPr>
                    <a:solidFill>
                      <a:schemeClr val="tx1"/>
                    </a:solidFill>
                  </a:tcPr>
                </a:tc>
                <a:tc gridSpan="2">
                  <a:txBody>
                    <a:bodyPr/>
                    <a:lstStyle/>
                    <a:p>
                      <a:r>
                        <a:rPr lang="en-US" sz="1400" b="1" dirty="0">
                          <a:solidFill>
                            <a:schemeClr val="bg1"/>
                          </a:solidFill>
                        </a:rPr>
                        <a:t>Checking the work done</a:t>
                      </a:r>
                    </a:p>
                  </a:txBody>
                  <a:tcPr>
                    <a:solidFill>
                      <a:schemeClr val="tx1"/>
                    </a:solidFill>
                  </a:tcPr>
                </a:tc>
                <a:tc hMerge="1">
                  <a:txBody>
                    <a:bodyPr/>
                    <a:lstStyle/>
                    <a:p>
                      <a:endParaRPr lang="en-US" sz="1400" b="1" dirty="0">
                        <a:solidFill>
                          <a:schemeClr val="bg1"/>
                        </a:solidFill>
                      </a:endParaRPr>
                    </a:p>
                  </a:txBody>
                  <a:tcPr/>
                </a:tc>
                <a:tc>
                  <a:txBody>
                    <a:bodyPr/>
                    <a:lstStyle/>
                    <a:p>
                      <a:r>
                        <a:rPr lang="en-US" sz="1400" b="1" dirty="0">
                          <a:solidFill>
                            <a:schemeClr val="bg1"/>
                          </a:solidFill>
                        </a:rPr>
                        <a:t>Action to be Taken</a:t>
                      </a:r>
                    </a:p>
                  </a:txBody>
                  <a:tcPr>
                    <a:solidFill>
                      <a:schemeClr val="tx1"/>
                    </a:solidFill>
                  </a:tcPr>
                </a:tc>
                <a:tc>
                  <a:txBody>
                    <a:bodyPr/>
                    <a:lstStyle/>
                    <a:p>
                      <a:r>
                        <a:rPr lang="en-US" sz="1400" b="1" dirty="0">
                          <a:solidFill>
                            <a:schemeClr val="bg1"/>
                          </a:solidFill>
                        </a:rPr>
                        <a:t>Responsibility</a:t>
                      </a:r>
                    </a:p>
                  </a:txBody>
                  <a:tcPr>
                    <a:solidFill>
                      <a:schemeClr val="tx1"/>
                    </a:solidFill>
                  </a:tcPr>
                </a:tc>
                <a:extLst>
                  <a:ext uri="{0D108BD9-81ED-4DB2-BD59-A6C34878D82A}">
                    <a16:rowId xmlns:a16="http://schemas.microsoft.com/office/drawing/2014/main" val="2020211810"/>
                  </a:ext>
                </a:extLst>
              </a:tr>
              <a:tr h="430304">
                <a:tc>
                  <a:txBody>
                    <a:bodyPr/>
                    <a:lstStyle/>
                    <a:p>
                      <a:r>
                        <a:rPr lang="en-US" sz="1200" b="1" dirty="0" err="1">
                          <a:solidFill>
                            <a:schemeClr val="tx1"/>
                          </a:solidFill>
                        </a:rPr>
                        <a:t>S.No</a:t>
                      </a:r>
                      <a:r>
                        <a:rPr lang="en-US" sz="1200" b="1" dirty="0">
                          <a:solidFill>
                            <a:schemeClr val="tx1"/>
                          </a:solidFill>
                        </a:rPr>
                        <a:t>.</a:t>
                      </a:r>
                    </a:p>
                  </a:txBody>
                  <a:tcPr>
                    <a:solidFill>
                      <a:schemeClr val="tx1">
                        <a:lumMod val="20000"/>
                        <a:lumOff val="80000"/>
                      </a:schemeClr>
                    </a:solidFill>
                  </a:tcPr>
                </a:tc>
                <a:tc>
                  <a:txBody>
                    <a:bodyPr/>
                    <a:lstStyle/>
                    <a:p>
                      <a:r>
                        <a:rPr lang="en-US" sz="1200" b="1" dirty="0">
                          <a:solidFill>
                            <a:schemeClr val="tx1"/>
                          </a:solidFill>
                        </a:rPr>
                        <a:t>Activity</a:t>
                      </a:r>
                    </a:p>
                  </a:txBody>
                  <a:tcPr>
                    <a:solidFill>
                      <a:schemeClr val="tx1">
                        <a:lumMod val="20000"/>
                        <a:lumOff val="80000"/>
                      </a:schemeClr>
                    </a:solidFill>
                  </a:tcPr>
                </a:tc>
                <a:tc>
                  <a:txBody>
                    <a:bodyPr/>
                    <a:lstStyle/>
                    <a:p>
                      <a:r>
                        <a:rPr lang="en-US" sz="1200" b="1" dirty="0">
                          <a:solidFill>
                            <a:schemeClr val="tx1"/>
                          </a:solidFill>
                        </a:rPr>
                        <a:t>Output Measure</a:t>
                      </a:r>
                    </a:p>
                  </a:txBody>
                  <a:tcPr>
                    <a:solidFill>
                      <a:schemeClr val="tx1">
                        <a:lumMod val="20000"/>
                        <a:lumOff val="80000"/>
                      </a:schemeClr>
                    </a:solidFill>
                  </a:tcPr>
                </a:tc>
                <a:tc>
                  <a:txBody>
                    <a:bodyPr/>
                    <a:lstStyle/>
                    <a:p>
                      <a:r>
                        <a:rPr lang="en-US" sz="1200" b="1" dirty="0">
                          <a:solidFill>
                            <a:schemeClr val="tx1"/>
                          </a:solidFill>
                        </a:rPr>
                        <a:t>Frequency</a:t>
                      </a:r>
                    </a:p>
                  </a:txBody>
                  <a:tcPr>
                    <a:solidFill>
                      <a:schemeClr val="tx1">
                        <a:lumMod val="20000"/>
                        <a:lumOff val="80000"/>
                      </a:schemeClr>
                    </a:solidFill>
                  </a:tcPr>
                </a:tc>
                <a:tc>
                  <a:txBody>
                    <a:bodyPr/>
                    <a:lstStyle/>
                    <a:p>
                      <a:r>
                        <a:rPr lang="en-US" sz="1200" b="1" dirty="0">
                          <a:solidFill>
                            <a:schemeClr val="tx1"/>
                          </a:solidFill>
                        </a:rPr>
                        <a:t>Action to be taken</a:t>
                      </a:r>
                    </a:p>
                  </a:txBody>
                  <a:tcPr>
                    <a:solidFill>
                      <a:schemeClr val="tx1">
                        <a:lumMod val="20000"/>
                        <a:lumOff val="80000"/>
                      </a:schemeClr>
                    </a:solidFill>
                  </a:tcPr>
                </a:tc>
                <a:tc>
                  <a:txBody>
                    <a:bodyPr/>
                    <a:lstStyle/>
                    <a:p>
                      <a:r>
                        <a:rPr lang="en-US" sz="1200" b="1" dirty="0">
                          <a:solidFill>
                            <a:schemeClr val="tx1"/>
                          </a:solidFill>
                        </a:rPr>
                        <a:t>Responsibility</a:t>
                      </a:r>
                    </a:p>
                  </a:txBody>
                  <a:tcPr>
                    <a:solidFill>
                      <a:schemeClr val="tx1">
                        <a:lumMod val="20000"/>
                        <a:lumOff val="80000"/>
                      </a:schemeClr>
                    </a:solidFill>
                  </a:tcPr>
                </a:tc>
                <a:extLst>
                  <a:ext uri="{0D108BD9-81ED-4DB2-BD59-A6C34878D82A}">
                    <a16:rowId xmlns:a16="http://schemas.microsoft.com/office/drawing/2014/main" val="1184951945"/>
                  </a:ext>
                </a:extLst>
              </a:tr>
              <a:tr h="549747">
                <a:tc>
                  <a:txBody>
                    <a:bodyPr/>
                    <a:lstStyle/>
                    <a:p>
                      <a:r>
                        <a:rPr lang="en-US" sz="1200" dirty="0">
                          <a:solidFill>
                            <a:schemeClr val="tx1"/>
                          </a:solidFill>
                        </a:rPr>
                        <a:t>1</a:t>
                      </a:r>
                    </a:p>
                  </a:txBody>
                  <a:tcPr>
                    <a:solidFill>
                      <a:schemeClr val="tx1">
                        <a:lumMod val="20000"/>
                        <a:lumOff val="80000"/>
                      </a:schemeClr>
                    </a:solidFill>
                  </a:tcPr>
                </a:tc>
                <a:tc>
                  <a:txBody>
                    <a:bodyPr/>
                    <a:lstStyle/>
                    <a:p>
                      <a:r>
                        <a:rPr lang="en-US" sz="1200" dirty="0">
                          <a:solidFill>
                            <a:schemeClr val="tx1"/>
                          </a:solidFill>
                        </a:rPr>
                        <a:t>Monthly / Quarterly</a:t>
                      </a:r>
                    </a:p>
                    <a:p>
                      <a:r>
                        <a:rPr lang="en-US" sz="1200" dirty="0">
                          <a:solidFill>
                            <a:schemeClr val="tx1"/>
                          </a:solidFill>
                        </a:rPr>
                        <a:t>Audits</a:t>
                      </a:r>
                    </a:p>
                  </a:txBody>
                  <a:tcPr>
                    <a:solidFill>
                      <a:schemeClr val="tx1">
                        <a:lumMod val="20000"/>
                        <a:lumOff val="80000"/>
                      </a:schemeClr>
                    </a:solidFill>
                  </a:tcPr>
                </a:tc>
                <a:tc>
                  <a:txBody>
                    <a:bodyPr/>
                    <a:lstStyle/>
                    <a:p>
                      <a:pPr marL="0" indent="0">
                        <a:buFontTx/>
                        <a:buNone/>
                      </a:pPr>
                      <a:r>
                        <a:rPr lang="en-US" sz="1200" dirty="0">
                          <a:solidFill>
                            <a:schemeClr val="tx1"/>
                          </a:solidFill>
                        </a:rPr>
                        <a:t>No of tickets created</a:t>
                      </a:r>
                      <a:endParaRPr lang="en-US" sz="1200" baseline="0" dirty="0">
                        <a:solidFill>
                          <a:schemeClr val="tx1"/>
                        </a:solidFill>
                      </a:endParaRPr>
                    </a:p>
                  </a:txBody>
                  <a:tcPr>
                    <a:solidFill>
                      <a:schemeClr val="tx1">
                        <a:lumMod val="20000"/>
                        <a:lumOff val="80000"/>
                      </a:schemeClr>
                    </a:solidFill>
                  </a:tcPr>
                </a:tc>
                <a:tc>
                  <a:txBody>
                    <a:bodyPr/>
                    <a:lstStyle/>
                    <a:p>
                      <a:r>
                        <a:rPr lang="en-US" sz="1200" dirty="0">
                          <a:solidFill>
                            <a:schemeClr val="tx1"/>
                          </a:solidFill>
                        </a:rPr>
                        <a:t>Monthly / Quarterly</a:t>
                      </a:r>
                    </a:p>
                  </a:txBody>
                  <a:tcPr>
                    <a:solidFill>
                      <a:schemeClr val="tx1">
                        <a:lumMod val="20000"/>
                        <a:lumOff val="80000"/>
                      </a:schemeClr>
                    </a:solidFill>
                  </a:tcPr>
                </a:tc>
                <a:tc>
                  <a:txBody>
                    <a:bodyPr/>
                    <a:lstStyle/>
                    <a:p>
                      <a:r>
                        <a:rPr lang="en-US" sz="1200" dirty="0">
                          <a:solidFill>
                            <a:schemeClr val="tx1"/>
                          </a:solidFill>
                        </a:rPr>
                        <a:t>Reporting to the Client</a:t>
                      </a:r>
                    </a:p>
                  </a:txBody>
                  <a:tcPr>
                    <a:solidFill>
                      <a:schemeClr val="tx1">
                        <a:lumMod val="20000"/>
                        <a:lumOff val="80000"/>
                      </a:schemeClr>
                    </a:solidFill>
                  </a:tcPr>
                </a:tc>
                <a:tc>
                  <a:txBody>
                    <a:bodyPr/>
                    <a:lstStyle/>
                    <a:p>
                      <a:r>
                        <a:rPr lang="en-US" sz="1200" dirty="0">
                          <a:solidFill>
                            <a:schemeClr val="tx1"/>
                          </a:solidFill>
                        </a:rPr>
                        <a:t>Savita Shekhawat</a:t>
                      </a:r>
                    </a:p>
                  </a:txBody>
                  <a:tcPr>
                    <a:solidFill>
                      <a:schemeClr val="tx1">
                        <a:lumMod val="20000"/>
                        <a:lumOff val="80000"/>
                      </a:schemeClr>
                    </a:solidFill>
                  </a:tcPr>
                </a:tc>
                <a:extLst>
                  <a:ext uri="{0D108BD9-81ED-4DB2-BD59-A6C34878D82A}">
                    <a16:rowId xmlns:a16="http://schemas.microsoft.com/office/drawing/2014/main" val="3604748639"/>
                  </a:ext>
                </a:extLst>
              </a:tr>
              <a:tr h="894080">
                <a:tc>
                  <a:txBody>
                    <a:bodyPr/>
                    <a:lstStyle/>
                    <a:p>
                      <a:r>
                        <a:rPr lang="en-US" sz="1200" dirty="0">
                          <a:solidFill>
                            <a:schemeClr val="tx1"/>
                          </a:solidFill>
                        </a:rPr>
                        <a:t>2</a:t>
                      </a:r>
                    </a:p>
                  </a:txBody>
                  <a:tcPr>
                    <a:solidFill>
                      <a:schemeClr val="tx1">
                        <a:lumMod val="20000"/>
                        <a:lumOff val="80000"/>
                      </a:schemeClr>
                    </a:solidFill>
                  </a:tcPr>
                </a:tc>
                <a:tc>
                  <a:txBody>
                    <a:bodyPr/>
                    <a:lstStyle/>
                    <a:p>
                      <a:r>
                        <a:rPr lang="en-US" sz="1200" dirty="0">
                          <a:solidFill>
                            <a:schemeClr val="tx1"/>
                          </a:solidFill>
                        </a:rPr>
                        <a:t>Configurations</a:t>
                      </a:r>
                      <a:r>
                        <a:rPr lang="en-US" sz="1200" baseline="0" dirty="0">
                          <a:solidFill>
                            <a:schemeClr val="tx1"/>
                          </a:solidFill>
                        </a:rPr>
                        <a:t> (Add/ Modify/ Delete)</a:t>
                      </a:r>
                      <a:endParaRPr lang="en-US" sz="1200" dirty="0">
                        <a:solidFill>
                          <a:schemeClr val="tx1"/>
                        </a:solidFill>
                      </a:endParaRPr>
                    </a:p>
                  </a:txBody>
                  <a:tcPr>
                    <a:solidFill>
                      <a:schemeClr val="tx1">
                        <a:lumMod val="20000"/>
                        <a:lumOff val="8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dirty="0">
                          <a:solidFill>
                            <a:schemeClr val="tx1"/>
                          </a:solidFill>
                        </a:rPr>
                        <a:t>Change Management Request, Operational Requirements</a:t>
                      </a:r>
                    </a:p>
                    <a:p>
                      <a:endParaRPr lang="en-US" sz="1200" dirty="0">
                        <a:solidFill>
                          <a:schemeClr val="tx1"/>
                        </a:solidFill>
                      </a:endParaRPr>
                    </a:p>
                  </a:txBody>
                  <a:tcPr>
                    <a:solidFill>
                      <a:schemeClr val="tx1">
                        <a:lumMod val="20000"/>
                        <a:lumOff val="8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dirty="0">
                          <a:solidFill>
                            <a:schemeClr val="tx1"/>
                          </a:solidFill>
                        </a:rPr>
                        <a:t>Need</a:t>
                      </a:r>
                      <a:r>
                        <a:rPr lang="en-US" sz="1200" baseline="0" dirty="0">
                          <a:solidFill>
                            <a:schemeClr val="tx1"/>
                          </a:solidFill>
                        </a:rPr>
                        <a:t> Basis</a:t>
                      </a:r>
                      <a:endParaRPr lang="en-US" sz="1200" dirty="0">
                        <a:solidFill>
                          <a:schemeClr val="tx1"/>
                        </a:solidFill>
                      </a:endParaRPr>
                    </a:p>
                    <a:p>
                      <a:pPr marL="0" marR="0" lvl="0" indent="0" defTabSz="914400" eaLnBrk="1" fontAlgn="auto" latinLnBrk="0" hangingPunct="1">
                        <a:lnSpc>
                          <a:spcPct val="100000"/>
                        </a:lnSpc>
                        <a:spcBef>
                          <a:spcPts val="0"/>
                        </a:spcBef>
                        <a:spcAft>
                          <a:spcPts val="0"/>
                        </a:spcAft>
                        <a:buClrTx/>
                        <a:buSzTx/>
                        <a:buFontTx/>
                        <a:buNone/>
                        <a:tabLst/>
                        <a:defRPr/>
                      </a:pPr>
                      <a:endParaRPr lang="en-US" sz="1200" dirty="0">
                        <a:solidFill>
                          <a:schemeClr val="tx1"/>
                        </a:solidFill>
                      </a:endParaRPr>
                    </a:p>
                  </a:txBody>
                  <a:tcPr>
                    <a:solidFill>
                      <a:schemeClr val="tx1">
                        <a:lumMod val="20000"/>
                        <a:lumOff val="80000"/>
                      </a:schemeClr>
                    </a:solidFill>
                  </a:tcPr>
                </a:tc>
                <a:tc>
                  <a:txBody>
                    <a:bodyPr/>
                    <a:lstStyle/>
                    <a:p>
                      <a:r>
                        <a:rPr lang="en-US" sz="1200" dirty="0">
                          <a:solidFill>
                            <a:schemeClr val="tx1"/>
                          </a:solidFill>
                        </a:rPr>
                        <a:t>Development</a:t>
                      </a:r>
                      <a:r>
                        <a:rPr lang="en-US" sz="1200" baseline="0" dirty="0">
                          <a:solidFill>
                            <a:schemeClr val="tx1"/>
                          </a:solidFill>
                        </a:rPr>
                        <a:t> / Testing / Implementation Required</a:t>
                      </a:r>
                      <a:endParaRPr lang="en-US" sz="1200" dirty="0">
                        <a:solidFill>
                          <a:schemeClr val="tx1"/>
                        </a:solidFill>
                      </a:endParaRPr>
                    </a:p>
                  </a:txBody>
                  <a:tcPr>
                    <a:solidFill>
                      <a:schemeClr val="tx1">
                        <a:lumMod val="20000"/>
                        <a:lumOff val="80000"/>
                      </a:schemeClr>
                    </a:solidFill>
                  </a:tcPr>
                </a:tc>
                <a:tc>
                  <a:txBody>
                    <a:bodyPr/>
                    <a:lstStyle/>
                    <a:p>
                      <a:r>
                        <a:rPr lang="en-US" sz="1200" dirty="0">
                          <a:solidFill>
                            <a:schemeClr val="tx1"/>
                          </a:solidFill>
                        </a:rPr>
                        <a:t>Savita Shekhawat</a:t>
                      </a:r>
                    </a:p>
                  </a:txBody>
                  <a:tcPr>
                    <a:solidFill>
                      <a:schemeClr val="tx1">
                        <a:lumMod val="20000"/>
                        <a:lumOff val="80000"/>
                      </a:schemeClr>
                    </a:solidFill>
                  </a:tcPr>
                </a:tc>
                <a:extLst>
                  <a:ext uri="{0D108BD9-81ED-4DB2-BD59-A6C34878D82A}">
                    <a16:rowId xmlns:a16="http://schemas.microsoft.com/office/drawing/2014/main" val="30836611"/>
                  </a:ext>
                </a:extLst>
              </a:tr>
              <a:tr h="924560">
                <a:tc>
                  <a:txBody>
                    <a:bodyPr/>
                    <a:lstStyle/>
                    <a:p>
                      <a:r>
                        <a:rPr lang="en-US" sz="1200" dirty="0">
                          <a:solidFill>
                            <a:schemeClr val="tx1"/>
                          </a:solidFill>
                        </a:rPr>
                        <a:t>3</a:t>
                      </a:r>
                    </a:p>
                  </a:txBody>
                  <a:tcPr>
                    <a:solidFill>
                      <a:schemeClr val="tx1">
                        <a:lumMod val="20000"/>
                        <a:lumOff val="80000"/>
                      </a:schemeClr>
                    </a:solidFill>
                  </a:tcPr>
                </a:tc>
                <a:tc>
                  <a:txBody>
                    <a:bodyPr/>
                    <a:lstStyle/>
                    <a:p>
                      <a:r>
                        <a:rPr lang="en-US" sz="1200" dirty="0">
                          <a:solidFill>
                            <a:schemeClr val="tx1"/>
                          </a:solidFill>
                        </a:rPr>
                        <a:t>Access to Reports</a:t>
                      </a:r>
                    </a:p>
                  </a:txBody>
                  <a:tcPr>
                    <a:solidFill>
                      <a:schemeClr val="tx1">
                        <a:lumMod val="20000"/>
                        <a:lumOff val="80000"/>
                      </a:schemeClr>
                    </a:solidFill>
                  </a:tcPr>
                </a:tc>
                <a:tc>
                  <a:txBody>
                    <a:bodyPr/>
                    <a:lstStyle/>
                    <a:p>
                      <a:pPr marL="0" indent="0">
                        <a:buFontTx/>
                        <a:buNone/>
                      </a:pPr>
                      <a:r>
                        <a:rPr lang="en-US" sz="1200" dirty="0">
                          <a:solidFill>
                            <a:schemeClr val="tx1"/>
                          </a:solidFill>
                        </a:rPr>
                        <a:t>Access to be granted to the requesters</a:t>
                      </a:r>
                    </a:p>
                  </a:txBody>
                  <a:tcPr>
                    <a:solidFill>
                      <a:schemeClr val="tx1">
                        <a:lumMod val="20000"/>
                        <a:lumOff val="80000"/>
                      </a:schemeClr>
                    </a:solidFill>
                  </a:tcPr>
                </a:tc>
                <a:tc>
                  <a:txBody>
                    <a:bodyPr/>
                    <a:lstStyle/>
                    <a:p>
                      <a:r>
                        <a:rPr lang="en-US" sz="1200" dirty="0">
                          <a:solidFill>
                            <a:schemeClr val="tx1"/>
                          </a:solidFill>
                        </a:rPr>
                        <a:t>Need basis</a:t>
                      </a:r>
                    </a:p>
                  </a:txBody>
                  <a:tcPr>
                    <a:solidFill>
                      <a:schemeClr val="tx1">
                        <a:lumMod val="20000"/>
                        <a:lumOff val="80000"/>
                      </a:schemeClr>
                    </a:solidFill>
                  </a:tcPr>
                </a:tc>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1200" dirty="0">
                          <a:solidFill>
                            <a:schemeClr val="tx1"/>
                          </a:solidFill>
                        </a:rPr>
                        <a:t>To provide access of the reports which depicts the no of service requests.</a:t>
                      </a:r>
                    </a:p>
                  </a:txBody>
                  <a:tcPr>
                    <a:solidFill>
                      <a:schemeClr val="tx1">
                        <a:lumMod val="20000"/>
                        <a:lumOff val="80000"/>
                      </a:schemeClr>
                    </a:solidFill>
                  </a:tcPr>
                </a:tc>
                <a:tc>
                  <a:txBody>
                    <a:bodyPr/>
                    <a:lstStyle/>
                    <a:p>
                      <a:r>
                        <a:rPr lang="en-US" sz="1200" dirty="0">
                          <a:solidFill>
                            <a:schemeClr val="tx1"/>
                          </a:solidFill>
                        </a:rPr>
                        <a:t>Savita Shekhawat</a:t>
                      </a:r>
                    </a:p>
                  </a:txBody>
                  <a:tcPr>
                    <a:solidFill>
                      <a:schemeClr val="tx1">
                        <a:lumMod val="20000"/>
                        <a:lumOff val="80000"/>
                      </a:schemeClr>
                    </a:solidFill>
                  </a:tcPr>
                </a:tc>
                <a:extLst>
                  <a:ext uri="{0D108BD9-81ED-4DB2-BD59-A6C34878D82A}">
                    <a16:rowId xmlns:a16="http://schemas.microsoft.com/office/drawing/2014/main" val="2246662086"/>
                  </a:ext>
                </a:extLst>
              </a:tr>
            </a:tbl>
          </a:graphicData>
        </a:graphic>
      </p:graphicFrame>
    </p:spTree>
    <p:extLst>
      <p:ext uri="{BB962C8B-B14F-4D97-AF65-F5344CB8AC3E}">
        <p14:creationId xmlns:p14="http://schemas.microsoft.com/office/powerpoint/2010/main" val="141473469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Title 1"/>
          <p:cNvSpPr txBox="1">
            <a:spLocks/>
          </p:cNvSpPr>
          <p:nvPr/>
        </p:nvSpPr>
        <p:spPr bwMode="auto">
          <a:xfrm>
            <a:off x="411533" y="454224"/>
            <a:ext cx="1137406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a:solidFill>
                  <a:schemeClr val="tx1"/>
                </a:solidFill>
                <a:latin typeface="Arial" pitchFamily="34" charset="0"/>
                <a:ea typeface="ＭＳ Ｐゴシック" pitchFamily="34" charset="-128"/>
              </a:defRPr>
            </a:lvl1pPr>
            <a:lvl2pPr marL="742950" indent="-285750" eaLnBrk="0" hangingPunct="0">
              <a:defRPr>
                <a:solidFill>
                  <a:schemeClr val="tx1"/>
                </a:solidFill>
                <a:latin typeface="Arial" pitchFamily="34" charset="0"/>
                <a:ea typeface="ＭＳ Ｐゴシック" pitchFamily="34" charset="-128"/>
              </a:defRPr>
            </a:lvl2pPr>
            <a:lvl3pPr marL="1143000" indent="-228600" eaLnBrk="0" hangingPunct="0">
              <a:defRPr>
                <a:solidFill>
                  <a:schemeClr val="tx1"/>
                </a:solidFill>
                <a:latin typeface="Arial" pitchFamily="34" charset="0"/>
                <a:ea typeface="ＭＳ Ｐゴシック" pitchFamily="34" charset="-128"/>
              </a:defRPr>
            </a:lvl3pPr>
            <a:lvl4pPr marL="1600200" indent="-228600" eaLnBrk="0" hangingPunct="0">
              <a:defRPr>
                <a:solidFill>
                  <a:schemeClr val="tx1"/>
                </a:solidFill>
                <a:latin typeface="Arial" pitchFamily="34" charset="0"/>
                <a:ea typeface="ＭＳ Ｐゴシック" pitchFamily="34" charset="-128"/>
              </a:defRPr>
            </a:lvl4pPr>
            <a:lvl5pPr marL="2057400" indent="-228600" eaLnBrk="0" hangingPunct="0">
              <a:defRPr>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a:solidFill>
                  <a:schemeClr val="tx1"/>
                </a:solidFill>
                <a:latin typeface="Arial" pitchFamily="34" charset="0"/>
                <a:ea typeface="ＭＳ Ｐゴシック" pitchFamily="34" charset="-128"/>
              </a:defRPr>
            </a:lvl9pPr>
          </a:lstStyle>
          <a:p>
            <a:r>
              <a:rPr lang="en-US" sz="2000" dirty="0">
                <a:solidFill>
                  <a:srgbClr val="0070C0"/>
                </a:solidFill>
                <a:latin typeface="Trebuchet MS" pitchFamily="34" charset="0"/>
              </a:rPr>
              <a:t>Way Forward</a:t>
            </a:r>
            <a:endParaRPr lang="en-IN" sz="2000" dirty="0">
              <a:solidFill>
                <a:srgbClr val="0070C0"/>
              </a:solidFill>
              <a:latin typeface="Trebuchet MS" pitchFamily="34" charset="0"/>
            </a:endParaRPr>
          </a:p>
        </p:txBody>
      </p:sp>
      <p:sp>
        <p:nvSpPr>
          <p:cNvPr id="4" name="Rectangle 3"/>
          <p:cNvSpPr/>
          <p:nvPr/>
        </p:nvSpPr>
        <p:spPr>
          <a:xfrm>
            <a:off x="1066800" y="1371600"/>
            <a:ext cx="10058400" cy="3962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marL="914400" indent="-627063" algn="just"/>
            <a:r>
              <a:rPr lang="en-US" dirty="0"/>
              <a:t>As a Way Forward following enhancements can be looked upon by Morgan Stanley team :</a:t>
            </a:r>
          </a:p>
          <a:p>
            <a:pPr marL="914400" indent="-627063" algn="just"/>
            <a:endParaRPr lang="en-US" dirty="0"/>
          </a:p>
          <a:p>
            <a:pPr marL="914400" indent="-627063" algn="just"/>
            <a:endParaRPr lang="en-US" dirty="0"/>
          </a:p>
          <a:p>
            <a:pPr marL="914400" indent="-627063" algn="just">
              <a:buFont typeface="Arial" panose="020B0604020202020204" pitchFamily="34" charset="0"/>
              <a:buChar char="•"/>
            </a:pPr>
            <a:r>
              <a:rPr lang="en-US" dirty="0"/>
              <a:t>PoV / PoC for FOSS based ETL tools </a:t>
            </a:r>
          </a:p>
          <a:p>
            <a:pPr marL="914400" indent="-627063" algn="just">
              <a:buFont typeface="Arial" panose="020B0604020202020204" pitchFamily="34" charset="0"/>
              <a:buChar char="•"/>
            </a:pPr>
            <a:endParaRPr lang="en-US" dirty="0"/>
          </a:p>
          <a:p>
            <a:pPr marL="914400" indent="-627063" algn="just">
              <a:buFont typeface="Arial" panose="020B0604020202020204" pitchFamily="34" charset="0"/>
              <a:buChar char="•"/>
            </a:pPr>
            <a:endParaRPr lang="en-US" dirty="0"/>
          </a:p>
        </p:txBody>
      </p:sp>
    </p:spTree>
    <p:extLst>
      <p:ext uri="{BB962C8B-B14F-4D97-AF65-F5344CB8AC3E}">
        <p14:creationId xmlns:p14="http://schemas.microsoft.com/office/powerpoint/2010/main" val="29441484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4"/>
          <p:cNvSpPr>
            <a:spLocks noChangeArrowheads="1"/>
          </p:cNvSpPr>
          <p:nvPr/>
        </p:nvSpPr>
        <p:spPr bwMode="auto">
          <a:xfrm>
            <a:off x="533400" y="422750"/>
            <a:ext cx="11049000" cy="334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a:lstStyle/>
          <a:p>
            <a:pPr eaLnBrk="0" hangingPunct="0">
              <a:defRPr/>
            </a:pPr>
            <a:r>
              <a:rPr lang="en-US" sz="2000" dirty="0">
                <a:solidFill>
                  <a:srgbClr val="0070C0"/>
                </a:solidFill>
                <a:latin typeface="Trebuchet MS" pitchFamily="34" charset="0"/>
                <a:ea typeface="ＭＳ Ｐゴシック" pitchFamily="34" charset="-128"/>
              </a:rPr>
              <a:t>Standardization of Review Process</a:t>
            </a:r>
          </a:p>
        </p:txBody>
      </p:sp>
      <p:sp>
        <p:nvSpPr>
          <p:cNvPr id="5123" name="Rectangle 5"/>
          <p:cNvSpPr>
            <a:spLocks noChangeArrowheads="1"/>
          </p:cNvSpPr>
          <p:nvPr/>
        </p:nvSpPr>
        <p:spPr bwMode="auto">
          <a:xfrm>
            <a:off x="587778" y="990600"/>
            <a:ext cx="11401023" cy="1925472"/>
          </a:xfrm>
          <a:prstGeom prst="rect">
            <a:avLst/>
          </a:prstGeom>
          <a:solidFill>
            <a:schemeClr val="tx1"/>
          </a:solidFill>
          <a:ln w="9525" algn="ctr">
            <a:solidFill>
              <a:srgbClr val="D3D3D3"/>
            </a:solidFill>
            <a:miter lim="800000"/>
            <a:headEnd/>
            <a:tailEnd/>
          </a:ln>
        </p:spPr>
        <p:txBody>
          <a:bodyPr tIns="91440"/>
          <a:lstStyle/>
          <a:p>
            <a:pPr marL="230188" indent="-230188" defTabSz="457200">
              <a:lnSpc>
                <a:spcPct val="110000"/>
              </a:lnSpc>
              <a:buClr>
                <a:srgbClr val="F8912C"/>
              </a:buClr>
              <a:buSzPct val="150000"/>
            </a:pPr>
            <a:r>
              <a:rPr lang="en-US" sz="1400" dirty="0">
                <a:solidFill>
                  <a:srgbClr val="FF9933"/>
                </a:solidFill>
                <a:latin typeface="Calibri" panose="020F0502020204030204" pitchFamily="34" charset="0"/>
                <a:cs typeface="Arial" pitchFamily="34" charset="0"/>
              </a:rPr>
              <a:t>Business Case:</a:t>
            </a:r>
          </a:p>
          <a:p>
            <a:pPr defTabSz="457200">
              <a:lnSpc>
                <a:spcPct val="110000"/>
              </a:lnSpc>
              <a:buClr>
                <a:srgbClr val="F8912C"/>
              </a:buClr>
              <a:buSzPct val="150000"/>
            </a:pPr>
            <a:endParaRPr lang="en-US" sz="1400" dirty="0">
              <a:solidFill>
                <a:schemeClr val="bg1"/>
              </a:solidFill>
              <a:latin typeface="Calibri" panose="020F0502020204030204" pitchFamily="34" charset="0"/>
              <a:cs typeface="Arial" pitchFamily="34" charset="0"/>
            </a:endParaRPr>
          </a:p>
          <a:p>
            <a:pPr defTabSz="457200">
              <a:lnSpc>
                <a:spcPct val="110000"/>
              </a:lnSpc>
              <a:buClr>
                <a:srgbClr val="F8912C"/>
              </a:buClr>
              <a:buSzPct val="150000"/>
            </a:pPr>
            <a:r>
              <a:rPr lang="en-US" sz="1400" dirty="0">
                <a:solidFill>
                  <a:schemeClr val="bg1"/>
                </a:solidFill>
                <a:latin typeface="Calibri" panose="020F0502020204030204" pitchFamily="34" charset="0"/>
                <a:cs typeface="Arial" pitchFamily="34" charset="0"/>
              </a:rPr>
              <a:t>Informatica is a proprietary software that force customers to migrate when there’s a new version out there. In order to avoid this situation, we need to come up with attractive FOSS alternatives. Kafka and Clover ETL are the proven tools in the data integration industry… however we need to do quick PoC in the client environment to make sure the existing ETL workflows can be seamlessly migrated to these new tools.   </a:t>
            </a:r>
          </a:p>
          <a:p>
            <a:pPr marL="285750" indent="-285750" defTabSz="457200">
              <a:lnSpc>
                <a:spcPct val="110000"/>
              </a:lnSpc>
              <a:buClr>
                <a:srgbClr val="F8912C"/>
              </a:buClr>
              <a:buSzPct val="150000"/>
              <a:buFont typeface="Arial" panose="020B0604020202020204" pitchFamily="34" charset="0"/>
              <a:buChar char="•"/>
            </a:pPr>
            <a:endParaRPr lang="en-US" sz="1400" dirty="0">
              <a:solidFill>
                <a:schemeClr val="bg1"/>
              </a:solidFill>
              <a:latin typeface="Calibri" panose="020F0502020204030204" pitchFamily="34" charset="0"/>
              <a:cs typeface="Arial" pitchFamily="34" charset="0"/>
            </a:endParaRPr>
          </a:p>
        </p:txBody>
      </p:sp>
      <p:sp>
        <p:nvSpPr>
          <p:cNvPr id="5124" name="Rectangle 6"/>
          <p:cNvSpPr>
            <a:spLocks noChangeArrowheads="1"/>
          </p:cNvSpPr>
          <p:nvPr/>
        </p:nvSpPr>
        <p:spPr bwMode="auto">
          <a:xfrm>
            <a:off x="550592" y="3200401"/>
            <a:ext cx="5582771" cy="3071929"/>
          </a:xfrm>
          <a:prstGeom prst="rect">
            <a:avLst/>
          </a:prstGeom>
          <a:solidFill>
            <a:schemeClr val="bg1">
              <a:lumMod val="95000"/>
            </a:schemeClr>
          </a:solidFill>
          <a:ln w="9525" algn="ctr">
            <a:solidFill>
              <a:srgbClr val="0A69AA"/>
            </a:solidFill>
            <a:miter lim="800000"/>
            <a:headEnd/>
            <a:tailEnd/>
          </a:ln>
        </p:spPr>
        <p:txBody>
          <a:bodyPr/>
          <a:lstStyle/>
          <a:p>
            <a:pPr marL="230188" indent="-230188" defTabSz="457200">
              <a:lnSpc>
                <a:spcPct val="150000"/>
              </a:lnSpc>
              <a:buClr>
                <a:srgbClr val="F8912C"/>
              </a:buClr>
              <a:buSzPct val="150000"/>
              <a:tabLst>
                <a:tab pos="1374775" algn="l"/>
              </a:tabLst>
            </a:pPr>
            <a:r>
              <a:rPr lang="en-US" sz="1600" dirty="0">
                <a:solidFill>
                  <a:srgbClr val="0A69AA"/>
                </a:solidFill>
                <a:latin typeface="Calibri" panose="020F0502020204030204" pitchFamily="34" charset="0"/>
                <a:cs typeface="Arial" pitchFamily="34" charset="0"/>
              </a:rPr>
              <a:t>Proposed Solution :</a:t>
            </a:r>
          </a:p>
          <a:p>
            <a:pPr marL="228600" indent="-228600" defTabSz="457200">
              <a:buClr>
                <a:srgbClr val="F8912C"/>
              </a:buClr>
              <a:buSzPct val="150000"/>
              <a:buAutoNum type="arabicPeriod"/>
              <a:tabLst>
                <a:tab pos="1374775" algn="l"/>
              </a:tabLst>
            </a:pPr>
            <a:r>
              <a:rPr lang="en-US" sz="1200" dirty="0">
                <a:latin typeface="Calibri" panose="020F0502020204030204" pitchFamily="34" charset="0"/>
              </a:rPr>
              <a:t>Apache Kafka</a:t>
            </a:r>
          </a:p>
          <a:p>
            <a:pPr marL="228600" indent="-228600" defTabSz="457200">
              <a:buClr>
                <a:srgbClr val="F8912C"/>
              </a:buClr>
              <a:buSzPct val="150000"/>
              <a:buAutoNum type="arabicPeriod"/>
              <a:tabLst>
                <a:tab pos="1374775" algn="l"/>
              </a:tabLst>
            </a:pPr>
            <a:r>
              <a:rPr lang="en-US" sz="1200" dirty="0">
                <a:latin typeface="Calibri" panose="020F0502020204030204" pitchFamily="34" charset="0"/>
              </a:rPr>
              <a:t>Clover ETL</a:t>
            </a:r>
          </a:p>
          <a:p>
            <a:pPr defTabSz="457200">
              <a:buClr>
                <a:srgbClr val="F8912C"/>
              </a:buClr>
              <a:buSzPct val="150000"/>
              <a:tabLst>
                <a:tab pos="1374775" algn="l"/>
              </a:tabLst>
            </a:pPr>
            <a:endParaRPr lang="en-US" sz="1200" dirty="0">
              <a:latin typeface="Calibri" panose="020F0502020204030204" pitchFamily="34" charset="0"/>
            </a:endParaRPr>
          </a:p>
        </p:txBody>
      </p:sp>
      <p:sp>
        <p:nvSpPr>
          <p:cNvPr id="5125" name="Rectangle 7"/>
          <p:cNvSpPr>
            <a:spLocks noChangeArrowheads="1"/>
          </p:cNvSpPr>
          <p:nvPr/>
        </p:nvSpPr>
        <p:spPr bwMode="auto">
          <a:xfrm>
            <a:off x="6295953" y="3200400"/>
            <a:ext cx="5692847" cy="3102022"/>
          </a:xfrm>
          <a:prstGeom prst="rect">
            <a:avLst/>
          </a:prstGeom>
          <a:solidFill>
            <a:schemeClr val="bg1">
              <a:lumMod val="95000"/>
            </a:schemeClr>
          </a:solidFill>
          <a:ln w="9525" algn="ctr">
            <a:solidFill>
              <a:srgbClr val="0A69AA"/>
            </a:solidFill>
            <a:miter lim="800000"/>
            <a:headEnd/>
            <a:tailEnd/>
          </a:ln>
        </p:spPr>
        <p:txBody>
          <a:bodyPr/>
          <a:lstStyle/>
          <a:p>
            <a:pPr marL="230188" lvl="1" indent="-230188" defTabSz="457200">
              <a:buClr>
                <a:srgbClr val="F8912C"/>
              </a:buClr>
              <a:buSzPct val="150000"/>
              <a:tabLst>
                <a:tab pos="1374775" algn="l"/>
              </a:tabLst>
            </a:pPr>
            <a:r>
              <a:rPr lang="en-US" sz="1600" dirty="0">
                <a:solidFill>
                  <a:srgbClr val="0A69AA"/>
                </a:solidFill>
                <a:latin typeface="Calibri" panose="020F0502020204030204" pitchFamily="34" charset="0"/>
                <a:cs typeface="Arial" pitchFamily="34" charset="0"/>
              </a:rPr>
              <a:t>Potential  Impact</a:t>
            </a:r>
          </a:p>
          <a:p>
            <a:pPr marL="230188" lvl="1" indent="-230188" defTabSz="457200">
              <a:buClr>
                <a:srgbClr val="F8912C"/>
              </a:buClr>
              <a:buSzPct val="150000"/>
              <a:tabLst>
                <a:tab pos="1374775" algn="l"/>
              </a:tabLst>
            </a:pPr>
            <a:endParaRPr lang="en-US" sz="1600" u="sng" dirty="0">
              <a:solidFill>
                <a:srgbClr val="0A69AA"/>
              </a:solidFill>
              <a:latin typeface="Calibri" panose="020F0502020204030204" pitchFamily="34" charset="0"/>
              <a:cs typeface="Arial" pitchFamily="34" charset="0"/>
            </a:endParaRPr>
          </a:p>
          <a:p>
            <a:pPr marL="171442" lvl="1" indent="-171442" algn="just">
              <a:buClr>
                <a:srgbClr val="FFC000"/>
              </a:buClr>
              <a:buSzPct val="120000"/>
              <a:buFont typeface="Arial" panose="020B0604020202020204" pitchFamily="34" charset="0"/>
              <a:buChar char="•"/>
            </a:pPr>
            <a:r>
              <a:rPr lang="en-US" sz="1200" u="sng" dirty="0">
                <a:solidFill>
                  <a:prstClr val="black"/>
                </a:solidFill>
                <a:latin typeface="Calibri" panose="020F0502020204030204" pitchFamily="34" charset="0"/>
              </a:rPr>
              <a:t>Effort Saving</a:t>
            </a:r>
            <a:r>
              <a:rPr lang="en-US" sz="1200" dirty="0">
                <a:solidFill>
                  <a:prstClr val="black"/>
                </a:solidFill>
                <a:latin typeface="Calibri" panose="020F0502020204030204" pitchFamily="34" charset="0"/>
              </a:rPr>
              <a:t> – As this is a Free and Open source tools, we save lots of man hours on unnecessary migrations. </a:t>
            </a:r>
          </a:p>
          <a:p>
            <a:pPr marL="0" lvl="1" algn="just">
              <a:buClr>
                <a:srgbClr val="FFC000"/>
              </a:buClr>
              <a:buSzPct val="120000"/>
            </a:pPr>
            <a:endParaRPr lang="en-US" sz="1200" dirty="0">
              <a:solidFill>
                <a:prstClr val="black"/>
              </a:solidFill>
              <a:latin typeface="Calibri" panose="020F0502020204030204" pitchFamily="34" charset="0"/>
            </a:endParaRPr>
          </a:p>
        </p:txBody>
      </p:sp>
    </p:spTree>
    <p:extLst>
      <p:ext uri="{BB962C8B-B14F-4D97-AF65-F5344CB8AC3E}">
        <p14:creationId xmlns:p14="http://schemas.microsoft.com/office/powerpoint/2010/main" val="15085605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359"/>
        <p:cNvGrpSpPr/>
        <p:nvPr/>
      </p:nvGrpSpPr>
      <p:grpSpPr>
        <a:xfrm>
          <a:off x="0" y="0"/>
          <a:ext cx="0" cy="0"/>
          <a:chOff x="0" y="0"/>
          <a:chExt cx="0" cy="0"/>
        </a:xfrm>
      </p:grpSpPr>
      <p:sp>
        <p:nvSpPr>
          <p:cNvPr id="1360" name="Google Shape;1360;p101"/>
          <p:cNvSpPr/>
          <p:nvPr/>
        </p:nvSpPr>
        <p:spPr>
          <a:xfrm>
            <a:off x="410058" y="1062111"/>
            <a:ext cx="3628542" cy="776537"/>
          </a:xfrm>
          <a:prstGeom prst="rect">
            <a:avLst/>
          </a:prstGeom>
          <a:gradFill>
            <a:gsLst>
              <a:gs pos="0">
                <a:srgbClr val="B0B6CE"/>
              </a:gs>
              <a:gs pos="35000">
                <a:srgbClr val="C9CCDB"/>
              </a:gs>
              <a:gs pos="100000">
                <a:srgbClr val="EAEAF1"/>
              </a:gs>
            </a:gsLst>
            <a:lin ang="16200000" scaled="0"/>
          </a:gradFill>
          <a:ln w="9525" cap="flat" cmpd="sng">
            <a:solidFill>
              <a:srgbClr val="032F61"/>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dk1"/>
                </a:solidFill>
                <a:latin typeface="Georgia"/>
                <a:ea typeface="Georgia"/>
                <a:cs typeface="Georgia"/>
                <a:sym typeface="Georgia"/>
              </a:rPr>
              <a:t>Champion Approval Email</a:t>
            </a:r>
            <a:endParaRPr/>
          </a:p>
        </p:txBody>
      </p:sp>
      <p:sp>
        <p:nvSpPr>
          <p:cNvPr id="1361" name="Google Shape;1361;p101"/>
          <p:cNvSpPr/>
          <p:nvPr/>
        </p:nvSpPr>
        <p:spPr>
          <a:xfrm>
            <a:off x="410058" y="280070"/>
            <a:ext cx="11371884" cy="681415"/>
          </a:xfrm>
          <a:prstGeom prst="rect">
            <a:avLst/>
          </a:prstGeom>
          <a:gradFill>
            <a:gsLst>
              <a:gs pos="0">
                <a:srgbClr val="002352"/>
              </a:gs>
              <a:gs pos="80000">
                <a:srgbClr val="002F6B"/>
              </a:gs>
              <a:gs pos="100000">
                <a:srgbClr val="002F6E"/>
              </a:gs>
            </a:gsLst>
            <a:lin ang="16200000" scaled="0"/>
          </a:gradFill>
          <a:ln w="9525" cap="flat" cmpd="sng">
            <a:solidFill>
              <a:srgbClr val="032F61"/>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3200" b="1">
                <a:solidFill>
                  <a:schemeClr val="lt1"/>
                </a:solidFill>
                <a:latin typeface="Georgia"/>
                <a:ea typeface="Georgia"/>
                <a:cs typeface="Georgia"/>
                <a:sym typeface="Georgia"/>
              </a:rPr>
              <a:t>Project Approvals</a:t>
            </a:r>
            <a:endParaRPr/>
          </a:p>
        </p:txBody>
      </p:sp>
      <p:pic>
        <p:nvPicPr>
          <p:cNvPr id="2" name="Picture 1">
            <a:extLst>
              <a:ext uri="{FF2B5EF4-FFF2-40B4-BE49-F238E27FC236}">
                <a16:creationId xmlns:a16="http://schemas.microsoft.com/office/drawing/2014/main" id="{9870F1B1-4C2C-434E-BA3B-F1DB3B358D31}"/>
              </a:ext>
            </a:extLst>
          </p:cNvPr>
          <p:cNvPicPr>
            <a:picLocks noChangeAspect="1"/>
          </p:cNvPicPr>
          <p:nvPr/>
        </p:nvPicPr>
        <p:blipFill>
          <a:blip r:embed="rId3"/>
          <a:stretch>
            <a:fillRect/>
          </a:stretch>
        </p:blipFill>
        <p:spPr>
          <a:xfrm>
            <a:off x="914400" y="2133600"/>
            <a:ext cx="10515600" cy="421005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65119" y="5238957"/>
            <a:ext cx="11460480" cy="704649"/>
          </a:xfrm>
        </p:spPr>
        <p:txBody>
          <a:bodyPr/>
          <a:lstStyle/>
          <a:p>
            <a:r>
              <a:rPr lang="en-US" sz="3600" b="1" dirty="0">
                <a:solidFill>
                  <a:schemeClr val="tx1"/>
                </a:solidFill>
              </a:rPr>
              <a:t>Thank You</a:t>
            </a:r>
          </a:p>
        </p:txBody>
      </p:sp>
    </p:spTree>
    <p:extLst>
      <p:ext uri="{BB962C8B-B14F-4D97-AF65-F5344CB8AC3E}">
        <p14:creationId xmlns:p14="http://schemas.microsoft.com/office/powerpoint/2010/main" val="475957298"/>
      </p:ext>
    </p:extLst>
  </p:cSld>
  <p:clrMapOvr>
    <a:masterClrMapping/>
  </p:clrMapOvr>
</p:sld>
</file>

<file path=ppt/theme/theme1.xml><?xml version="1.0" encoding="utf-8"?>
<a:theme xmlns:a="http://schemas.openxmlformats.org/drawingml/2006/main" name="Blank">
  <a:themeElements>
    <a:clrScheme name="Genpact Transformation">
      <a:dk1>
        <a:srgbClr val="073262"/>
      </a:dk1>
      <a:lt1>
        <a:sysClr val="window" lastClr="FFFFFF"/>
      </a:lt1>
      <a:dk2>
        <a:srgbClr val="EBECED"/>
      </a:dk2>
      <a:lt2>
        <a:srgbClr val="BFC0C1"/>
      </a:lt2>
      <a:accent1>
        <a:srgbClr val="FF555F"/>
      </a:accent1>
      <a:accent2>
        <a:srgbClr val="00AECF"/>
      </a:accent2>
      <a:accent3>
        <a:srgbClr val="073262"/>
      </a:accent3>
      <a:accent4>
        <a:srgbClr val="EA3946"/>
      </a:accent4>
      <a:accent5>
        <a:srgbClr val="60C7D7"/>
      </a:accent5>
      <a:accent6>
        <a:srgbClr val="073262"/>
      </a:accent6>
      <a:hlink>
        <a:srgbClr val="60C7D7"/>
      </a:hlink>
      <a:folHlink>
        <a:srgbClr val="1F497D"/>
      </a:folHlink>
    </a:clrScheme>
    <a:fontScheme name="G PPT 2017">
      <a:majorFont>
        <a:latin typeface="Georgia"/>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372e849b-fc60-49fc-88ef-6f6a3a7352cc"/>
    <LikesCount xmlns="http://schemas.microsoft.com/sharepoint/v3" xsi:nil="true"/>
    <TaxKeywordTaxHTField xmlns="b7a58cbc-cd1f-4316-8e97-a0bb4c57e2d1">
      <Terms xmlns="http://schemas.microsoft.com/office/infopath/2007/PartnerControls"/>
    </TaxKeywordTaxHTField>
    <Ratings xmlns="http://schemas.microsoft.com/sharepoint/v3">5,5,5,</Ratings>
    <LikedBy xmlns="http://schemas.microsoft.com/sharepoint/v3">
      <UserInfo>
        <DisplayName/>
        <AccountId xsi:nil="true"/>
        <AccountType/>
      </UserInfo>
    </LikedBy>
    <PublishingExpirationDate xmlns="http://schemas.microsoft.com/sharepoint/v3" xsi:nil="true"/>
    <PublishingStartDate xmlns="http://schemas.microsoft.com/sharepoint/v3" xsi:nil="true"/>
    <ga0bac5639ea43d4a46e5e8979bf3e26 xmlns="7955fe41-16ae-489b-bb6d-2dd9b2d28296">
      <Terms xmlns="http://schemas.microsoft.com/office/infopath/2007/PartnerControls"/>
    </ga0bac5639ea43d4a46e5e8979bf3e26>
    <RatedBy xmlns="http://schemas.microsoft.com/sharepoint/v3">
      <UserInfo>
        <DisplayName>Liu, Zhiyong</DisplayName>
        <AccountId>18584</AccountId>
        <AccountType/>
      </UserInfo>
      <UserInfo>
        <DisplayName>Singh, Shripal S</DisplayName>
        <AccountId>28974</AccountId>
        <AccountType/>
      </UserInfo>
      <UserInfo>
        <DisplayName>i:0#.f|membership|703155383@genpact.com</DisplayName>
        <AccountId>20463</AccountId>
        <AccountType/>
      </UserInfo>
    </RatedBy>
    <RatingCount xmlns="http://schemas.microsoft.com/sharepoint/v3">3</RatingCount>
    <AverageRating xmlns="http://schemas.microsoft.com/sharepoint/v3">5</AverageRating>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D9387E64A2A4343BD96EB39AF3A92F6" ma:contentTypeVersion="20" ma:contentTypeDescription="Create a new document." ma:contentTypeScope="" ma:versionID="ddc36aca7e0c3b00061819f7b2db0f20">
  <xsd:schema xmlns:xsd="http://www.w3.org/2001/XMLSchema" xmlns:xs="http://www.w3.org/2001/XMLSchema" xmlns:p="http://schemas.microsoft.com/office/2006/metadata/properties" xmlns:ns1="http://schemas.microsoft.com/sharepoint/v3" xmlns:ns2="b7a58cbc-cd1f-4316-8e97-a0bb4c57e2d1" xmlns:ns3="7955fe41-16ae-489b-bb6d-2dd9b2d28296" xmlns:ns4="372e849b-fc60-49fc-88ef-6f6a3a7352cc" targetNamespace="http://schemas.microsoft.com/office/2006/metadata/properties" ma:root="true" ma:fieldsID="612d0f85853634ca7092b11b816b7641" ns1:_="" ns2:_="" ns3:_="" ns4:_="">
    <xsd:import namespace="http://schemas.microsoft.com/sharepoint/v3"/>
    <xsd:import namespace="b7a58cbc-cd1f-4316-8e97-a0bb4c57e2d1"/>
    <xsd:import namespace="7955fe41-16ae-489b-bb6d-2dd9b2d28296"/>
    <xsd:import namespace="372e849b-fc60-49fc-88ef-6f6a3a7352cc"/>
    <xsd:element name="properties">
      <xsd:complexType>
        <xsd:sequence>
          <xsd:element name="documentManagement">
            <xsd:complexType>
              <xsd:all>
                <xsd:element ref="ns2:SharedWithUsers" minOccurs="0"/>
                <xsd:element ref="ns2:SharedWithDetails" minOccurs="0"/>
                <xsd:element ref="ns1:AverageRating" minOccurs="0"/>
                <xsd:element ref="ns1:RatingCount" minOccurs="0"/>
                <xsd:element ref="ns1:RatedBy" minOccurs="0"/>
                <xsd:element ref="ns1:Ratings" minOccurs="0"/>
                <xsd:element ref="ns1:LikesCount" minOccurs="0"/>
                <xsd:element ref="ns1:LikedBy" minOccurs="0"/>
                <xsd:element ref="ns2:LastSharedByUser" minOccurs="0"/>
                <xsd:element ref="ns2:LastSharedByTime" minOccurs="0"/>
                <xsd:element ref="ns3:MediaServiceMetadata" minOccurs="0"/>
                <xsd:element ref="ns3:MediaServiceFastMetadata" minOccurs="0"/>
                <xsd:element ref="ns1:PublishingStartDate" minOccurs="0"/>
                <xsd:element ref="ns1:PublishingExpirationDate" minOccurs="0"/>
                <xsd:element ref="ns2:TaxKeywordTaxHTField" minOccurs="0"/>
                <xsd:element ref="ns4:TaxCatchAll" minOccurs="0"/>
                <xsd:element ref="ns3:ga0bac5639ea43d4a46e5e8979bf3e26" minOccurs="0"/>
                <xsd:element ref="ns3:MediaServiceAutoTags" minOccurs="0"/>
                <xsd:element ref="ns3: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AverageRating" ma:index="10" nillable="true" ma:displayName="Rating (0-5)" ma:decimals="2" ma:description="Average value of all the ratings that have been submitted" ma:internalName="AverageRating" ma:readOnly="true">
      <xsd:simpleType>
        <xsd:restriction base="dms:Number"/>
      </xsd:simpleType>
    </xsd:element>
    <xsd:element name="RatingCount" ma:index="11" nillable="true" ma:displayName="Number of Ratings" ma:decimals="0" ma:description="Number of ratings submitted" ma:internalName="RatingCount" ma:readOnly="true">
      <xsd:simpleType>
        <xsd:restriction base="dms:Number"/>
      </xsd:simpleType>
    </xsd:element>
    <xsd:element name="RatedBy" ma:index="12" nillable="true" ma:displayName="Rated By" ma:description="Users rated the item." ma:hidden="true" ma:list="UserInfo" ma:internalName="Rat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Ratings" ma:index="13" nillable="true" ma:displayName="User ratings" ma:description="User ratings for the item" ma:hidden="true" ma:internalName="Ratings">
      <xsd:simpleType>
        <xsd:restriction base="dms:Note"/>
      </xsd:simpleType>
    </xsd:element>
    <xsd:element name="LikesCount" ma:index="14" nillable="true" ma:displayName="Number of Likes" ma:internalName="LikesCount">
      <xsd:simpleType>
        <xsd:restriction base="dms:Unknown"/>
      </xsd:simpleType>
    </xsd:element>
    <xsd:element name="LikedBy" ma:index="15" nillable="true" ma:displayName="Liked By" ma:hidden="true" ma:list="UserInfo" ma:internalName="LikedBy">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PublishingStartDate" ma:index="20" nillable="true" ma:displayName="Scheduling Start Date" ma:description="Scheduling Start Date is a site column created by the Publishing feature. It is used to specify the date and time on which this page will first appear to site visitors." ma:internalName="PublishingStartDate">
      <xsd:simpleType>
        <xsd:restriction base="dms:Unknown"/>
      </xsd:simpleType>
    </xsd:element>
    <xsd:element name="PublishingExpirationDate" ma:index="21" nillable="true" ma:displayName="Scheduling End Date" ma:description="Scheduling End Date is a site column created by the Publishing feature. It is used to specify the date and time on which this page will no longer appear to site visitors." ma:internalName="PublishingExpirationDat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7a58cbc-cd1f-4316-8e97-a0bb4c57e2d1"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LastSharedByUser" ma:index="16" nillable="true" ma:displayName="Last Shared By User" ma:description="" ma:internalName="LastSharedByUser" ma:readOnly="true">
      <xsd:simpleType>
        <xsd:restriction base="dms:Note">
          <xsd:maxLength value="255"/>
        </xsd:restriction>
      </xsd:simpleType>
    </xsd:element>
    <xsd:element name="LastSharedByTime" ma:index="17" nillable="true" ma:displayName="Last Shared By Time" ma:description="" ma:internalName="LastSharedByTime" ma:readOnly="true">
      <xsd:simpleType>
        <xsd:restriction base="dms:DateTime"/>
      </xsd:simpleType>
    </xsd:element>
    <xsd:element name="TaxKeywordTaxHTField" ma:index="23" nillable="true" ma:taxonomy="true" ma:internalName="TaxKeywordTaxHTField" ma:taxonomyFieldName="TaxKeyword" ma:displayName="Enterprise Keywords" ma:fieldId="{23f27201-bee3-471e-b2e7-b64fd8b7ca38}" ma:taxonomyMulti="true" ma:sspId="cc962de5-690c-40f6-9925-46ff4f3fc18f" ma:termSetId="00000000-0000-0000-0000-000000000000" ma:anchorId="00000000-0000-0000-0000-000000000000" ma:open="true" ma:isKeyword="tru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7955fe41-16ae-489b-bb6d-2dd9b2d28296" elementFormDefault="qualified">
    <xsd:import namespace="http://schemas.microsoft.com/office/2006/documentManagement/types"/>
    <xsd:import namespace="http://schemas.microsoft.com/office/infopath/2007/PartnerControls"/>
    <xsd:element name="MediaServiceMetadata" ma:index="18" nillable="true" ma:displayName="MediaServiceMetadata" ma:description="" ma:hidden="true" ma:internalName="MediaServiceMetadata" ma:readOnly="true">
      <xsd:simpleType>
        <xsd:restriction base="dms:Note"/>
      </xsd:simpleType>
    </xsd:element>
    <xsd:element name="MediaServiceFastMetadata" ma:index="19" nillable="true" ma:displayName="MediaServiceFastMetadata" ma:description="" ma:hidden="true" ma:internalName="MediaServiceFastMetadata" ma:readOnly="true">
      <xsd:simpleType>
        <xsd:restriction base="dms:Note"/>
      </xsd:simpleType>
    </xsd:element>
    <xsd:element name="ga0bac5639ea43d4a46e5e8979bf3e26" ma:index="26" nillable="true" ma:taxonomy="true" ma:internalName="ga0bac5639ea43d4a46e5e8979bf3e26" ma:taxonomyFieldName="Tag" ma:displayName="Tag" ma:default="" ma:fieldId="{0a0bac56-39ea-43d4-a46e-5e8979bf3e26}" ma:taxonomyMulti="true" ma:sspId="cc962de5-690c-40f6-9925-46ff4f3fc18f" ma:termSetId="6214defd-bc99-416a-9b0d-47b8b94e0d4a" ma:anchorId="00000000-0000-0000-0000-000000000000" ma:open="true" ma:isKeyword="false">
      <xsd:complexType>
        <xsd:sequence>
          <xsd:element ref="pc:Terms" minOccurs="0" maxOccurs="1"/>
        </xsd:sequence>
      </xsd:complexType>
    </xsd:element>
    <xsd:element name="MediaServiceAutoTags" ma:index="27" nillable="true" ma:displayName="MediaServiceAutoTags" ma:description="" ma:internalName="MediaServiceAutoTags" ma:readOnly="true">
      <xsd:simpleType>
        <xsd:restriction base="dms:Text"/>
      </xsd:simpleType>
    </xsd:element>
    <xsd:element name="MediaServiceDateTaken" ma:index="28" nillable="true" ma:displayName="MediaServiceDateTaken" ma:descriptio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72e849b-fc60-49fc-88ef-6f6a3a7352cc" elementFormDefault="qualified">
    <xsd:import namespace="http://schemas.microsoft.com/office/2006/documentManagement/types"/>
    <xsd:import namespace="http://schemas.microsoft.com/office/infopath/2007/PartnerControls"/>
    <xsd:element name="TaxCatchAll" ma:index="24" nillable="true" ma:displayName="Taxonomy Catch All Column" ma:description="" ma:hidden="true" ma:list="{728a09f4-2369-4fe2-81a5-a7d5ae06beff}" ma:internalName="TaxCatchAll" ma:showField="CatchAllData" ma:web="b7a58cbc-cd1f-4316-8e97-a0bb4c57e2d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F9F5582-2E7C-484E-A056-ED8FF10BDF90}">
  <ds:schemaRefs>
    <ds:schemaRef ds:uri="http://schemas.microsoft.com/sharepoint/v3/contenttype/forms"/>
  </ds:schemaRefs>
</ds:datastoreItem>
</file>

<file path=customXml/itemProps2.xml><?xml version="1.0" encoding="utf-8"?>
<ds:datastoreItem xmlns:ds="http://schemas.openxmlformats.org/officeDocument/2006/customXml" ds:itemID="{98FA2156-28A9-401B-AF18-4586E042D708}">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schemas.openxmlformats.org/package/2006/metadata/core-properties"/>
    <ds:schemaRef ds:uri="http://schemas.microsoft.com/sharepoint/v3"/>
    <ds:schemaRef ds:uri="372e849b-fc60-49fc-88ef-6f6a3a7352cc"/>
    <ds:schemaRef ds:uri="http://purl.org/dc/terms/"/>
    <ds:schemaRef ds:uri="7955fe41-16ae-489b-bb6d-2dd9b2d28296"/>
    <ds:schemaRef ds:uri="b7a58cbc-cd1f-4316-8e97-a0bb4c57e2d1"/>
    <ds:schemaRef ds:uri="http://www.w3.org/XML/1998/namespace"/>
    <ds:schemaRef ds:uri="http://purl.org/dc/dcmitype/"/>
  </ds:schemaRefs>
</ds:datastoreItem>
</file>

<file path=customXml/itemProps3.xml><?xml version="1.0" encoding="utf-8"?>
<ds:datastoreItem xmlns:ds="http://schemas.openxmlformats.org/officeDocument/2006/customXml" ds:itemID="{0C214276-A052-4498-B52A-4217918024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b7a58cbc-cd1f-4316-8e97-a0bb4c57e2d1"/>
    <ds:schemaRef ds:uri="7955fe41-16ae-489b-bb6d-2dd9b2d28296"/>
    <ds:schemaRef ds:uri="372e849b-fc60-49fc-88ef-6f6a3a7352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4145</TotalTime>
  <Words>1799</Words>
  <Application>Microsoft Office PowerPoint</Application>
  <PresentationFormat>Widescreen</PresentationFormat>
  <Paragraphs>478</Paragraphs>
  <Slides>30</Slides>
  <Notes>4</Notes>
  <HiddenSlides>0</HiddenSlides>
  <MMClips>0</MMClips>
  <ScaleCrop>false</ScaleCrop>
  <HeadingPairs>
    <vt:vector size="8" baseType="variant">
      <vt:variant>
        <vt:lpstr>Fonts Used</vt:lpstr>
      </vt:variant>
      <vt:variant>
        <vt:i4>10</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42" baseType="lpstr">
      <vt:lpstr>ＭＳ Ｐゴシック</vt:lpstr>
      <vt:lpstr>Arial</vt:lpstr>
      <vt:lpstr>Calibri</vt:lpstr>
      <vt:lpstr>Calibri Light</vt:lpstr>
      <vt:lpstr>Courier New</vt:lpstr>
      <vt:lpstr>Georgia</vt:lpstr>
      <vt:lpstr>Times</vt:lpstr>
      <vt:lpstr>Trebuchet MS</vt:lpstr>
      <vt:lpstr>Verdana</vt:lpstr>
      <vt:lpstr>Wingdings</vt:lpstr>
      <vt:lpstr>Blank</vt:lpstr>
      <vt:lpstr>Clip</vt:lpstr>
      <vt:lpstr>PowerPoint Presentation</vt:lpstr>
      <vt:lpstr>PowerPoint Presentation</vt:lpstr>
      <vt:lpstr>PowerPoint Presentation</vt:lpstr>
      <vt:lpstr>Step 1 Build Process Framework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Step 2 Operational Excellence Risk Assessment</vt:lpstr>
      <vt:lpstr>PowerPoint Presentation</vt:lpstr>
      <vt:lpstr>Step 3 Finalizing (Input, Process, Output) Metrics</vt:lpstr>
      <vt:lpstr>PowerPoint Presentation</vt:lpstr>
      <vt:lpstr>PowerPoint Presentation</vt:lpstr>
      <vt:lpstr>Step 4 Set Up Measurement System</vt:lpstr>
      <vt:lpstr>PowerPoint Presentation</vt:lpstr>
      <vt:lpstr>PowerPoint Presentation</vt:lpstr>
      <vt:lpstr>Step 5 Setting Up Reporting Structure</vt:lpstr>
      <vt:lpstr>PowerPoint Presentation</vt:lpstr>
      <vt:lpstr>Step 6 Visual Management Standardization</vt:lpstr>
      <vt:lpstr>PowerPoint Presentation</vt:lpstr>
      <vt:lpstr>Step 7 Continuous Improvement Roadmap</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 of</dc:title>
  <dc:creator>Das H.S, Hemanth</dc:creator>
  <cp:lastModifiedBy>Nemidoss, Sureshkumar</cp:lastModifiedBy>
  <cp:revision>377</cp:revision>
  <dcterms:created xsi:type="dcterms:W3CDTF">2017-09-11T16:52:07Z</dcterms:created>
  <dcterms:modified xsi:type="dcterms:W3CDTF">2020-11-11T16:00:09Z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2017-09-11T00:00:00Z</vt:filetime>
  </property>
  <property fmtid="{D5CDD505-2E9C-101B-9397-08002B2CF9AE}" pid="3" name="Creator">
    <vt:lpwstr>Adobe InDesign CC 2017 (Windows)</vt:lpwstr>
  </property>
  <property fmtid="{D5CDD505-2E9C-101B-9397-08002B2CF9AE}" pid="4" name="LastSaved">
    <vt:filetime>2017-09-11T00:00:00Z</vt:filetime>
  </property>
  <property fmtid="{D5CDD505-2E9C-101B-9397-08002B2CF9AE}" pid="5" name="ContentTypeId">
    <vt:lpwstr>0x010100FD9387E64A2A4343BD96EB39AF3A92F6</vt:lpwstr>
  </property>
  <property fmtid="{D5CDD505-2E9C-101B-9397-08002B2CF9AE}" pid="6" name="TaxKeyword">
    <vt:lpwstr/>
  </property>
  <property fmtid="{D5CDD505-2E9C-101B-9397-08002B2CF9AE}" pid="7" name="Tag">
    <vt:lpwstr/>
  </property>
</Properties>
</file>